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91" r:id="rId2"/>
    <p:sldId id="270" r:id="rId3"/>
    <p:sldId id="292" r:id="rId4"/>
    <p:sldId id="296" r:id="rId5"/>
    <p:sldId id="311" r:id="rId6"/>
    <p:sldId id="294" r:id="rId7"/>
    <p:sldId id="262" r:id="rId8"/>
    <p:sldId id="297" r:id="rId9"/>
    <p:sldId id="298" r:id="rId10"/>
    <p:sldId id="306" r:id="rId11"/>
    <p:sldId id="305" r:id="rId12"/>
    <p:sldId id="302" r:id="rId13"/>
    <p:sldId id="307" r:id="rId14"/>
    <p:sldId id="308" r:id="rId15"/>
    <p:sldId id="309" r:id="rId16"/>
    <p:sldId id="279" r:id="rId17"/>
    <p:sldId id="293" r:id="rId18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38B"/>
    <a:srgbClr val="0B1773"/>
    <a:srgbClr val="202153"/>
    <a:srgbClr val="FF7E0D"/>
    <a:srgbClr val="2A9F2A"/>
    <a:srgbClr val="00102B"/>
    <a:srgbClr val="4659AE"/>
    <a:srgbClr val="3F3A84"/>
    <a:srgbClr val="0B3573"/>
    <a:srgbClr val="10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74EE30-E31C-47A6-95D2-D029E1ED9AEF}">
  <a:tblStyle styleId="{9A74EE30-E31C-47A6-95D2-D029E1ED9A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68" autoAdjust="0"/>
  </p:normalViewPr>
  <p:slideViewPr>
    <p:cSldViewPr snapToGrid="0">
      <p:cViewPr varScale="1">
        <p:scale>
          <a:sx n="122" d="100"/>
          <a:sy n="122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gar Hosseinimanesh" userId="792075530930629a" providerId="LiveId" clId="{481DE354-AC17-485C-ACD6-A78A1FB7DC51}"/>
    <pc:docChg chg="undo custSel addSld delSld modSld sldOrd delMainMaster">
      <pc:chgData name="Negar Hosseinimanesh" userId="792075530930629a" providerId="LiveId" clId="{481DE354-AC17-485C-ACD6-A78A1FB7DC51}" dt="2026-07-24T08:48:19.705" v="8945" actId="47"/>
      <pc:docMkLst>
        <pc:docMk/>
      </pc:docMkLst>
      <pc:sldChg chg="modSp del mod">
        <pc:chgData name="Negar Hosseinimanesh" userId="792075530930629a" providerId="LiveId" clId="{481DE354-AC17-485C-ACD6-A78A1FB7DC51}" dt="2026-06-11T10:38:28.663" v="224" actId="47"/>
        <pc:sldMkLst>
          <pc:docMk/>
          <pc:sldMk cId="0" sldId="256"/>
        </pc:sldMkLst>
        <pc:spChg chg="mod">
          <ac:chgData name="Negar Hosseinimanesh" userId="792075530930629a" providerId="LiveId" clId="{481DE354-AC17-485C-ACD6-A78A1FB7DC51}" dt="2026-06-11T08:33:24.205" v="6" actId="14100"/>
          <ac:spMkLst>
            <pc:docMk/>
            <pc:sldMk cId="0" sldId="256"/>
            <ac:spMk id="46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1T08:33:54.582" v="13" actId="1076"/>
          <ac:spMkLst>
            <pc:docMk/>
            <pc:sldMk cId="0" sldId="256"/>
            <ac:spMk id="47" creationId="{00000000-0000-0000-0000-000000000000}"/>
          </ac:spMkLst>
        </pc:spChg>
        <pc:grpChg chg="mod">
          <ac:chgData name="Negar Hosseinimanesh" userId="792075530930629a" providerId="LiveId" clId="{481DE354-AC17-485C-ACD6-A78A1FB7DC51}" dt="2026-06-11T08:32:08.580" v="1" actId="1076"/>
          <ac:grpSpMkLst>
            <pc:docMk/>
            <pc:sldMk cId="0" sldId="256"/>
            <ac:grpSpMk id="48" creationId="{00000000-0000-0000-0000-000000000000}"/>
          </ac:grpSpMkLst>
        </pc:grpChg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57"/>
        </pc:sldMkLst>
      </pc:sldChg>
      <pc:sldChg chg="modSp del mod">
        <pc:chgData name="Negar Hosseinimanesh" userId="792075530930629a" providerId="LiveId" clId="{481DE354-AC17-485C-ACD6-A78A1FB7DC51}" dt="2026-07-24T08:48:19.705" v="8945" actId="47"/>
        <pc:sldMkLst>
          <pc:docMk/>
          <pc:sldMk cId="0" sldId="258"/>
        </pc:sldMkLst>
        <pc:spChg chg="mod">
          <ac:chgData name="Negar Hosseinimanesh" userId="792075530930629a" providerId="LiveId" clId="{481DE354-AC17-485C-ACD6-A78A1FB7DC51}" dt="2026-06-18T09:46:19.543" v="7873" actId="1076"/>
          <ac:spMkLst>
            <pc:docMk/>
            <pc:sldMk cId="0" sldId="258"/>
            <ac:spMk id="335" creationId="{00000000-0000-0000-0000-000000000000}"/>
          </ac:spMkLst>
        </pc:spChg>
      </pc:sldChg>
      <pc:sldChg chg="del ord">
        <pc:chgData name="Negar Hosseinimanesh" userId="792075530930629a" providerId="LiveId" clId="{481DE354-AC17-485C-ACD6-A78A1FB7DC51}" dt="2026-07-24T08:48:19.705" v="8945" actId="47"/>
        <pc:sldMkLst>
          <pc:docMk/>
          <pc:sldMk cId="0" sldId="259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0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1"/>
        </pc:sldMkLst>
      </pc:sldChg>
      <pc:sldChg chg="addSp delSp modSp mod ord delAnim modAnim">
        <pc:chgData name="Negar Hosseinimanesh" userId="792075530930629a" providerId="LiveId" clId="{481DE354-AC17-485C-ACD6-A78A1FB7DC51}" dt="2026-06-25T16:13:54.432" v="8830" actId="1076"/>
        <pc:sldMkLst>
          <pc:docMk/>
          <pc:sldMk cId="0" sldId="262"/>
        </pc:sldMkLst>
        <pc:spChg chg="add del mod">
          <ac:chgData name="Negar Hosseinimanesh" userId="792075530930629a" providerId="LiveId" clId="{481DE354-AC17-485C-ACD6-A78A1FB7DC51}" dt="2026-06-25T16:13:30.509" v="8828"/>
          <ac:spMkLst>
            <pc:docMk/>
            <pc:sldMk cId="0" sldId="262"/>
            <ac:spMk id="2" creationId="{CDD12F68-CF72-492D-A18C-0A2AF571DB47}"/>
          </ac:spMkLst>
        </pc:spChg>
        <pc:spChg chg="add del mod">
          <ac:chgData name="Negar Hosseinimanesh" userId="792075530930629a" providerId="LiveId" clId="{481DE354-AC17-485C-ACD6-A78A1FB7DC51}" dt="2026-06-25T16:12:55.749" v="8818" actId="478"/>
          <ac:spMkLst>
            <pc:docMk/>
            <pc:sldMk cId="0" sldId="262"/>
            <ac:spMk id="3" creationId="{E9A81681-C179-43B3-AEF9-96820F00CB0D}"/>
          </ac:spMkLst>
        </pc:spChg>
        <pc:spChg chg="add del mod">
          <ac:chgData name="Negar Hosseinimanesh" userId="792075530930629a" providerId="LiveId" clId="{481DE354-AC17-485C-ACD6-A78A1FB7DC51}" dt="2026-06-11T12:23:03.165" v="2672" actId="478"/>
          <ac:spMkLst>
            <pc:docMk/>
            <pc:sldMk cId="0" sldId="262"/>
            <ac:spMk id="10" creationId="{66BF34A9-3367-45B7-ADE7-BED57BE20448}"/>
          </ac:spMkLst>
        </pc:spChg>
        <pc:spChg chg="add mod">
          <ac:chgData name="Negar Hosseinimanesh" userId="792075530930629a" providerId="LiveId" clId="{481DE354-AC17-485C-ACD6-A78A1FB7DC51}" dt="2026-06-18T09:26:14.088" v="7590" actId="14100"/>
          <ac:spMkLst>
            <pc:docMk/>
            <pc:sldMk cId="0" sldId="262"/>
            <ac:spMk id="13" creationId="{7D2A9E43-3BDC-412A-94D7-8DAE15F7AC53}"/>
          </ac:spMkLst>
        </pc:spChg>
        <pc:spChg chg="add del mod">
          <ac:chgData name="Negar Hosseinimanesh" userId="792075530930629a" providerId="LiveId" clId="{481DE354-AC17-485C-ACD6-A78A1FB7DC51}" dt="2026-06-11T12:27:12.538" v="2737" actId="478"/>
          <ac:spMkLst>
            <pc:docMk/>
            <pc:sldMk cId="0" sldId="262"/>
            <ac:spMk id="14" creationId="{7A4D26D8-150F-4307-A91F-23E1A224BCC2}"/>
          </ac:spMkLst>
        </pc:spChg>
        <pc:spChg chg="add del mod">
          <ac:chgData name="Negar Hosseinimanesh" userId="792075530930629a" providerId="LiveId" clId="{481DE354-AC17-485C-ACD6-A78A1FB7DC51}" dt="2026-06-18T09:44:43.150" v="7837" actId="478"/>
          <ac:spMkLst>
            <pc:docMk/>
            <pc:sldMk cId="0" sldId="262"/>
            <ac:spMk id="42" creationId="{5B8FCCE3-6976-4F99-81B4-9FA08DDC1E76}"/>
          </ac:spMkLst>
        </pc:spChg>
        <pc:spChg chg="add del mod">
          <ac:chgData name="Negar Hosseinimanesh" userId="792075530930629a" providerId="LiveId" clId="{481DE354-AC17-485C-ACD6-A78A1FB7DC51}" dt="2026-06-18T09:44:42.080" v="7836" actId="478"/>
          <ac:spMkLst>
            <pc:docMk/>
            <pc:sldMk cId="0" sldId="262"/>
            <ac:spMk id="43" creationId="{A2BFC876-67AF-4B7B-9F45-5BFA814E94FE}"/>
          </ac:spMkLst>
        </pc:spChg>
        <pc:spChg chg="add del mod">
          <ac:chgData name="Negar Hosseinimanesh" userId="792075530930629a" providerId="LiveId" clId="{481DE354-AC17-485C-ACD6-A78A1FB7DC51}" dt="2026-06-18T09:31:08.529" v="7642" actId="478"/>
          <ac:spMkLst>
            <pc:docMk/>
            <pc:sldMk cId="0" sldId="262"/>
            <ac:spMk id="44" creationId="{457173F4-7150-45A3-B9D5-97C0BF756E6A}"/>
          </ac:spMkLst>
        </pc:spChg>
        <pc:spChg chg="add mod">
          <ac:chgData name="Negar Hosseinimanesh" userId="792075530930629a" providerId="LiveId" clId="{481DE354-AC17-485C-ACD6-A78A1FB7DC51}" dt="2026-06-18T09:31:11.109" v="7644" actId="20577"/>
          <ac:spMkLst>
            <pc:docMk/>
            <pc:sldMk cId="0" sldId="262"/>
            <ac:spMk id="48" creationId="{8687F6C3-D728-4E67-B301-AEA50793F5CB}"/>
          </ac:spMkLst>
        </pc:spChg>
        <pc:spChg chg="add mod">
          <ac:chgData name="Negar Hosseinimanesh" userId="792075530930629a" providerId="LiveId" clId="{481DE354-AC17-485C-ACD6-A78A1FB7DC51}" dt="2026-06-18T09:44:44.333" v="7838"/>
          <ac:spMkLst>
            <pc:docMk/>
            <pc:sldMk cId="0" sldId="262"/>
            <ac:spMk id="49" creationId="{B992B753-5C2E-4236-898A-7EF1A2DAD8C2}"/>
          </ac:spMkLst>
        </pc:spChg>
        <pc:spChg chg="add del mod">
          <ac:chgData name="Negar Hosseinimanesh" userId="792075530930629a" providerId="LiveId" clId="{481DE354-AC17-485C-ACD6-A78A1FB7DC51}" dt="2026-06-18T09:23:49.641" v="7557" actId="478"/>
          <ac:spMkLst>
            <pc:docMk/>
            <pc:sldMk cId="0" sldId="262"/>
            <ac:spMk id="56" creationId="{DCB41539-E66A-4F98-A87F-EE968911C60A}"/>
          </ac:spMkLst>
        </pc:spChg>
        <pc:spChg chg="add del mod">
          <ac:chgData name="Negar Hosseinimanesh" userId="792075530930629a" providerId="LiveId" clId="{481DE354-AC17-485C-ACD6-A78A1FB7DC51}" dt="2026-06-11T12:22:57.312" v="2669"/>
          <ac:spMkLst>
            <pc:docMk/>
            <pc:sldMk cId="0" sldId="262"/>
            <ac:spMk id="59" creationId="{AF94A398-F3D5-4FDC-A6BC-8C92EA54AF6E}"/>
          </ac:spMkLst>
        </pc:spChg>
        <pc:spChg chg="add del mod">
          <ac:chgData name="Negar Hosseinimanesh" userId="792075530930629a" providerId="LiveId" clId="{481DE354-AC17-485C-ACD6-A78A1FB7DC51}" dt="2026-06-11T12:23:12.108" v="2696" actId="20577"/>
          <ac:spMkLst>
            <pc:docMk/>
            <pc:sldMk cId="0" sldId="262"/>
            <ac:spMk id="593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25T16:13:54.432" v="8830" actId="1076"/>
          <ac:spMkLst>
            <pc:docMk/>
            <pc:sldMk cId="0" sldId="262"/>
            <ac:spMk id="607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1T12:22:05.522" v="2658" actId="14100"/>
          <ac:spMkLst>
            <pc:docMk/>
            <pc:sldMk cId="0" sldId="262"/>
            <ac:spMk id="609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25T16:13:22.533" v="8826" actId="20577"/>
          <ac:spMkLst>
            <pc:docMk/>
            <pc:sldMk cId="0" sldId="262"/>
            <ac:spMk id="610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2T10:11:33.073" v="2765" actId="207"/>
          <ac:spMkLst>
            <pc:docMk/>
            <pc:sldMk cId="0" sldId="262"/>
            <ac:spMk id="612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1T12:21:37.577" v="2651" actId="1076"/>
          <ac:spMkLst>
            <pc:docMk/>
            <pc:sldMk cId="0" sldId="262"/>
            <ac:spMk id="614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1T12:21:53.133" v="2654" actId="6549"/>
          <ac:spMkLst>
            <pc:docMk/>
            <pc:sldMk cId="0" sldId="262"/>
            <ac:spMk id="615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25T12:17:56.803" v="8642" actId="948"/>
          <ac:spMkLst>
            <pc:docMk/>
            <pc:sldMk cId="0" sldId="262"/>
            <ac:spMk id="617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25T12:18:04.955" v="8643" actId="1076"/>
          <ac:spMkLst>
            <pc:docMk/>
            <pc:sldMk cId="0" sldId="262"/>
            <ac:spMk id="619" creationId="{00000000-0000-0000-0000-000000000000}"/>
          </ac:spMkLst>
        </pc:spChg>
        <pc:spChg chg="del mod">
          <ac:chgData name="Negar Hosseinimanesh" userId="792075530930629a" providerId="LiveId" clId="{481DE354-AC17-485C-ACD6-A78A1FB7DC51}" dt="2026-06-25T12:17:50.077" v="8641" actId="478"/>
          <ac:spMkLst>
            <pc:docMk/>
            <pc:sldMk cId="0" sldId="262"/>
            <ac:spMk id="620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2T10:11:18.193" v="2763" actId="207"/>
          <ac:spMkLst>
            <pc:docMk/>
            <pc:sldMk cId="0" sldId="262"/>
            <ac:spMk id="622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4:14.049" v="7562" actId="948"/>
          <ac:spMkLst>
            <pc:docMk/>
            <pc:sldMk cId="0" sldId="262"/>
            <ac:spMk id="624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25T12:17:16.986" v="8632" actId="108"/>
          <ac:spMkLst>
            <pc:docMk/>
            <pc:sldMk cId="0" sldId="262"/>
            <ac:spMk id="625" creationId="{00000000-0000-0000-0000-000000000000}"/>
          </ac:spMkLst>
        </pc:spChg>
        <pc:grpChg chg="del">
          <ac:chgData name="Negar Hosseinimanesh" userId="792075530930629a" providerId="LiveId" clId="{481DE354-AC17-485C-ACD6-A78A1FB7DC51}" dt="2026-06-11T12:22:45.236" v="2661" actId="478"/>
          <ac:grpSpMkLst>
            <pc:docMk/>
            <pc:sldMk cId="0" sldId="262"/>
            <ac:grpSpMk id="590" creationId="{00000000-0000-0000-0000-000000000000}"/>
          </ac:grpSpMkLst>
        </pc:grpChg>
        <pc:grpChg chg="mod">
          <ac:chgData name="Negar Hosseinimanesh" userId="792075530930629a" providerId="LiveId" clId="{481DE354-AC17-485C-ACD6-A78A1FB7DC51}" dt="2026-06-11T12:23:59.684" v="2713" actId="1076"/>
          <ac:grpSpMkLst>
            <pc:docMk/>
            <pc:sldMk cId="0" sldId="262"/>
            <ac:grpSpMk id="594" creationId="{00000000-0000-0000-0000-000000000000}"/>
          </ac:grpSpMkLst>
        </pc:grpChg>
        <pc:grpChg chg="mod">
          <ac:chgData name="Negar Hosseinimanesh" userId="792075530930629a" providerId="LiveId" clId="{481DE354-AC17-485C-ACD6-A78A1FB7DC51}" dt="2026-06-25T16:13:48.503" v="8829" actId="1076"/>
          <ac:grpSpMkLst>
            <pc:docMk/>
            <pc:sldMk cId="0" sldId="262"/>
            <ac:grpSpMk id="606" creationId="{00000000-0000-0000-0000-000000000000}"/>
          </ac:grpSpMkLst>
        </pc:grpChg>
        <pc:grpChg chg="del mod">
          <ac:chgData name="Negar Hosseinimanesh" userId="792075530930629a" providerId="LiveId" clId="{481DE354-AC17-485C-ACD6-A78A1FB7DC51}" dt="2026-06-18T09:23:48.005" v="7556" actId="478"/>
          <ac:grpSpMkLst>
            <pc:docMk/>
            <pc:sldMk cId="0" sldId="262"/>
            <ac:grpSpMk id="611" creationId="{00000000-0000-0000-0000-000000000000}"/>
          </ac:grpSpMkLst>
        </pc:grpChg>
        <pc:grpChg chg="mod">
          <ac:chgData name="Negar Hosseinimanesh" userId="792075530930629a" providerId="LiveId" clId="{481DE354-AC17-485C-ACD6-A78A1FB7DC51}" dt="2026-06-18T09:24:52.584" v="7570" actId="1076"/>
          <ac:grpSpMkLst>
            <pc:docMk/>
            <pc:sldMk cId="0" sldId="262"/>
            <ac:grpSpMk id="616" creationId="{00000000-0000-0000-0000-000000000000}"/>
          </ac:grpSpMkLst>
        </pc:grpChg>
        <pc:grpChg chg="del">
          <ac:chgData name="Negar Hosseinimanesh" userId="792075530930629a" providerId="LiveId" clId="{481DE354-AC17-485C-ACD6-A78A1FB7DC51}" dt="2026-06-25T12:17:50.077" v="8641" actId="478"/>
          <ac:grpSpMkLst>
            <pc:docMk/>
            <pc:sldMk cId="0" sldId="262"/>
            <ac:grpSpMk id="618" creationId="{00000000-0000-0000-0000-000000000000}"/>
          </ac:grpSpMkLst>
        </pc:grpChg>
        <pc:grpChg chg="mod">
          <ac:chgData name="Negar Hosseinimanesh" userId="792075530930629a" providerId="LiveId" clId="{481DE354-AC17-485C-ACD6-A78A1FB7DC51}" dt="2026-06-18T09:24:34.611" v="7565" actId="1076"/>
          <ac:grpSpMkLst>
            <pc:docMk/>
            <pc:sldMk cId="0" sldId="262"/>
            <ac:grpSpMk id="621" creationId="{00000000-0000-0000-0000-000000000000}"/>
          </ac:grpSpMkLst>
        </pc:grpChg>
        <pc:grpChg chg="del">
          <ac:chgData name="Negar Hosseinimanesh" userId="792075530930629a" providerId="LiveId" clId="{481DE354-AC17-485C-ACD6-A78A1FB7DC51}" dt="2026-06-11T12:22:45.236" v="2661" actId="478"/>
          <ac:grpSpMkLst>
            <pc:docMk/>
            <pc:sldMk cId="0" sldId="262"/>
            <ac:grpSpMk id="629" creationId="{00000000-0000-0000-0000-000000000000}"/>
          </ac:grpSpMkLst>
        </pc:grpChg>
        <pc:grpChg chg="del">
          <ac:chgData name="Negar Hosseinimanesh" userId="792075530930629a" providerId="LiveId" clId="{481DE354-AC17-485C-ACD6-A78A1FB7DC51}" dt="2026-06-11T12:22:45.236" v="2661" actId="478"/>
          <ac:grpSpMkLst>
            <pc:docMk/>
            <pc:sldMk cId="0" sldId="262"/>
            <ac:grpSpMk id="632" creationId="{00000000-0000-0000-0000-000000000000}"/>
          </ac:grpSpMkLst>
        </pc:grpChg>
        <pc:graphicFrameChg chg="add del mod">
          <ac:chgData name="Negar Hosseinimanesh" userId="792075530930629a" providerId="LiveId" clId="{481DE354-AC17-485C-ACD6-A78A1FB7DC51}" dt="2026-06-11T12:20:52.964" v="2604"/>
          <ac:graphicFrameMkLst>
            <pc:docMk/>
            <pc:sldMk cId="0" sldId="262"/>
            <ac:graphicFrameMk id="2" creationId="{A030728F-3DB8-4924-A355-789F6FF656CF}"/>
          </ac:graphicFrameMkLst>
        </pc:graphicFrameChg>
        <pc:graphicFrameChg chg="add del mod">
          <ac:chgData name="Negar Hosseinimanesh" userId="792075530930629a" providerId="LiveId" clId="{481DE354-AC17-485C-ACD6-A78A1FB7DC51}" dt="2026-06-11T12:20:52.964" v="2604"/>
          <ac:graphicFrameMkLst>
            <pc:docMk/>
            <pc:sldMk cId="0" sldId="262"/>
            <ac:graphicFrameMk id="3" creationId="{E1B52791-7E6B-44DA-8048-65EBEF999958}"/>
          </ac:graphicFrameMkLst>
        </pc:graphicFrameChg>
        <pc:graphicFrameChg chg="add del mod">
          <ac:chgData name="Negar Hosseinimanesh" userId="792075530930629a" providerId="LiveId" clId="{481DE354-AC17-485C-ACD6-A78A1FB7DC51}" dt="2026-06-11T12:21:50.634" v="2653" actId="478"/>
          <ac:graphicFrameMkLst>
            <pc:docMk/>
            <pc:sldMk cId="0" sldId="262"/>
            <ac:graphicFrameMk id="4" creationId="{86BDC598-D020-4700-9084-1F189AF3AB23}"/>
          </ac:graphicFrameMkLst>
        </pc:graphicFrameChg>
        <pc:graphicFrameChg chg="add del mod">
          <ac:chgData name="Negar Hosseinimanesh" userId="792075530930629a" providerId="LiveId" clId="{481DE354-AC17-485C-ACD6-A78A1FB7DC51}" dt="2026-06-11T12:21:11.691" v="2646" actId="478"/>
          <ac:graphicFrameMkLst>
            <pc:docMk/>
            <pc:sldMk cId="0" sldId="262"/>
            <ac:graphicFrameMk id="5" creationId="{2E985E48-171D-4B35-A6C8-4BE27DCCFEC1}"/>
          </ac:graphicFrameMkLst>
        </pc:graphicFrameChg>
        <pc:graphicFrameChg chg="add del mod">
          <ac:chgData name="Negar Hosseinimanesh" userId="792075530930629a" providerId="LiveId" clId="{481DE354-AC17-485C-ACD6-A78A1FB7DC51}" dt="2026-06-11T12:21:10.284" v="2645" actId="478"/>
          <ac:graphicFrameMkLst>
            <pc:docMk/>
            <pc:sldMk cId="0" sldId="262"/>
            <ac:graphicFrameMk id="6" creationId="{EC439FD0-9A9B-4D20-A376-3027A9AA0897}"/>
          </ac:graphicFrameMkLst>
        </pc:graphicFrameChg>
        <pc:graphicFrameChg chg="add mod modGraphic">
          <ac:chgData name="Negar Hosseinimanesh" userId="792075530930629a" providerId="LiveId" clId="{481DE354-AC17-485C-ACD6-A78A1FB7DC51}" dt="2026-06-25T16:11:08.697" v="8803" actId="21"/>
          <ac:graphicFrameMkLst>
            <pc:docMk/>
            <pc:sldMk cId="0" sldId="262"/>
            <ac:graphicFrameMk id="7" creationId="{17B826C3-603A-492C-91D3-D945D86876B8}"/>
          </ac:graphicFrameMkLst>
        </pc:graphicFrameChg>
        <pc:picChg chg="add del">
          <ac:chgData name="Negar Hosseinimanesh" userId="792075530930629a" providerId="LiveId" clId="{481DE354-AC17-485C-ACD6-A78A1FB7DC51}" dt="2026-06-11T12:23:03.009" v="2671"/>
          <ac:picMkLst>
            <pc:docMk/>
            <pc:sldMk cId="0" sldId="262"/>
            <ac:picMk id="11" creationId="{A11818C9-72FE-4673-A7BC-0C0C14863E22}"/>
          </ac:picMkLst>
        </pc:picChg>
        <pc:picChg chg="add del mod">
          <ac:chgData name="Negar Hosseinimanesh" userId="792075530930629a" providerId="LiveId" clId="{481DE354-AC17-485C-ACD6-A78A1FB7DC51}" dt="2026-06-11T12:27:10.813" v="2736" actId="478"/>
          <ac:picMkLst>
            <pc:docMk/>
            <pc:sldMk cId="0" sldId="262"/>
            <ac:picMk id="12" creationId="{B2B658C1-0962-4776-AB38-15A9CD842026}"/>
          </ac:picMkLst>
        </pc:picChg>
        <pc:picChg chg="add mod ord">
          <ac:chgData name="Negar Hosseinimanesh" userId="792075530930629a" providerId="LiveId" clId="{481DE354-AC17-485C-ACD6-A78A1FB7DC51}" dt="2026-06-18T09:26:07.688" v="7588" actId="1076"/>
          <ac:picMkLst>
            <pc:docMk/>
            <pc:sldMk cId="0" sldId="262"/>
            <ac:picMk id="16" creationId="{2B4AAA86-E8AE-4275-9BB4-2102C2448619}"/>
          </ac:picMkLst>
        </pc:picChg>
        <pc:picChg chg="add del mod">
          <ac:chgData name="Negar Hosseinimanesh" userId="792075530930629a" providerId="LiveId" clId="{481DE354-AC17-485C-ACD6-A78A1FB7DC51}" dt="2026-06-11T12:24:03.655" v="2715" actId="478"/>
          <ac:picMkLst>
            <pc:docMk/>
            <pc:sldMk cId="0" sldId="262"/>
            <ac:picMk id="61" creationId="{14E4561F-A2BF-4E88-8C54-8B4FBB2F188E}"/>
          </ac:picMkLst>
        </pc:picChg>
        <pc:cxnChg chg="mod">
          <ac:chgData name="Negar Hosseinimanesh" userId="792075530930629a" providerId="LiveId" clId="{481DE354-AC17-485C-ACD6-A78A1FB7DC51}" dt="2026-06-18T09:24:52.584" v="7570" actId="1076"/>
          <ac:cxnSpMkLst>
            <pc:docMk/>
            <pc:sldMk cId="0" sldId="262"/>
            <ac:cxnSpMk id="626" creationId="{00000000-0000-0000-0000-000000000000}"/>
          </ac:cxnSpMkLst>
        </pc:cxnChg>
        <pc:cxnChg chg="mod">
          <ac:chgData name="Negar Hosseinimanesh" userId="792075530930629a" providerId="LiveId" clId="{481DE354-AC17-485C-ACD6-A78A1FB7DC51}" dt="2026-06-25T16:13:54.432" v="8830" actId="1076"/>
          <ac:cxnSpMkLst>
            <pc:docMk/>
            <pc:sldMk cId="0" sldId="262"/>
            <ac:cxnSpMk id="627" creationId="{00000000-0000-0000-0000-000000000000}"/>
          </ac:cxnSpMkLst>
        </pc:cxnChg>
        <pc:cxnChg chg="del mod">
          <ac:chgData name="Negar Hosseinimanesh" userId="792075530930629a" providerId="LiveId" clId="{481DE354-AC17-485C-ACD6-A78A1FB7DC51}" dt="2026-06-18T09:23:54.050" v="7558" actId="478"/>
          <ac:cxnSpMkLst>
            <pc:docMk/>
            <pc:sldMk cId="0" sldId="262"/>
            <ac:cxnSpMk id="628" creationId="{00000000-0000-0000-0000-000000000000}"/>
          </ac:cxnSpMkLst>
        </pc:cxnChg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3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4"/>
        </pc:sldMkLst>
      </pc:sldChg>
      <pc:sldChg chg="addSp delSp modSp del mod ord">
        <pc:chgData name="Negar Hosseinimanesh" userId="792075530930629a" providerId="LiveId" clId="{481DE354-AC17-485C-ACD6-A78A1FB7DC51}" dt="2026-07-24T08:48:19.705" v="8945" actId="47"/>
        <pc:sldMkLst>
          <pc:docMk/>
          <pc:sldMk cId="0" sldId="265"/>
        </pc:sldMkLst>
        <pc:spChg chg="add del">
          <ac:chgData name="Negar Hosseinimanesh" userId="792075530930629a" providerId="LiveId" clId="{481DE354-AC17-485C-ACD6-A78A1FB7DC51}" dt="2026-06-15T11:28:18.472" v="4606" actId="478"/>
          <ac:spMkLst>
            <pc:docMk/>
            <pc:sldMk cId="0" sldId="265"/>
            <ac:spMk id="2" creationId="{96EBB107-957B-4ABA-BE38-199F72B03955}"/>
          </ac:spMkLst>
        </pc:spChg>
        <pc:spChg chg="add del mod">
          <ac:chgData name="Negar Hosseinimanesh" userId="792075530930629a" providerId="LiveId" clId="{481DE354-AC17-485C-ACD6-A78A1FB7DC51}" dt="2026-06-15T11:46:09.662" v="4783" actId="478"/>
          <ac:spMkLst>
            <pc:docMk/>
            <pc:sldMk cId="0" sldId="265"/>
            <ac:spMk id="105" creationId="{4E3035E4-9F52-4C68-BD20-F672E707C591}"/>
          </ac:spMkLst>
        </pc:spChg>
        <pc:spChg chg="mod">
          <ac:chgData name="Negar Hosseinimanesh" userId="792075530930629a" providerId="LiveId" clId="{481DE354-AC17-485C-ACD6-A78A1FB7DC51}" dt="2026-06-15T11:30:57.176" v="4632" actId="207"/>
          <ac:spMkLst>
            <pc:docMk/>
            <pc:sldMk cId="0" sldId="265"/>
            <ac:spMk id="786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31:04.567" v="4634" actId="207"/>
          <ac:spMkLst>
            <pc:docMk/>
            <pc:sldMk cId="0" sldId="265"/>
            <ac:spMk id="787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27:06.793" v="4602" actId="207"/>
          <ac:spMkLst>
            <pc:docMk/>
            <pc:sldMk cId="0" sldId="265"/>
            <ac:spMk id="789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32:32.217" v="4649" actId="20577"/>
          <ac:spMkLst>
            <pc:docMk/>
            <pc:sldMk cId="0" sldId="265"/>
            <ac:spMk id="852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31:44.098" v="4642" actId="1076"/>
          <ac:spMkLst>
            <pc:docMk/>
            <pc:sldMk cId="0" sldId="265"/>
            <ac:spMk id="853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31:18.122" v="4638" actId="207"/>
          <ac:spMkLst>
            <pc:docMk/>
            <pc:sldMk cId="0" sldId="265"/>
            <ac:spMk id="854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31:10.783" v="4635" actId="207"/>
          <ac:spMkLst>
            <pc:docMk/>
            <pc:sldMk cId="0" sldId="265"/>
            <ac:spMk id="855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45:29.905" v="4782" actId="1076"/>
          <ac:spMkLst>
            <pc:docMk/>
            <pc:sldMk cId="0" sldId="265"/>
            <ac:spMk id="859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45:10.705" v="4779" actId="313"/>
          <ac:spMkLst>
            <pc:docMk/>
            <pc:sldMk cId="0" sldId="265"/>
            <ac:spMk id="861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5T11:29:58.864" v="4624" actId="14100"/>
          <ac:spMkLst>
            <pc:docMk/>
            <pc:sldMk cId="0" sldId="265"/>
            <ac:spMk id="864" creationId="{00000000-0000-0000-0000-000000000000}"/>
          </ac:spMkLst>
        </pc:spChg>
        <pc:spChg chg="topLvl">
          <ac:chgData name="Negar Hosseinimanesh" userId="792075530930629a" providerId="LiveId" clId="{481DE354-AC17-485C-ACD6-A78A1FB7DC51}" dt="2026-06-15T11:30:16.453" v="4625" actId="478"/>
          <ac:spMkLst>
            <pc:docMk/>
            <pc:sldMk cId="0" sldId="265"/>
            <ac:spMk id="874" creationId="{00000000-0000-0000-0000-000000000000}"/>
          </ac:spMkLst>
        </pc:spChg>
        <pc:spChg chg="del topLvl">
          <ac:chgData name="Negar Hosseinimanesh" userId="792075530930629a" providerId="LiveId" clId="{481DE354-AC17-485C-ACD6-A78A1FB7DC51}" dt="2026-06-15T11:30:16.453" v="4625" actId="478"/>
          <ac:spMkLst>
            <pc:docMk/>
            <pc:sldMk cId="0" sldId="265"/>
            <ac:spMk id="875" creationId="{00000000-0000-0000-0000-000000000000}"/>
          </ac:spMkLst>
        </pc:spChg>
        <pc:spChg chg="topLvl">
          <ac:chgData name="Negar Hosseinimanesh" userId="792075530930629a" providerId="LiveId" clId="{481DE354-AC17-485C-ACD6-A78A1FB7DC51}" dt="2026-06-15T11:30:18.482" v="4626" actId="478"/>
          <ac:spMkLst>
            <pc:docMk/>
            <pc:sldMk cId="0" sldId="265"/>
            <ac:spMk id="877" creationId="{00000000-0000-0000-0000-000000000000}"/>
          </ac:spMkLst>
        </pc:spChg>
        <pc:spChg chg="del topLvl">
          <ac:chgData name="Negar Hosseinimanesh" userId="792075530930629a" providerId="LiveId" clId="{481DE354-AC17-485C-ACD6-A78A1FB7DC51}" dt="2026-06-15T11:30:18.482" v="4626" actId="478"/>
          <ac:spMkLst>
            <pc:docMk/>
            <pc:sldMk cId="0" sldId="265"/>
            <ac:spMk id="878" creationId="{00000000-0000-0000-0000-000000000000}"/>
          </ac:spMkLst>
        </pc:spChg>
        <pc:grpChg chg="del">
          <ac:chgData name="Negar Hosseinimanesh" userId="792075530930629a" providerId="LiveId" clId="{481DE354-AC17-485C-ACD6-A78A1FB7DC51}" dt="2026-06-15T11:30:16.453" v="4625" actId="478"/>
          <ac:grpSpMkLst>
            <pc:docMk/>
            <pc:sldMk cId="0" sldId="265"/>
            <ac:grpSpMk id="873" creationId="{00000000-0000-0000-0000-000000000000}"/>
          </ac:grpSpMkLst>
        </pc:grpChg>
        <pc:grpChg chg="del">
          <ac:chgData name="Negar Hosseinimanesh" userId="792075530930629a" providerId="LiveId" clId="{481DE354-AC17-485C-ACD6-A78A1FB7DC51}" dt="2026-06-15T11:30:18.482" v="4626" actId="478"/>
          <ac:grpSpMkLst>
            <pc:docMk/>
            <pc:sldMk cId="0" sldId="265"/>
            <ac:grpSpMk id="876" creationId="{00000000-0000-0000-0000-000000000000}"/>
          </ac:grpSpMkLst>
        </pc:grpChg>
        <pc:cxnChg chg="mod">
          <ac:chgData name="Negar Hosseinimanesh" userId="792075530930629a" providerId="LiveId" clId="{481DE354-AC17-485C-ACD6-A78A1FB7DC51}" dt="2026-06-15T11:31:44.098" v="4642" actId="1076"/>
          <ac:cxnSpMkLst>
            <pc:docMk/>
            <pc:sldMk cId="0" sldId="265"/>
            <ac:cxnSpMk id="856" creationId="{00000000-0000-0000-0000-000000000000}"/>
          </ac:cxnSpMkLst>
        </pc:cxnChg>
        <pc:cxnChg chg="mod">
          <ac:chgData name="Negar Hosseinimanesh" userId="792075530930629a" providerId="LiveId" clId="{481DE354-AC17-485C-ACD6-A78A1FB7DC51}" dt="2026-06-15T11:31:44.098" v="4642" actId="1076"/>
          <ac:cxnSpMkLst>
            <pc:docMk/>
            <pc:sldMk cId="0" sldId="265"/>
            <ac:cxnSpMk id="857" creationId="{00000000-0000-0000-0000-000000000000}"/>
          </ac:cxnSpMkLst>
        </pc:cxnChg>
        <pc:cxnChg chg="mod">
          <ac:chgData name="Negar Hosseinimanesh" userId="792075530930629a" providerId="LiveId" clId="{481DE354-AC17-485C-ACD6-A78A1FB7DC51}" dt="2026-06-15T11:45:29.905" v="4782" actId="1076"/>
          <ac:cxnSpMkLst>
            <pc:docMk/>
            <pc:sldMk cId="0" sldId="265"/>
            <ac:cxnSpMk id="858" creationId="{00000000-0000-0000-0000-000000000000}"/>
          </ac:cxnSpMkLst>
        </pc:cxnChg>
        <pc:cxnChg chg="mod">
          <ac:chgData name="Negar Hosseinimanesh" userId="792075530930629a" providerId="LiveId" clId="{481DE354-AC17-485C-ACD6-A78A1FB7DC51}" dt="2026-06-15T11:28:55.598" v="4613" actId="1076"/>
          <ac:cxnSpMkLst>
            <pc:docMk/>
            <pc:sldMk cId="0" sldId="265"/>
            <ac:cxnSpMk id="860" creationId="{00000000-0000-0000-0000-000000000000}"/>
          </ac:cxnSpMkLst>
        </pc:cxnChg>
        <pc:cxnChg chg="mod">
          <ac:chgData name="Negar Hosseinimanesh" userId="792075530930629a" providerId="LiveId" clId="{481DE354-AC17-485C-ACD6-A78A1FB7DC51}" dt="2026-06-15T11:31:44.098" v="4642" actId="1076"/>
          <ac:cxnSpMkLst>
            <pc:docMk/>
            <pc:sldMk cId="0" sldId="265"/>
            <ac:cxnSpMk id="865" creationId="{00000000-0000-0000-0000-000000000000}"/>
          </ac:cxnSpMkLst>
        </pc:cxnChg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6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7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8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69"/>
        </pc:sldMkLst>
      </pc:sldChg>
      <pc:sldChg chg="addSp delSp modSp mod ord">
        <pc:chgData name="Negar Hosseinimanesh" userId="792075530930629a" providerId="LiveId" clId="{481DE354-AC17-485C-ACD6-A78A1FB7DC51}" dt="2026-06-25T16:52:53.246" v="8944" actId="1035"/>
        <pc:sldMkLst>
          <pc:docMk/>
          <pc:sldMk cId="0" sldId="270"/>
        </pc:sldMkLst>
        <pc:spChg chg="add del mod">
          <ac:chgData name="Negar Hosseinimanesh" userId="792075530930629a" providerId="LiveId" clId="{481DE354-AC17-485C-ACD6-A78A1FB7DC51}" dt="2026-06-17T10:42:41.154" v="6793"/>
          <ac:spMkLst>
            <pc:docMk/>
            <pc:sldMk cId="0" sldId="270"/>
            <ac:spMk id="7" creationId="{279A8C73-93E9-4378-B93F-A50102B1FD90}"/>
          </ac:spMkLst>
        </pc:spChg>
        <pc:spChg chg="add del mod">
          <ac:chgData name="Negar Hosseinimanesh" userId="792075530930629a" providerId="LiveId" clId="{481DE354-AC17-485C-ACD6-A78A1FB7DC51}" dt="2026-06-18T09:44:23.032" v="7828" actId="478"/>
          <ac:spMkLst>
            <pc:docMk/>
            <pc:sldMk cId="0" sldId="270"/>
            <ac:spMk id="8" creationId="{D36A2474-FCF3-40C4-9B87-EE61E62697D3}"/>
          </ac:spMkLst>
        </pc:spChg>
        <pc:spChg chg="add del mod">
          <ac:chgData name="Negar Hosseinimanesh" userId="792075530930629a" providerId="LiveId" clId="{481DE354-AC17-485C-ACD6-A78A1FB7DC51}" dt="2026-06-17T10:45:26.450" v="6910" actId="478"/>
          <ac:spMkLst>
            <pc:docMk/>
            <pc:sldMk cId="0" sldId="270"/>
            <ac:spMk id="9" creationId="{5E33D16B-901F-4708-BF24-94F0109F36A4}"/>
          </ac:spMkLst>
        </pc:spChg>
        <pc:spChg chg="add mod">
          <ac:chgData name="Negar Hosseinimanesh" userId="792075530930629a" providerId="LiveId" clId="{481DE354-AC17-485C-ACD6-A78A1FB7DC51}" dt="2026-06-18T09:30:44.972" v="7634"/>
          <ac:spMkLst>
            <pc:docMk/>
            <pc:sldMk cId="0" sldId="270"/>
            <ac:spMk id="84" creationId="{A144ABC7-BF49-4A35-B085-1ED9E44D9F55}"/>
          </ac:spMkLst>
        </pc:spChg>
        <pc:spChg chg="add mod">
          <ac:chgData name="Negar Hosseinimanesh" userId="792075530930629a" providerId="LiveId" clId="{481DE354-AC17-485C-ACD6-A78A1FB7DC51}" dt="2026-06-18T09:44:24.190" v="7829"/>
          <ac:spMkLst>
            <pc:docMk/>
            <pc:sldMk cId="0" sldId="270"/>
            <ac:spMk id="85" creationId="{0A577E70-0182-4C9E-AB24-20E203292B42}"/>
          </ac:spMkLst>
        </pc:spChg>
        <pc:spChg chg="add del mod">
          <ac:chgData name="Negar Hosseinimanesh" userId="792075530930629a" providerId="LiveId" clId="{481DE354-AC17-485C-ACD6-A78A1FB7DC51}" dt="2026-06-18T09:44:22.296" v="7827" actId="478"/>
          <ac:spMkLst>
            <pc:docMk/>
            <pc:sldMk cId="0" sldId="270"/>
            <ac:spMk id="87" creationId="{38BF60C1-0CAB-47FB-9E77-85BBB8EF03AB}"/>
          </ac:spMkLst>
        </pc:spChg>
        <pc:spChg chg="add del mod">
          <ac:chgData name="Negar Hosseinimanesh" userId="792075530930629a" providerId="LiveId" clId="{481DE354-AC17-485C-ACD6-A78A1FB7DC51}" dt="2026-06-18T09:30:44.690" v="7633" actId="478"/>
          <ac:spMkLst>
            <pc:docMk/>
            <pc:sldMk cId="0" sldId="270"/>
            <ac:spMk id="88" creationId="{2A6776FD-A495-441B-8939-6844090B033E}"/>
          </ac:spMkLst>
        </pc:spChg>
        <pc:spChg chg="mod">
          <ac:chgData name="Negar Hosseinimanesh" userId="792075530930629a" providerId="LiveId" clId="{481DE354-AC17-485C-ACD6-A78A1FB7DC51}" dt="2026-06-18T09:33:43.632" v="7743" actId="20577"/>
          <ac:spMkLst>
            <pc:docMk/>
            <pc:sldMk cId="0" sldId="270"/>
            <ac:spMk id="1184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2T10:19:35.225" v="3083" actId="207"/>
          <ac:spMkLst>
            <pc:docMk/>
            <pc:sldMk cId="0" sldId="270"/>
            <ac:spMk id="1200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2T10:19:11.822" v="3081" actId="207"/>
          <ac:spMkLst>
            <pc:docMk/>
            <pc:sldMk cId="0" sldId="270"/>
            <ac:spMk id="1202" creationId="{00000000-0000-0000-0000-000000000000}"/>
          </ac:spMkLst>
        </pc:spChg>
        <pc:grpChg chg="mod ord">
          <ac:chgData name="Negar Hosseinimanesh" userId="792075530930629a" providerId="LiveId" clId="{481DE354-AC17-485C-ACD6-A78A1FB7DC51}" dt="2026-06-17T10:42:11.768" v="6784" actId="1076"/>
          <ac:grpSpMkLst>
            <pc:docMk/>
            <pc:sldMk cId="0" sldId="270"/>
            <ac:grpSpMk id="1186" creationId="{00000000-0000-0000-0000-000000000000}"/>
          </ac:grpSpMkLst>
        </pc:grpChg>
        <pc:graphicFrameChg chg="add del mod modGraphic">
          <ac:chgData name="Negar Hosseinimanesh" userId="792075530930629a" providerId="LiveId" clId="{481DE354-AC17-485C-ACD6-A78A1FB7DC51}" dt="2026-06-11T10:47:15.246" v="284" actId="478"/>
          <ac:graphicFrameMkLst>
            <pc:docMk/>
            <pc:sldMk cId="0" sldId="270"/>
            <ac:graphicFrameMk id="2" creationId="{9A7A4F3B-B7F2-43D7-830C-FEB5CB03DD7F}"/>
          </ac:graphicFrameMkLst>
        </pc:graphicFrameChg>
        <pc:graphicFrameChg chg="add mod modGraphic">
          <ac:chgData name="Negar Hosseinimanesh" userId="792075530930629a" providerId="LiveId" clId="{481DE354-AC17-485C-ACD6-A78A1FB7DC51}" dt="2026-06-17T10:42:11.768" v="6784" actId="1076"/>
          <ac:graphicFrameMkLst>
            <pc:docMk/>
            <pc:sldMk cId="0" sldId="270"/>
            <ac:graphicFrameMk id="77" creationId="{6F9B89CF-448C-4B21-A24D-8FFB26A6515A}"/>
          </ac:graphicFrameMkLst>
        </pc:graphicFrameChg>
        <pc:graphicFrameChg chg="add mod modGraphic">
          <ac:chgData name="Negar Hosseinimanesh" userId="792075530930629a" providerId="LiveId" clId="{481DE354-AC17-485C-ACD6-A78A1FB7DC51}" dt="2026-06-17T10:42:11.768" v="6784" actId="1076"/>
          <ac:graphicFrameMkLst>
            <pc:docMk/>
            <pc:sldMk cId="0" sldId="270"/>
            <ac:graphicFrameMk id="78" creationId="{31B5CF18-ACC0-4133-AEE3-704D03D59E32}"/>
          </ac:graphicFrameMkLst>
        </pc:graphicFrameChg>
        <pc:graphicFrameChg chg="add mod modGraphic">
          <ac:chgData name="Negar Hosseinimanesh" userId="792075530930629a" providerId="LiveId" clId="{481DE354-AC17-485C-ACD6-A78A1FB7DC51}" dt="2026-06-25T16:52:53.246" v="8944" actId="1035"/>
          <ac:graphicFrameMkLst>
            <pc:docMk/>
            <pc:sldMk cId="0" sldId="270"/>
            <ac:graphicFrameMk id="79" creationId="{986B6874-4BD7-4808-8BCB-32EA0E89E28A}"/>
          </ac:graphicFrameMkLst>
        </pc:graphicFrameChg>
        <pc:graphicFrameChg chg="add mod ord modGraphic">
          <ac:chgData name="Negar Hosseinimanesh" userId="792075530930629a" providerId="LiveId" clId="{481DE354-AC17-485C-ACD6-A78A1FB7DC51}" dt="2026-06-25T16:52:41.394" v="8940" actId="20577"/>
          <ac:graphicFrameMkLst>
            <pc:docMk/>
            <pc:sldMk cId="0" sldId="270"/>
            <ac:graphicFrameMk id="80" creationId="{BB217A5C-E7E8-4680-BCFA-55488A4AED2D}"/>
          </ac:graphicFrameMkLst>
        </pc:graphicFrameChg>
        <pc:graphicFrameChg chg="mod modGraphic">
          <ac:chgData name="Negar Hosseinimanesh" userId="792075530930629a" providerId="LiveId" clId="{481DE354-AC17-485C-ACD6-A78A1FB7DC51}" dt="2026-06-25T16:52:03.488" v="8929" actId="20577"/>
          <ac:graphicFrameMkLst>
            <pc:docMk/>
            <pc:sldMk cId="0" sldId="270"/>
            <ac:graphicFrameMk id="1185" creationId="{00000000-0000-0000-0000-000000000000}"/>
          </ac:graphicFrameMkLst>
        </pc:graphicFrameChg>
        <pc:cxnChg chg="add del mod">
          <ac:chgData name="Negar Hosseinimanesh" userId="792075530930629a" providerId="LiveId" clId="{481DE354-AC17-485C-ACD6-A78A1FB7DC51}" dt="2026-06-17T10:42:31.214" v="6789" actId="478"/>
          <ac:cxnSpMkLst>
            <pc:docMk/>
            <pc:sldMk cId="0" sldId="270"/>
            <ac:cxnSpMk id="3" creationId="{01798DA9-382C-48B5-880F-B98BC1A4117B}"/>
          </ac:cxnSpMkLst>
        </pc:cxnChg>
        <pc:cxnChg chg="add mod">
          <ac:chgData name="Negar Hosseinimanesh" userId="792075530930629a" providerId="LiveId" clId="{481DE354-AC17-485C-ACD6-A78A1FB7DC51}" dt="2026-06-17T10:42:11.768" v="6784" actId="1076"/>
          <ac:cxnSpMkLst>
            <pc:docMk/>
            <pc:sldMk cId="0" sldId="270"/>
            <ac:cxnSpMk id="4" creationId="{ADC906B0-CC81-4C56-8614-0D7CDE03D036}"/>
          </ac:cxnSpMkLst>
        </pc:cxnChg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1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2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3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4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5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6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7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78"/>
        </pc:sldMkLst>
      </pc:sldChg>
      <pc:sldChg chg="addSp delSp modSp mod ord">
        <pc:chgData name="Negar Hosseinimanesh" userId="792075530930629a" providerId="LiveId" clId="{481DE354-AC17-485C-ACD6-A78A1FB7DC51}" dt="2026-06-18T09:45:28.997" v="7866"/>
        <pc:sldMkLst>
          <pc:docMk/>
          <pc:sldMk cId="0" sldId="279"/>
        </pc:sldMkLst>
        <pc:spChg chg="add mod">
          <ac:chgData name="Negar Hosseinimanesh" userId="792075530930629a" providerId="LiveId" clId="{481DE354-AC17-485C-ACD6-A78A1FB7DC51}" dt="2026-06-18T09:32:47.931" v="7709" actId="20577"/>
          <ac:spMkLst>
            <pc:docMk/>
            <pc:sldMk cId="0" sldId="279"/>
            <ac:spMk id="74" creationId="{47787166-558C-43A1-B536-58CF10555E85}"/>
          </ac:spMkLst>
        </pc:spChg>
        <pc:spChg chg="add mod">
          <ac:chgData name="Negar Hosseinimanesh" userId="792075530930629a" providerId="LiveId" clId="{481DE354-AC17-485C-ACD6-A78A1FB7DC51}" dt="2026-06-18T09:45:28.997" v="7866"/>
          <ac:spMkLst>
            <pc:docMk/>
            <pc:sldMk cId="0" sldId="279"/>
            <ac:spMk id="75" creationId="{6EE50E24-B69C-416B-A620-DA4636A1A2EE}"/>
          </ac:spMkLst>
        </pc:spChg>
        <pc:spChg chg="add del mod">
          <ac:chgData name="Negar Hosseinimanesh" userId="792075530930629a" providerId="LiveId" clId="{481DE354-AC17-485C-ACD6-A78A1FB7DC51}" dt="2026-06-18T09:45:27.986" v="7865" actId="478"/>
          <ac:spMkLst>
            <pc:docMk/>
            <pc:sldMk cId="0" sldId="279"/>
            <ac:spMk id="81" creationId="{9B24F17B-FEA6-4371-BCC9-ACECEDBDF95A}"/>
          </ac:spMkLst>
        </pc:spChg>
        <pc:spChg chg="add del mod">
          <ac:chgData name="Negar Hosseinimanesh" userId="792075530930629a" providerId="LiveId" clId="{481DE354-AC17-485C-ACD6-A78A1FB7DC51}" dt="2026-06-18T09:45:26.456" v="7864" actId="478"/>
          <ac:spMkLst>
            <pc:docMk/>
            <pc:sldMk cId="0" sldId="279"/>
            <ac:spMk id="82" creationId="{C0C2E645-0E78-45F7-93B1-F865F8B1CDD6}"/>
          </ac:spMkLst>
        </pc:spChg>
        <pc:spChg chg="add del mod">
          <ac:chgData name="Negar Hosseinimanesh" userId="792075530930629a" providerId="LiveId" clId="{481DE354-AC17-485C-ACD6-A78A1FB7DC51}" dt="2026-06-18T09:32:45.338" v="7707" actId="478"/>
          <ac:spMkLst>
            <pc:docMk/>
            <pc:sldMk cId="0" sldId="279"/>
            <ac:spMk id="83" creationId="{F029A0A7-AAF9-421F-B291-6F550841352A}"/>
          </ac:spMkLst>
        </pc:spChg>
        <pc:spChg chg="mod">
          <ac:chgData name="Negar Hosseinimanesh" userId="792075530930629a" providerId="LiveId" clId="{481DE354-AC17-485C-ACD6-A78A1FB7DC51}" dt="2026-06-17T12:31:57.961" v="7549" actId="20577"/>
          <ac:spMkLst>
            <pc:docMk/>
            <pc:sldMk cId="0" sldId="279"/>
            <ac:spMk id="86" creationId="{1C5FB718-6D2B-4123-A676-9C05058FC0F5}"/>
          </ac:spMkLst>
        </pc:spChg>
        <pc:spChg chg="mod">
          <ac:chgData name="Negar Hosseinimanesh" userId="792075530930629a" providerId="LiveId" clId="{481DE354-AC17-485C-ACD6-A78A1FB7DC51}" dt="2026-06-17T12:31:24.437" v="7540" actId="20577"/>
          <ac:spMkLst>
            <pc:docMk/>
            <pc:sldMk cId="0" sldId="279"/>
            <ac:spMk id="87" creationId="{66ADF58E-6432-4BC6-8099-5461D66C565B}"/>
          </ac:spMkLst>
        </pc:spChg>
        <pc:spChg chg="mod">
          <ac:chgData name="Negar Hosseinimanesh" userId="792075530930629a" providerId="LiveId" clId="{481DE354-AC17-485C-ACD6-A78A1FB7DC51}" dt="2026-06-18T09:29:01" v="7620" actId="20577"/>
          <ac:spMkLst>
            <pc:docMk/>
            <pc:sldMk cId="0" sldId="279"/>
            <ac:spMk id="88" creationId="{7F2620E1-B5CE-4E46-BAA9-A10F6E5C4E91}"/>
          </ac:spMkLst>
        </pc:spChg>
        <pc:spChg chg="mod">
          <ac:chgData name="Negar Hosseinimanesh" userId="792075530930629a" providerId="LiveId" clId="{481DE354-AC17-485C-ACD6-A78A1FB7DC51}" dt="2026-06-17T12:32:20.177" v="7552" actId="20577"/>
          <ac:spMkLst>
            <pc:docMk/>
            <pc:sldMk cId="0" sldId="279"/>
            <ac:spMk id="1921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5:19.179" v="7501" actId="207"/>
          <ac:spMkLst>
            <pc:docMk/>
            <pc:sldMk cId="0" sldId="279"/>
            <ac:spMk id="1923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5:26.339" v="7503" actId="207"/>
          <ac:spMkLst>
            <pc:docMk/>
            <pc:sldMk cId="0" sldId="279"/>
            <ac:spMk id="1951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5:19.179" v="7501" actId="207"/>
          <ac:spMkLst>
            <pc:docMk/>
            <pc:sldMk cId="0" sldId="279"/>
            <ac:spMk id="1952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5:26.339" v="7503" actId="207"/>
          <ac:spMkLst>
            <pc:docMk/>
            <pc:sldMk cId="0" sldId="279"/>
            <ac:spMk id="1954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4:51.474" v="7499" actId="207"/>
          <ac:spMkLst>
            <pc:docMk/>
            <pc:sldMk cId="0" sldId="279"/>
            <ac:spMk id="1955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4:51.474" v="7499" actId="207"/>
          <ac:spMkLst>
            <pc:docMk/>
            <pc:sldMk cId="0" sldId="279"/>
            <ac:spMk id="1966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4:51.474" v="7499" actId="207"/>
          <ac:spMkLst>
            <pc:docMk/>
            <pc:sldMk cId="0" sldId="279"/>
            <ac:spMk id="1968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5:49.259" v="7506" actId="207"/>
          <ac:spMkLst>
            <pc:docMk/>
            <pc:sldMk cId="0" sldId="279"/>
            <ac:spMk id="1970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29:30.060" v="7514" actId="14100"/>
          <ac:spMkLst>
            <pc:docMk/>
            <pc:sldMk cId="0" sldId="279"/>
            <ac:spMk id="1972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8:23.731" v="7617" actId="1076"/>
          <ac:spMkLst>
            <pc:docMk/>
            <pc:sldMk cId="0" sldId="279"/>
            <ac:spMk id="1973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6:57.695" v="7594" actId="108"/>
          <ac:spMkLst>
            <pc:docMk/>
            <pc:sldMk cId="0" sldId="279"/>
            <ac:spMk id="1981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8:35.726" v="7618" actId="20577"/>
          <ac:spMkLst>
            <pc:docMk/>
            <pc:sldMk cId="0" sldId="279"/>
            <ac:spMk id="1982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7:39.912" v="7604" actId="207"/>
          <ac:spMkLst>
            <pc:docMk/>
            <pc:sldMk cId="0" sldId="279"/>
            <ac:spMk id="1983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2:30:58.686" v="7534"/>
          <ac:spMkLst>
            <pc:docMk/>
            <pc:sldMk cId="0" sldId="279"/>
            <ac:spMk id="1986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8:49.808" v="7619" actId="20577"/>
          <ac:spMkLst>
            <pc:docMk/>
            <pc:sldMk cId="0" sldId="279"/>
            <ac:spMk id="1987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7:39.361" v="7603" actId="207"/>
          <ac:spMkLst>
            <pc:docMk/>
            <pc:sldMk cId="0" sldId="279"/>
            <ac:spMk id="1988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8T09:27:34.341" v="7600" actId="1076"/>
          <ac:spMkLst>
            <pc:docMk/>
            <pc:sldMk cId="0" sldId="279"/>
            <ac:spMk id="1999" creationId="{00000000-0000-0000-0000-000000000000}"/>
          </ac:spMkLst>
        </pc:spChg>
        <pc:grpChg chg="add mod">
          <ac:chgData name="Negar Hosseinimanesh" userId="792075530930629a" providerId="LiveId" clId="{481DE354-AC17-485C-ACD6-A78A1FB7DC51}" dt="2026-06-18T09:27:34.341" v="7600" actId="1076"/>
          <ac:grpSpMkLst>
            <pc:docMk/>
            <pc:sldMk cId="0" sldId="279"/>
            <ac:grpSpMk id="84" creationId="{460958B8-C6F3-49E9-8104-E909E7C1CDA7}"/>
          </ac:grpSpMkLst>
        </pc:grpChg>
        <pc:grpChg chg="mod">
          <ac:chgData name="Negar Hosseinimanesh" userId="792075530930629a" providerId="LiveId" clId="{481DE354-AC17-485C-ACD6-A78A1FB7DC51}" dt="2026-06-17T12:30:48.324" v="7532"/>
          <ac:grpSpMkLst>
            <pc:docMk/>
            <pc:sldMk cId="0" sldId="279"/>
            <ac:grpSpMk id="85" creationId="{2812C4A5-B7DD-4653-AE6D-1BECFD796C38}"/>
          </ac:grpSpMkLst>
        </pc:grpChg>
        <pc:grpChg chg="mod">
          <ac:chgData name="Negar Hosseinimanesh" userId="792075530930629a" providerId="LiveId" clId="{481DE354-AC17-485C-ACD6-A78A1FB7DC51}" dt="2026-06-17T12:24:30.402" v="7497" actId="1076"/>
          <ac:grpSpMkLst>
            <pc:docMk/>
            <pc:sldMk cId="0" sldId="279"/>
            <ac:grpSpMk id="1922" creationId="{00000000-0000-0000-0000-000000000000}"/>
          </ac:grpSpMkLst>
        </pc:grpChg>
        <pc:grpChg chg="add del mod">
          <ac:chgData name="Negar Hosseinimanesh" userId="792075530930629a" providerId="LiveId" clId="{481DE354-AC17-485C-ACD6-A78A1FB7DC51}" dt="2026-06-18T09:27:36.455" v="7601" actId="478"/>
          <ac:grpSpMkLst>
            <pc:docMk/>
            <pc:sldMk cId="0" sldId="279"/>
            <ac:grpSpMk id="1969" creationId="{00000000-0000-0000-0000-000000000000}"/>
          </ac:grpSpMkLst>
        </pc:grpChg>
        <pc:grpChg chg="del">
          <ac:chgData name="Negar Hosseinimanesh" userId="792075530930629a" providerId="LiveId" clId="{481DE354-AC17-485C-ACD6-A78A1FB7DC51}" dt="2026-06-17T12:23:58.258" v="7491" actId="478"/>
          <ac:grpSpMkLst>
            <pc:docMk/>
            <pc:sldMk cId="0" sldId="279"/>
            <ac:grpSpMk id="1974" creationId="{00000000-0000-0000-0000-000000000000}"/>
          </ac:grpSpMkLst>
        </pc:grpChg>
        <pc:grpChg chg="mod">
          <ac:chgData name="Negar Hosseinimanesh" userId="792075530930629a" providerId="LiveId" clId="{481DE354-AC17-485C-ACD6-A78A1FB7DC51}" dt="2026-06-18T09:27:34.341" v="7600" actId="1076"/>
          <ac:grpSpMkLst>
            <pc:docMk/>
            <pc:sldMk cId="0" sldId="279"/>
            <ac:grpSpMk id="1979" creationId="{00000000-0000-0000-0000-000000000000}"/>
          </ac:grpSpMkLst>
        </pc:grpChg>
        <pc:grpChg chg="mod">
          <ac:chgData name="Negar Hosseinimanesh" userId="792075530930629a" providerId="LiveId" clId="{481DE354-AC17-485C-ACD6-A78A1FB7DC51}" dt="2026-06-18T09:27:34.341" v="7600" actId="1076"/>
          <ac:grpSpMkLst>
            <pc:docMk/>
            <pc:sldMk cId="0" sldId="279"/>
            <ac:grpSpMk id="1984" creationId="{00000000-0000-0000-0000-000000000000}"/>
          </ac:grpSpMkLst>
        </pc:grpChg>
        <pc:grpChg chg="del">
          <ac:chgData name="Negar Hosseinimanesh" userId="792075530930629a" providerId="LiveId" clId="{481DE354-AC17-485C-ACD6-A78A1FB7DC51}" dt="2026-06-17T12:23:58.258" v="7491" actId="478"/>
          <ac:grpSpMkLst>
            <pc:docMk/>
            <pc:sldMk cId="0" sldId="279"/>
            <ac:grpSpMk id="1989" creationId="{00000000-0000-0000-0000-000000000000}"/>
          </ac:grpSpMkLst>
        </pc:grpChg>
        <pc:grpChg chg="del">
          <ac:chgData name="Negar Hosseinimanesh" userId="792075530930629a" providerId="LiveId" clId="{481DE354-AC17-485C-ACD6-A78A1FB7DC51}" dt="2026-06-17T12:23:58.258" v="7491" actId="478"/>
          <ac:grpSpMkLst>
            <pc:docMk/>
            <pc:sldMk cId="0" sldId="279"/>
            <ac:grpSpMk id="1994" creationId="{00000000-0000-0000-0000-000000000000}"/>
          </ac:grpSpMkLst>
        </pc:grpChg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0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1"/>
        </pc:sldMkLst>
      </pc:sldChg>
      <pc:sldChg chg="modSp del mod">
        <pc:chgData name="Negar Hosseinimanesh" userId="792075530930629a" providerId="LiveId" clId="{481DE354-AC17-485C-ACD6-A78A1FB7DC51}" dt="2026-07-24T08:48:19.705" v="8945" actId="47"/>
        <pc:sldMkLst>
          <pc:docMk/>
          <pc:sldMk cId="0" sldId="282"/>
        </pc:sldMkLst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39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40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41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44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45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46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49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50" creationId="{00000000-0000-0000-0000-000000000000}"/>
          </ac:spMkLst>
        </pc:spChg>
        <pc:spChg chg="mod">
          <ac:chgData name="Negar Hosseinimanesh" userId="792075530930629a" providerId="LiveId" clId="{481DE354-AC17-485C-ACD6-A78A1FB7DC51}" dt="2026-06-17T11:43:32.122" v="7290" actId="948"/>
          <ac:spMkLst>
            <pc:docMk/>
            <pc:sldMk cId="0" sldId="282"/>
            <ac:spMk id="2151" creationId="{00000000-0000-0000-0000-000000000000}"/>
          </ac:spMkLst>
        </pc:spChg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3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4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5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6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7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8"/>
        </pc:sldMkLst>
      </pc:sldChg>
      <pc:sldChg chg="del">
        <pc:chgData name="Negar Hosseinimanesh" userId="792075530930629a" providerId="LiveId" clId="{481DE354-AC17-485C-ACD6-A78A1FB7DC51}" dt="2026-07-24T08:48:19.705" v="8945" actId="47"/>
        <pc:sldMkLst>
          <pc:docMk/>
          <pc:sldMk cId="0" sldId="289"/>
        </pc:sldMkLst>
      </pc:sldChg>
      <pc:sldChg chg="addSp modSp del modNotes">
        <pc:chgData name="Negar Hosseinimanesh" userId="792075530930629a" providerId="LiveId" clId="{481DE354-AC17-485C-ACD6-A78A1FB7DC51}" dt="2026-07-24T08:48:19.705" v="8945" actId="47"/>
        <pc:sldMkLst>
          <pc:docMk/>
          <pc:sldMk cId="0" sldId="290"/>
        </pc:sldMkLst>
        <pc:spChg chg="add mod">
          <ac:chgData name="Negar Hosseinimanesh" userId="792075530930629a" providerId="LiveId" clId="{481DE354-AC17-485C-ACD6-A78A1FB7DC51}" dt="2026-06-18T09:31:14.755" v="7646"/>
          <ac:spMkLst>
            <pc:docMk/>
            <pc:sldMk cId="0" sldId="290"/>
            <ac:spMk id="46" creationId="{58E1B85F-F6B4-4E0F-AFD7-82B5E8768A9B}"/>
          </ac:spMkLst>
        </pc:spChg>
      </pc:sldChg>
      <pc:sldChg chg="addSp delSp modSp new mod">
        <pc:chgData name="Negar Hosseinimanesh" userId="792075530930629a" providerId="LiveId" clId="{481DE354-AC17-485C-ACD6-A78A1FB7DC51}" dt="2026-06-25T12:08:14.558" v="8626" actId="20577"/>
        <pc:sldMkLst>
          <pc:docMk/>
          <pc:sldMk cId="4226938053" sldId="291"/>
        </pc:sldMkLst>
        <pc:spChg chg="del">
          <ac:chgData name="Negar Hosseinimanesh" userId="792075530930629a" providerId="LiveId" clId="{481DE354-AC17-485C-ACD6-A78A1FB7DC51}" dt="2026-06-11T08:38:50.462" v="15" actId="478"/>
          <ac:spMkLst>
            <pc:docMk/>
            <pc:sldMk cId="4226938053" sldId="291"/>
            <ac:spMk id="2" creationId="{55F7F246-6BCB-48EB-931A-237FF63EBA14}"/>
          </ac:spMkLst>
        </pc:spChg>
        <pc:spChg chg="add mod">
          <ac:chgData name="Negar Hosseinimanesh" userId="792075530930629a" providerId="LiveId" clId="{481DE354-AC17-485C-ACD6-A78A1FB7DC51}" dt="2026-06-25T12:07:55.469" v="8610" actId="20577"/>
          <ac:spMkLst>
            <pc:docMk/>
            <pc:sldMk cId="4226938053" sldId="291"/>
            <ac:spMk id="2" creationId="{EDDF9624-2CC7-48D8-BEF8-3248B010B33A}"/>
          </ac:spMkLst>
        </pc:spChg>
        <pc:spChg chg="add del mod">
          <ac:chgData name="Negar Hosseinimanesh" userId="792075530930629a" providerId="LiveId" clId="{481DE354-AC17-485C-ACD6-A78A1FB7DC51}" dt="2026-06-11T08:49:13.828" v="32" actId="478"/>
          <ac:spMkLst>
            <pc:docMk/>
            <pc:sldMk cId="4226938053" sldId="291"/>
            <ac:spMk id="5" creationId="{2627DCC8-AECC-4931-9E6D-865DCAEDC8CA}"/>
          </ac:spMkLst>
        </pc:spChg>
        <pc:spChg chg="add del mod">
          <ac:chgData name="Negar Hosseinimanesh" userId="792075530930629a" providerId="LiveId" clId="{481DE354-AC17-485C-ACD6-A78A1FB7DC51}" dt="2026-06-11T08:49:13.403" v="31" actId="478"/>
          <ac:spMkLst>
            <pc:docMk/>
            <pc:sldMk cId="4226938053" sldId="291"/>
            <ac:spMk id="6" creationId="{D6454E1F-835C-4774-9474-8E76FC520B12}"/>
          </ac:spMkLst>
        </pc:spChg>
        <pc:spChg chg="add mod">
          <ac:chgData name="Negar Hosseinimanesh" userId="792075530930629a" providerId="LiveId" clId="{481DE354-AC17-485C-ACD6-A78A1FB7DC51}" dt="2026-06-11T08:59:38.412" v="223" actId="14100"/>
          <ac:spMkLst>
            <pc:docMk/>
            <pc:sldMk cId="4226938053" sldId="291"/>
            <ac:spMk id="9" creationId="{ECF65B4B-4063-432E-93E4-8DCC6F62F764}"/>
          </ac:spMkLst>
        </pc:spChg>
        <pc:spChg chg="add mod">
          <ac:chgData name="Negar Hosseinimanesh" userId="792075530930629a" providerId="LiveId" clId="{481DE354-AC17-485C-ACD6-A78A1FB7DC51}" dt="2026-06-25T12:08:14.558" v="8626" actId="20577"/>
          <ac:spMkLst>
            <pc:docMk/>
            <pc:sldMk cId="4226938053" sldId="291"/>
            <ac:spMk id="10" creationId="{7C4EFCCC-77B2-4D80-A498-FFA8DD71FE82}"/>
          </ac:spMkLst>
        </pc:spChg>
        <pc:spChg chg="add mod">
          <ac:chgData name="Negar Hosseinimanesh" userId="792075530930629a" providerId="LiveId" clId="{481DE354-AC17-485C-ACD6-A78A1FB7DC51}" dt="2026-06-11T08:59:22.181" v="222" actId="207"/>
          <ac:spMkLst>
            <pc:docMk/>
            <pc:sldMk cId="4226938053" sldId="291"/>
            <ac:spMk id="15" creationId="{79228177-D175-4150-A5B0-2F8B918DC74A}"/>
          </ac:spMkLst>
        </pc:spChg>
        <pc:spChg chg="add mod">
          <ac:chgData name="Negar Hosseinimanesh" userId="792075530930629a" providerId="LiveId" clId="{481DE354-AC17-485C-ACD6-A78A1FB7DC51}" dt="2026-06-11T08:59:15.159" v="220" actId="113"/>
          <ac:spMkLst>
            <pc:docMk/>
            <pc:sldMk cId="4226938053" sldId="291"/>
            <ac:spMk id="16" creationId="{4EE17C42-1F54-4F38-838E-5944D8E005C6}"/>
          </ac:spMkLst>
        </pc:spChg>
        <pc:spChg chg="add del mod">
          <ac:chgData name="Negar Hosseinimanesh" userId="792075530930629a" providerId="LiveId" clId="{481DE354-AC17-485C-ACD6-A78A1FB7DC51}" dt="2026-06-11T08:56:34.998" v="173" actId="478"/>
          <ac:spMkLst>
            <pc:docMk/>
            <pc:sldMk cId="4226938053" sldId="291"/>
            <ac:spMk id="17" creationId="{B526AAD6-3F0F-4EC3-B2B4-48EE89A996FC}"/>
          </ac:spMkLst>
        </pc:spChg>
        <pc:picChg chg="add del mod">
          <ac:chgData name="Negar Hosseinimanesh" userId="792075530930629a" providerId="LiveId" clId="{481DE354-AC17-485C-ACD6-A78A1FB7DC51}" dt="2026-06-11T08:49:08.605" v="30" actId="478"/>
          <ac:picMkLst>
            <pc:docMk/>
            <pc:sldMk cId="4226938053" sldId="291"/>
            <ac:picMk id="4" creationId="{ABEF03C0-99DD-4961-946D-70D3D1678487}"/>
          </ac:picMkLst>
        </pc:picChg>
        <pc:picChg chg="add mod modCrop">
          <ac:chgData name="Negar Hosseinimanesh" userId="792075530930629a" providerId="LiveId" clId="{481DE354-AC17-485C-ACD6-A78A1FB7DC51}" dt="2026-06-11T08:49:59.692" v="41" actId="14100"/>
          <ac:picMkLst>
            <pc:docMk/>
            <pc:sldMk cId="4226938053" sldId="291"/>
            <ac:picMk id="8" creationId="{143FE251-DB27-4C27-B2A2-8BB1F09930F7}"/>
          </ac:picMkLst>
        </pc:picChg>
        <pc:cxnChg chg="add mod">
          <ac:chgData name="Negar Hosseinimanesh" userId="792075530930629a" providerId="LiveId" clId="{481DE354-AC17-485C-ACD6-A78A1FB7DC51}" dt="2026-06-11T08:58:27.217" v="217" actId="1035"/>
          <ac:cxnSpMkLst>
            <pc:docMk/>
            <pc:sldMk cId="4226938053" sldId="291"/>
            <ac:cxnSpMk id="11" creationId="{634E8F20-3CE5-45BB-BC67-E3E61E2674FD}"/>
          </ac:cxnSpMkLst>
        </pc:cxnChg>
        <pc:cxnChg chg="add mod">
          <ac:chgData name="Negar Hosseinimanesh" userId="792075530930629a" providerId="LiveId" clId="{481DE354-AC17-485C-ACD6-A78A1FB7DC51}" dt="2026-06-11T08:58:27.217" v="217" actId="1035"/>
          <ac:cxnSpMkLst>
            <pc:docMk/>
            <pc:sldMk cId="4226938053" sldId="291"/>
            <ac:cxnSpMk id="13" creationId="{5432FA0A-1B49-4ED1-895F-F3895FD35B67}"/>
          </ac:cxnSpMkLst>
        </pc:cxnChg>
        <pc:cxnChg chg="add mod">
          <ac:chgData name="Negar Hosseinimanesh" userId="792075530930629a" providerId="LiveId" clId="{481DE354-AC17-485C-ACD6-A78A1FB7DC51}" dt="2026-06-11T08:58:27.217" v="217" actId="1035"/>
          <ac:cxnSpMkLst>
            <pc:docMk/>
            <pc:sldMk cId="4226938053" sldId="291"/>
            <ac:cxnSpMk id="14" creationId="{89B6B77E-4B9C-4BC1-9631-EC812DA0375B}"/>
          </ac:cxnSpMkLst>
        </pc:cxnChg>
      </pc:sldChg>
      <pc:sldChg chg="addSp delSp modSp new mod">
        <pc:chgData name="Negar Hosseinimanesh" userId="792075530930629a" providerId="LiveId" clId="{481DE354-AC17-485C-ACD6-A78A1FB7DC51}" dt="2026-06-18T09:59:27.859" v="8174" actId="207"/>
        <pc:sldMkLst>
          <pc:docMk/>
          <pc:sldMk cId="2975728688" sldId="292"/>
        </pc:sldMkLst>
        <pc:spChg chg="mod">
          <ac:chgData name="Negar Hosseinimanesh" userId="792075530930629a" providerId="LiveId" clId="{481DE354-AC17-485C-ACD6-A78A1FB7DC51}" dt="2026-06-18T09:55:36.034" v="8145" actId="1076"/>
          <ac:spMkLst>
            <pc:docMk/>
            <pc:sldMk cId="2975728688" sldId="292"/>
            <ac:spMk id="2" creationId="{BA69201E-A825-4EB3-AE2C-1774FB6719FB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3" creationId="{44E7EB41-EF6E-4D76-B344-D011804D0193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6" creationId="{B9A57445-123A-4726-9324-3557FCA0D19F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7" creationId="{C8D1564E-FD8F-4C31-A773-9564A1B731D4}"/>
          </ac:spMkLst>
        </pc:spChg>
        <pc:spChg chg="add mod or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8" creationId="{F1A5C82F-9B62-4894-B1C8-4C2F246F4C97}"/>
          </ac:spMkLst>
        </pc:spChg>
        <pc:spChg chg="add del mod">
          <ac:chgData name="Negar Hosseinimanesh" userId="792075530930629a" providerId="LiveId" clId="{481DE354-AC17-485C-ACD6-A78A1FB7DC51}" dt="2026-06-11T11:10:11.284" v="846" actId="478"/>
          <ac:spMkLst>
            <pc:docMk/>
            <pc:sldMk cId="2975728688" sldId="292"/>
            <ac:spMk id="9" creationId="{48839E93-EEEF-4774-B979-017F9975E1B7}"/>
          </ac:spMkLst>
        </pc:spChg>
        <pc:spChg chg="add mod">
          <ac:chgData name="Negar Hosseinimanesh" userId="792075530930629a" providerId="LiveId" clId="{481DE354-AC17-485C-ACD6-A78A1FB7DC51}" dt="2026-06-18T09:30:18.952" v="7629" actId="20577"/>
          <ac:spMkLst>
            <pc:docMk/>
            <pc:sldMk cId="2975728688" sldId="292"/>
            <ac:spMk id="10" creationId="{28BEDB60-AA34-4D2E-9B30-182A2055CFB4}"/>
          </ac:spMkLst>
        </pc:spChg>
        <pc:spChg chg="add del mod">
          <ac:chgData name="Negar Hosseinimanesh" userId="792075530930629a" providerId="LiveId" clId="{481DE354-AC17-485C-ACD6-A78A1FB7DC51}" dt="2026-06-18T09:30:15.658" v="7628" actId="478"/>
          <ac:spMkLst>
            <pc:docMk/>
            <pc:sldMk cId="2975728688" sldId="292"/>
            <ac:spMk id="11" creationId="{6C68D367-D7E8-40DF-B84F-EA920699E868}"/>
          </ac:spMkLst>
        </pc:spChg>
        <pc:spChg chg="add mod">
          <ac:chgData name="Negar Hosseinimanesh" userId="792075530930629a" providerId="LiveId" clId="{481DE354-AC17-485C-ACD6-A78A1FB7DC51}" dt="2026-06-18T09:30:49.191" v="7635" actId="20577"/>
          <ac:spMkLst>
            <pc:docMk/>
            <pc:sldMk cId="2975728688" sldId="292"/>
            <ac:spMk id="12" creationId="{9C450F0B-20E1-43CD-8AD6-BB3D6AE03501}"/>
          </ac:spMkLst>
        </pc:spChg>
        <pc:spChg chg="del mod ord topLvl">
          <ac:chgData name="Negar Hosseinimanesh" userId="792075530930629a" providerId="LiveId" clId="{481DE354-AC17-485C-ACD6-A78A1FB7DC51}" dt="2026-06-18T09:46:08.969" v="7871" actId="478"/>
          <ac:spMkLst>
            <pc:docMk/>
            <pc:sldMk cId="2975728688" sldId="292"/>
            <ac:spMk id="14" creationId="{81EB7619-D1C4-4F84-8381-6FE6F175D0FB}"/>
          </ac:spMkLst>
        </pc:spChg>
        <pc:spChg chg="del mod topLvl">
          <ac:chgData name="Negar Hosseinimanesh" userId="792075530930629a" providerId="LiveId" clId="{481DE354-AC17-485C-ACD6-A78A1FB7DC51}" dt="2026-06-18T09:47:01.150" v="7886" actId="478"/>
          <ac:spMkLst>
            <pc:docMk/>
            <pc:sldMk cId="2975728688" sldId="292"/>
            <ac:spMk id="15" creationId="{938BFE1D-D540-4772-9800-FD6EC9D3D99C}"/>
          </ac:spMkLst>
        </pc:spChg>
        <pc:spChg chg="add del mod">
          <ac:chgData name="Negar Hosseinimanesh" userId="792075530930629a" providerId="LiveId" clId="{481DE354-AC17-485C-ACD6-A78A1FB7DC51}" dt="2026-06-18T09:54:16.553" v="8125" actId="478"/>
          <ac:spMkLst>
            <pc:docMk/>
            <pc:sldMk cId="2975728688" sldId="292"/>
            <ac:spMk id="16" creationId="{CB52BD9B-5C43-4D93-932E-C8FB06242D88}"/>
          </ac:spMkLst>
        </pc:spChg>
        <pc:spChg chg="del mod ord topLvl">
          <ac:chgData name="Negar Hosseinimanesh" userId="792075530930629a" providerId="LiveId" clId="{481DE354-AC17-485C-ACD6-A78A1FB7DC51}" dt="2026-06-18T09:46:11.003" v="7872" actId="478"/>
          <ac:spMkLst>
            <pc:docMk/>
            <pc:sldMk cId="2975728688" sldId="292"/>
            <ac:spMk id="20" creationId="{C71851A2-F49A-414B-8B68-62A7AF3B22E7}"/>
          </ac:spMkLst>
        </pc:spChg>
        <pc:spChg chg="del mod topLvl">
          <ac:chgData name="Negar Hosseinimanesh" userId="792075530930629a" providerId="LiveId" clId="{481DE354-AC17-485C-ACD6-A78A1FB7DC51}" dt="2026-06-18T09:52:08.817" v="7991" actId="478"/>
          <ac:spMkLst>
            <pc:docMk/>
            <pc:sldMk cId="2975728688" sldId="292"/>
            <ac:spMk id="21" creationId="{997777A2-4806-472A-BBE4-186FB2194ECA}"/>
          </ac:spMkLst>
        </pc:spChg>
        <pc:spChg chg="add del mod">
          <ac:chgData name="Negar Hosseinimanesh" userId="792075530930629a" providerId="LiveId" clId="{481DE354-AC17-485C-ACD6-A78A1FB7DC51}" dt="2026-06-18T09:54:20.273" v="8126" actId="478"/>
          <ac:spMkLst>
            <pc:docMk/>
            <pc:sldMk cId="2975728688" sldId="292"/>
            <ac:spMk id="22" creationId="{266D5AE1-C9C7-4419-8286-62541B9DB7A7}"/>
          </ac:spMkLst>
        </pc:spChg>
        <pc:spChg chg="add del mod">
          <ac:chgData name="Negar Hosseinimanesh" userId="792075530930629a" providerId="LiveId" clId="{481DE354-AC17-485C-ACD6-A78A1FB7DC51}" dt="2026-06-11T11:19:21.129" v="1779" actId="478"/>
          <ac:spMkLst>
            <pc:docMk/>
            <pc:sldMk cId="2975728688" sldId="292"/>
            <ac:spMk id="22" creationId="{53A06034-6DBD-4403-BB37-DE34ACBD4852}"/>
          </ac:spMkLst>
        </pc:spChg>
        <pc:spChg chg="add mod ord">
          <ac:chgData name="Negar Hosseinimanesh" userId="792075530930629a" providerId="LiveId" clId="{481DE354-AC17-485C-ACD6-A78A1FB7DC51}" dt="2026-06-18T09:45:52.590" v="7870" actId="1076"/>
          <ac:spMkLst>
            <pc:docMk/>
            <pc:sldMk cId="2975728688" sldId="292"/>
            <ac:spMk id="23" creationId="{34AE2F35-5F2D-4688-932F-B4B3D13CCE7A}"/>
          </ac:spMkLst>
        </pc:spChg>
        <pc:spChg chg="add mod ord">
          <ac:chgData name="Negar Hosseinimanesh" userId="792075530930629a" providerId="LiveId" clId="{481DE354-AC17-485C-ACD6-A78A1FB7DC51}" dt="2026-06-18T09:45:52.590" v="7870" actId="1076"/>
          <ac:spMkLst>
            <pc:docMk/>
            <pc:sldMk cId="2975728688" sldId="292"/>
            <ac:spMk id="24" creationId="{E6B84B33-DD79-43A0-A078-2F2904D222FA}"/>
          </ac:spMkLst>
        </pc:spChg>
        <pc:spChg chg="add del mod">
          <ac:chgData name="Negar Hosseinimanesh" userId="792075530930629a" providerId="LiveId" clId="{481DE354-AC17-485C-ACD6-A78A1FB7DC51}" dt="2026-06-11T11:20:08.556" v="1786" actId="478"/>
          <ac:spMkLst>
            <pc:docMk/>
            <pc:sldMk cId="2975728688" sldId="292"/>
            <ac:spMk id="25" creationId="{67443601-3604-4043-B816-A0F96961D612}"/>
          </ac:spMkLst>
        </pc:spChg>
        <pc:spChg chg="mod">
          <ac:chgData name="Negar Hosseinimanesh" userId="792075530930629a" providerId="LiveId" clId="{481DE354-AC17-485C-ACD6-A78A1FB7DC51}" dt="2026-06-18T09:59:27.859" v="8174" actId="207"/>
          <ac:spMkLst>
            <pc:docMk/>
            <pc:sldMk cId="2975728688" sldId="292"/>
            <ac:spMk id="26" creationId="{D30083E7-F473-4E43-98A5-DC6974DA8168}"/>
          </ac:spMkLst>
        </pc:spChg>
        <pc:spChg chg="add del mod ord">
          <ac:chgData name="Negar Hosseinimanesh" userId="792075530930629a" providerId="LiveId" clId="{481DE354-AC17-485C-ACD6-A78A1FB7DC51}" dt="2026-06-11T11:23:49.949" v="1793" actId="478"/>
          <ac:spMkLst>
            <pc:docMk/>
            <pc:sldMk cId="2975728688" sldId="292"/>
            <ac:spMk id="26" creationId="{FC23247E-2B7C-49F3-8F4F-4B3E816243EE}"/>
          </ac:spMkLst>
        </pc:spChg>
        <pc:spChg chg="mod">
          <ac:chgData name="Negar Hosseinimanesh" userId="792075530930629a" providerId="LiveId" clId="{481DE354-AC17-485C-ACD6-A78A1FB7DC51}" dt="2026-06-18T09:59:27.859" v="8174" actId="207"/>
          <ac:spMkLst>
            <pc:docMk/>
            <pc:sldMk cId="2975728688" sldId="292"/>
            <ac:spMk id="27" creationId="{9720EB83-5C7C-47C7-8AC3-64FEF979049A}"/>
          </ac:spMkLst>
        </pc:spChg>
        <pc:spChg chg="mod">
          <ac:chgData name="Negar Hosseinimanesh" userId="792075530930629a" providerId="LiveId" clId="{481DE354-AC17-485C-ACD6-A78A1FB7DC51}" dt="2026-06-18T09:59:27.859" v="8174" actId="207"/>
          <ac:spMkLst>
            <pc:docMk/>
            <pc:sldMk cId="2975728688" sldId="292"/>
            <ac:spMk id="28" creationId="{EED03689-BD92-49EA-8836-3F99CF4E9543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30" creationId="{D283C35D-8297-4CFE-85E0-A8D46C9E2E59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31" creationId="{F3C870E7-A6E9-4329-8E90-BAAC4424C416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33" creationId="{0D644C24-A10D-43CF-933E-66B506D1C06A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35" creationId="{5AE2A01F-1B0D-4205-BC8C-216F68AFFFE9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36" creationId="{23A6248A-D3B2-414D-986D-10CA4D337766}"/>
          </ac:spMkLst>
        </pc:spChg>
        <pc:spChg chg="add mod">
          <ac:chgData name="Negar Hosseinimanesh" userId="792075530930629a" providerId="LiveId" clId="{481DE354-AC17-485C-ACD6-A78A1FB7DC51}" dt="2026-06-18T09:55:22.778" v="8143" actId="1076"/>
          <ac:spMkLst>
            <pc:docMk/>
            <pc:sldMk cId="2975728688" sldId="292"/>
            <ac:spMk id="37" creationId="{E9DAB918-A664-4379-BDF9-FF36035C0D3B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38" creationId="{D3E867E6-5FE1-48EF-90D8-5BAE83A4BB2F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39" creationId="{1E32612F-6600-402C-9FAA-FDB30612F476}"/>
          </ac:spMkLst>
        </pc:spChg>
        <pc:spChg chg="add mod">
          <ac:chgData name="Negar Hosseinimanesh" userId="792075530930629a" providerId="LiveId" clId="{481DE354-AC17-485C-ACD6-A78A1FB7DC51}" dt="2026-06-18T09:59:09.201" v="8173" actId="1036"/>
          <ac:spMkLst>
            <pc:docMk/>
            <pc:sldMk cId="2975728688" sldId="292"/>
            <ac:spMk id="40" creationId="{06627A2B-7517-4DE8-8047-3EF086220A45}"/>
          </ac:spMkLst>
        </pc:spChg>
        <pc:spChg chg="mod">
          <ac:chgData name="Negar Hosseinimanesh" userId="792075530930629a" providerId="LiveId" clId="{481DE354-AC17-485C-ACD6-A78A1FB7DC51}" dt="2026-06-18T09:52:14.569" v="7992"/>
          <ac:spMkLst>
            <pc:docMk/>
            <pc:sldMk cId="2975728688" sldId="292"/>
            <ac:spMk id="42" creationId="{FD3A1599-D46E-4AB2-8A46-CA3A639C279D}"/>
          </ac:spMkLst>
        </pc:spChg>
        <pc:spChg chg="mod">
          <ac:chgData name="Negar Hosseinimanesh" userId="792075530930629a" providerId="LiveId" clId="{481DE354-AC17-485C-ACD6-A78A1FB7DC51}" dt="2026-06-18T09:52:14.569" v="7992"/>
          <ac:spMkLst>
            <pc:docMk/>
            <pc:sldMk cId="2975728688" sldId="292"/>
            <ac:spMk id="43" creationId="{A4FEF8F2-08E1-40DF-B927-E31141F71467}"/>
          </ac:spMkLst>
        </pc:spChg>
        <pc:spChg chg="mod">
          <ac:chgData name="Negar Hosseinimanesh" userId="792075530930629a" providerId="LiveId" clId="{481DE354-AC17-485C-ACD6-A78A1FB7DC51}" dt="2026-06-18T09:52:14.569" v="7992"/>
          <ac:spMkLst>
            <pc:docMk/>
            <pc:sldMk cId="2975728688" sldId="292"/>
            <ac:spMk id="44" creationId="{C4A67B15-3289-4D31-9086-653C7144132B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45" creationId="{9067CBF5-CE9D-4E4B-8B75-DD0A050FD89C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47" creationId="{415FCFCD-1E02-43F8-9F2E-EACC5816AA6A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48" creationId="{912F1217-4AA9-46D3-9316-3A96C8032D58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49" creationId="{C38F838D-69CA-486F-B0A6-30984551FA5C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50" creationId="{7CDC5810-F57F-4E72-BAAC-CD8C9D80B7C9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51" creationId="{09D1A721-AAAA-4BF9-A751-AAF452AAD6B6}"/>
          </ac:spMkLst>
        </pc:spChg>
        <pc:spChg chg="add mod">
          <ac:chgData name="Negar Hosseinimanesh" userId="792075530930629a" providerId="LiveId" clId="{481DE354-AC17-485C-ACD6-A78A1FB7DC51}" dt="2026-06-18T09:55:32.716" v="8144" actId="1076"/>
          <ac:spMkLst>
            <pc:docMk/>
            <pc:sldMk cId="2975728688" sldId="292"/>
            <ac:spMk id="52" creationId="{073B2930-45EB-4453-8026-56AF652B5B69}"/>
          </ac:spMkLst>
        </pc:spChg>
        <pc:grpChg chg="add del mod">
          <ac:chgData name="Negar Hosseinimanesh" userId="792075530930629a" providerId="LiveId" clId="{481DE354-AC17-485C-ACD6-A78A1FB7DC51}" dt="2026-06-18T09:46:08.969" v="7871" actId="478"/>
          <ac:grpSpMkLst>
            <pc:docMk/>
            <pc:sldMk cId="2975728688" sldId="292"/>
            <ac:grpSpMk id="13" creationId="{5BBB941E-7C37-4CFF-9788-56FD9622A0F2}"/>
          </ac:grpSpMkLst>
        </pc:grpChg>
        <pc:grpChg chg="add del mod ord">
          <ac:chgData name="Negar Hosseinimanesh" userId="792075530930629a" providerId="LiveId" clId="{481DE354-AC17-485C-ACD6-A78A1FB7DC51}" dt="2026-06-18T09:46:11.003" v="7872" actId="478"/>
          <ac:grpSpMkLst>
            <pc:docMk/>
            <pc:sldMk cId="2975728688" sldId="292"/>
            <ac:grpSpMk id="18" creationId="{0442376B-2B18-4CFC-9E97-595C219AB7E4}"/>
          </ac:grpSpMkLst>
        </pc:grpChg>
        <pc:grpChg chg="add mod ord">
          <ac:chgData name="Negar Hosseinimanesh" userId="792075530930629a" providerId="LiveId" clId="{481DE354-AC17-485C-ACD6-A78A1FB7DC51}" dt="2026-06-18T09:59:27.859" v="8174" actId="207"/>
          <ac:grpSpMkLst>
            <pc:docMk/>
            <pc:sldMk cId="2975728688" sldId="292"/>
            <ac:grpSpMk id="25" creationId="{E16D441F-F80C-4564-8818-F295B2E7C3FD}"/>
          </ac:grpSpMkLst>
        </pc:grpChg>
        <pc:grpChg chg="add del mod">
          <ac:chgData name="Negar Hosseinimanesh" userId="792075530930629a" providerId="LiveId" clId="{481DE354-AC17-485C-ACD6-A78A1FB7DC51}" dt="2026-06-18T09:57:21.513" v="8152" actId="478"/>
          <ac:grpSpMkLst>
            <pc:docMk/>
            <pc:sldMk cId="2975728688" sldId="292"/>
            <ac:grpSpMk id="41" creationId="{CDD1F31B-C8C6-4E23-A4BC-91891C190CAE}"/>
          </ac:grpSpMkLst>
        </pc:grpChg>
        <pc:picChg chg="add mod ord modCrop">
          <ac:chgData name="Negar Hosseinimanesh" userId="792075530930629a" providerId="LiveId" clId="{481DE354-AC17-485C-ACD6-A78A1FB7DC51}" dt="2026-06-18T09:45:52.590" v="7870" actId="1076"/>
          <ac:picMkLst>
            <pc:docMk/>
            <pc:sldMk cId="2975728688" sldId="292"/>
            <ac:picMk id="4" creationId="{39138DA7-2517-4A73-9598-BF31C44A6D18}"/>
          </ac:picMkLst>
        </pc:picChg>
        <pc:picChg chg="add del mod">
          <ac:chgData name="Negar Hosseinimanesh" userId="792075530930629a" providerId="LiveId" clId="{481DE354-AC17-485C-ACD6-A78A1FB7DC51}" dt="2026-06-11T11:09:57.860" v="839" actId="478"/>
          <ac:picMkLst>
            <pc:docMk/>
            <pc:sldMk cId="2975728688" sldId="292"/>
            <ac:picMk id="6" creationId="{CCB71CB6-D3E9-43F2-B463-CD2A8E2C1751}"/>
          </ac:picMkLst>
        </pc:picChg>
        <pc:picChg chg="add mod ord">
          <ac:chgData name="Negar Hosseinimanesh" userId="792075530930629a" providerId="LiveId" clId="{481DE354-AC17-485C-ACD6-A78A1FB7DC51}" dt="2026-06-18T09:45:52.590" v="7870" actId="1076"/>
          <ac:picMkLst>
            <pc:docMk/>
            <pc:sldMk cId="2975728688" sldId="292"/>
            <ac:picMk id="17" creationId="{1EE5FF7C-85D9-4B70-AD9D-1BD13B8505C7}"/>
          </ac:picMkLst>
        </pc:picChg>
        <pc:picChg chg="add mod modCrop">
          <ac:chgData name="Negar Hosseinimanesh" userId="792075530930629a" providerId="LiveId" clId="{481DE354-AC17-485C-ACD6-A78A1FB7DC51}" dt="2026-06-18T09:45:52.590" v="7870" actId="1076"/>
          <ac:picMkLst>
            <pc:docMk/>
            <pc:sldMk cId="2975728688" sldId="292"/>
            <ac:picMk id="19" creationId="{DA295749-609B-44D4-AF03-EC0BC7639180}"/>
          </ac:picMkLst>
        </pc:picChg>
        <pc:picChg chg="add del mod">
          <ac:chgData name="Negar Hosseinimanesh" userId="792075530930629a" providerId="LiveId" clId="{481DE354-AC17-485C-ACD6-A78A1FB7DC51}" dt="2026-06-11T11:29:50.341" v="1797" actId="478"/>
          <ac:picMkLst>
            <pc:docMk/>
            <pc:sldMk cId="2975728688" sldId="292"/>
            <ac:picMk id="27" creationId="{E761C5E0-ED73-4F4D-83FF-9C815092DF34}"/>
          </ac:picMkLst>
        </pc:picChg>
        <pc:picChg chg="add del">
          <ac:chgData name="Negar Hosseinimanesh" userId="792075530930629a" providerId="LiveId" clId="{481DE354-AC17-485C-ACD6-A78A1FB7DC51}" dt="2026-06-18T09:56:56.416" v="8149" actId="478"/>
          <ac:picMkLst>
            <pc:docMk/>
            <pc:sldMk cId="2975728688" sldId="292"/>
            <ac:picMk id="53" creationId="{EF7F5148-7514-49F4-B89E-3666317912EE}"/>
          </ac:picMkLst>
        </pc:picChg>
        <pc:picChg chg="add del">
          <ac:chgData name="Negar Hosseinimanesh" userId="792075530930629a" providerId="LiveId" clId="{481DE354-AC17-485C-ACD6-A78A1FB7DC51}" dt="2026-06-18T09:56:55.057" v="8148" actId="478"/>
          <ac:picMkLst>
            <pc:docMk/>
            <pc:sldMk cId="2975728688" sldId="292"/>
            <ac:picMk id="54" creationId="{665C5A04-A8CF-41F3-8D55-3B2B311A5C07}"/>
          </ac:picMkLst>
        </pc:picChg>
        <pc:picChg chg="add mod">
          <ac:chgData name="Negar Hosseinimanesh" userId="792075530930629a" providerId="LiveId" clId="{481DE354-AC17-485C-ACD6-A78A1FB7DC51}" dt="2026-06-18T09:59:09.201" v="8173" actId="1036"/>
          <ac:picMkLst>
            <pc:docMk/>
            <pc:sldMk cId="2975728688" sldId="292"/>
            <ac:picMk id="56" creationId="{6FCB8734-F2E7-49AB-B8D3-AAD925F3D186}"/>
          </ac:picMkLst>
        </pc:picChg>
        <pc:cxnChg chg="add del mod">
          <ac:chgData name="Negar Hosseinimanesh" userId="792075530930629a" providerId="LiveId" clId="{481DE354-AC17-485C-ACD6-A78A1FB7DC51}" dt="2026-06-11T11:10:11.284" v="846" actId="478"/>
          <ac:cxnSpMkLst>
            <pc:docMk/>
            <pc:sldMk cId="2975728688" sldId="292"/>
            <ac:cxnSpMk id="11" creationId="{51D2A6A6-6228-44FB-9EC7-4A0740B5A81F}"/>
          </ac:cxnSpMkLst>
        </pc:cxnChg>
        <pc:cxnChg chg="add del mod">
          <ac:chgData name="Negar Hosseinimanesh" userId="792075530930629a" providerId="LiveId" clId="{481DE354-AC17-485C-ACD6-A78A1FB7DC51}" dt="2026-06-11T11:10:34.780" v="857" actId="478"/>
          <ac:cxnSpMkLst>
            <pc:docMk/>
            <pc:sldMk cId="2975728688" sldId="292"/>
            <ac:cxnSpMk id="13" creationId="{573CCB41-D1D6-44FC-BEE5-65173775442B}"/>
          </ac:cxnSpMkLst>
        </pc:cxnChg>
        <pc:cxnChg chg="add mod">
          <ac:chgData name="Negar Hosseinimanesh" userId="792075530930629a" providerId="LiveId" clId="{481DE354-AC17-485C-ACD6-A78A1FB7DC51}" dt="2026-06-18T09:55:22.778" v="8143" actId="1076"/>
          <ac:cxnSpMkLst>
            <pc:docMk/>
            <pc:sldMk cId="2975728688" sldId="292"/>
            <ac:cxnSpMk id="29" creationId="{6A1841A7-F03D-4872-A927-ECB579F5B1F0}"/>
          </ac:cxnSpMkLst>
        </pc:cxnChg>
        <pc:cxnChg chg="add mod">
          <ac:chgData name="Negar Hosseinimanesh" userId="792075530930629a" providerId="LiveId" clId="{481DE354-AC17-485C-ACD6-A78A1FB7DC51}" dt="2026-06-18T09:55:32.716" v="8144" actId="1076"/>
          <ac:cxnSpMkLst>
            <pc:docMk/>
            <pc:sldMk cId="2975728688" sldId="292"/>
            <ac:cxnSpMk id="46" creationId="{49BFB910-30CB-44C4-8D34-50DB469B7117}"/>
          </ac:cxnSpMkLst>
        </pc:cxnChg>
      </pc:sldChg>
      <pc:sldChg chg="addSp delSp modSp new mod ord">
        <pc:chgData name="Negar Hosseinimanesh" userId="792075530930629a" providerId="LiveId" clId="{481DE354-AC17-485C-ACD6-A78A1FB7DC51}" dt="2026-06-25T12:04:05.979" v="8563" actId="113"/>
        <pc:sldMkLst>
          <pc:docMk/>
          <pc:sldMk cId="1750686357" sldId="293"/>
        </pc:sldMkLst>
        <pc:spChg chg="del mod">
          <ac:chgData name="Negar Hosseinimanesh" userId="792075530930629a" providerId="LiveId" clId="{481DE354-AC17-485C-ACD6-A78A1FB7DC51}" dt="2026-06-25T11:57:32.143" v="8427" actId="478"/>
          <ac:spMkLst>
            <pc:docMk/>
            <pc:sldMk cId="1750686357" sldId="293"/>
            <ac:spMk id="2" creationId="{B5E610EF-C0D9-456A-81D9-11DA64829083}"/>
          </ac:spMkLst>
        </pc:spChg>
        <pc:spChg chg="add del mod">
          <ac:chgData name="Negar Hosseinimanesh" userId="792075530930629a" providerId="LiveId" clId="{481DE354-AC17-485C-ACD6-A78A1FB7DC51}" dt="2026-06-25T11:57:34.185" v="8429" actId="478"/>
          <ac:spMkLst>
            <pc:docMk/>
            <pc:sldMk cId="1750686357" sldId="293"/>
            <ac:spMk id="5" creationId="{5D2624C7-D806-42A8-9074-8B58DE28DF66}"/>
          </ac:spMkLst>
        </pc:spChg>
        <pc:spChg chg="add mod">
          <ac:chgData name="Negar Hosseinimanesh" userId="792075530930629a" providerId="LiveId" clId="{481DE354-AC17-485C-ACD6-A78A1FB7DC51}" dt="2026-06-25T12:00:19.393" v="8502" actId="20577"/>
          <ac:spMkLst>
            <pc:docMk/>
            <pc:sldMk cId="1750686357" sldId="293"/>
            <ac:spMk id="6" creationId="{8EE13460-9464-456B-BDA6-6A8A4C4756E0}"/>
          </ac:spMkLst>
        </pc:spChg>
        <pc:spChg chg="add mod">
          <ac:chgData name="Negar Hosseinimanesh" userId="792075530930629a" providerId="LiveId" clId="{481DE354-AC17-485C-ACD6-A78A1FB7DC51}" dt="2026-06-25T12:00:30.702" v="8504" actId="20577"/>
          <ac:spMkLst>
            <pc:docMk/>
            <pc:sldMk cId="1750686357" sldId="293"/>
            <ac:spMk id="8" creationId="{DA4F5443-4D13-44EF-A238-060BFBD778B6}"/>
          </ac:spMkLst>
        </pc:spChg>
        <pc:spChg chg="add mod">
          <ac:chgData name="Negar Hosseinimanesh" userId="792075530930629a" providerId="LiveId" clId="{481DE354-AC17-485C-ACD6-A78A1FB7DC51}" dt="2026-06-25T12:04:05.979" v="8563" actId="113"/>
          <ac:spMkLst>
            <pc:docMk/>
            <pc:sldMk cId="1750686357" sldId="293"/>
            <ac:spMk id="9" creationId="{0267AB7C-760E-4EFE-B108-45998400CE55}"/>
          </ac:spMkLst>
        </pc:spChg>
        <pc:picChg chg="add mod">
          <ac:chgData name="Negar Hosseinimanesh" userId="792075530930629a" providerId="LiveId" clId="{481DE354-AC17-485C-ACD6-A78A1FB7DC51}" dt="2026-06-25T12:00:41.527" v="8506" actId="1076"/>
          <ac:picMkLst>
            <pc:docMk/>
            <pc:sldMk cId="1750686357" sldId="293"/>
            <ac:picMk id="4" creationId="{A5FC379E-A06B-405C-A61D-7273FC82053B}"/>
          </ac:picMkLst>
        </pc:picChg>
      </pc:sldChg>
      <pc:sldChg chg="addSp delSp modSp new mod ord">
        <pc:chgData name="Negar Hosseinimanesh" userId="792075530930629a" providerId="LiveId" clId="{481DE354-AC17-485C-ACD6-A78A1FB7DC51}" dt="2026-06-25T12:19:26.020" v="8651" actId="20577"/>
        <pc:sldMkLst>
          <pc:docMk/>
          <pc:sldMk cId="2723280984" sldId="294"/>
        </pc:sldMkLst>
        <pc:spChg chg="mod">
          <ac:chgData name="Negar Hosseinimanesh" userId="792075530930629a" providerId="LiveId" clId="{481DE354-AC17-485C-ACD6-A78A1FB7DC51}" dt="2026-06-11T12:08:26.586" v="2366" actId="20577"/>
          <ac:spMkLst>
            <pc:docMk/>
            <pc:sldMk cId="2723280984" sldId="294"/>
            <ac:spMk id="2" creationId="{A468E2F8-C82C-4636-B5E3-17AC3BAD097A}"/>
          </ac:spMkLst>
        </pc:spChg>
        <pc:spChg chg="add del">
          <ac:chgData name="Negar Hosseinimanesh" userId="792075530930629a" providerId="LiveId" clId="{481DE354-AC17-485C-ACD6-A78A1FB7DC51}" dt="2026-06-11T11:35:32.381" v="1829" actId="478"/>
          <ac:spMkLst>
            <pc:docMk/>
            <pc:sldMk cId="2723280984" sldId="294"/>
            <ac:spMk id="4" creationId="{9EC2D3EF-006A-4BD5-9344-2F4A221C6190}"/>
          </ac:spMkLst>
        </pc:spChg>
        <pc:spChg chg="add del">
          <ac:chgData name="Negar Hosseinimanesh" userId="792075530930629a" providerId="LiveId" clId="{481DE354-AC17-485C-ACD6-A78A1FB7DC51}" dt="2026-06-11T11:35:34.369" v="1831" actId="478"/>
          <ac:spMkLst>
            <pc:docMk/>
            <pc:sldMk cId="2723280984" sldId="294"/>
            <ac:spMk id="5" creationId="{6AE21936-59FD-4B05-B5E8-0B2157C71296}"/>
          </ac:spMkLst>
        </pc:spChg>
        <pc:spChg chg="add del">
          <ac:chgData name="Negar Hosseinimanesh" userId="792075530930629a" providerId="LiveId" clId="{481DE354-AC17-485C-ACD6-A78A1FB7DC51}" dt="2026-06-11T11:35:39.714" v="1833" actId="478"/>
          <ac:spMkLst>
            <pc:docMk/>
            <pc:sldMk cId="2723280984" sldId="294"/>
            <ac:spMk id="6" creationId="{337CFE3E-6523-481D-B036-4AB012D34281}"/>
          </ac:spMkLst>
        </pc:spChg>
        <pc:spChg chg="add del mod">
          <ac:chgData name="Negar Hosseinimanesh" userId="792075530930629a" providerId="LiveId" clId="{481DE354-AC17-485C-ACD6-A78A1FB7DC51}" dt="2026-06-11T11:39:05.190" v="1866"/>
          <ac:spMkLst>
            <pc:docMk/>
            <pc:sldMk cId="2723280984" sldId="294"/>
            <ac:spMk id="8" creationId="{802D71B0-4095-4153-8FAC-3694138349D1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12" creationId="{E84DB821-A0E8-472D-8140-6C05A26804D6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18" creationId="{26236915-C1BC-437E-870B-B44CBCD59F0C}"/>
          </ac:spMkLst>
        </pc:spChg>
        <pc:spChg chg="add del mod">
          <ac:chgData name="Negar Hosseinimanesh" userId="792075530930629a" providerId="LiveId" clId="{481DE354-AC17-485C-ACD6-A78A1FB7DC51}" dt="2026-06-18T09:44:30.188" v="7831" actId="478"/>
          <ac:spMkLst>
            <pc:docMk/>
            <pc:sldMk cId="2723280984" sldId="294"/>
            <ac:spMk id="20" creationId="{E35291BF-5504-41AE-8932-B8007D60DD4B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21" creationId="{8B89913B-E42C-4D2D-BE81-348ADF4FD53D}"/>
          </ac:spMkLst>
        </pc:spChg>
        <pc:spChg chg="add del mod">
          <ac:chgData name="Negar Hosseinimanesh" userId="792075530930629a" providerId="LiveId" clId="{481DE354-AC17-485C-ACD6-A78A1FB7DC51}" dt="2026-06-18T09:44:28.939" v="7830" actId="478"/>
          <ac:spMkLst>
            <pc:docMk/>
            <pc:sldMk cId="2723280984" sldId="294"/>
            <ac:spMk id="21" creationId="{BBEAB3DD-8687-4461-A36C-6233B32708AD}"/>
          </ac:spMkLst>
        </pc:spChg>
        <pc:spChg chg="add del mod">
          <ac:chgData name="Negar Hosseinimanesh" userId="792075530930629a" providerId="LiveId" clId="{481DE354-AC17-485C-ACD6-A78A1FB7DC51}" dt="2026-06-18T09:30:54.915" v="7636" actId="478"/>
          <ac:spMkLst>
            <pc:docMk/>
            <pc:sldMk cId="2723280984" sldId="294"/>
            <ac:spMk id="22" creationId="{E550FEC3-F246-4551-8478-2E442A8ECB3E}"/>
          </ac:spMkLst>
        </pc:spChg>
        <pc:spChg chg="add mod">
          <ac:chgData name="Negar Hosseinimanesh" userId="792075530930629a" providerId="LiveId" clId="{481DE354-AC17-485C-ACD6-A78A1FB7DC51}" dt="2026-06-25T12:19:26.020" v="8651" actId="20577"/>
          <ac:spMkLst>
            <pc:docMk/>
            <pc:sldMk cId="2723280984" sldId="294"/>
            <ac:spMk id="23" creationId="{2D8972B5-5E55-4521-9160-773AF9BD431E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23" creationId="{4DD4A5C8-2AA2-417D-9676-A7345B21B80C}"/>
          </ac:spMkLst>
        </pc:spChg>
        <pc:spChg chg="add mod">
          <ac:chgData name="Negar Hosseinimanesh" userId="792075530930629a" providerId="LiveId" clId="{481DE354-AC17-485C-ACD6-A78A1FB7DC51}" dt="2026-06-18T09:44:31.262" v="7832"/>
          <ac:spMkLst>
            <pc:docMk/>
            <pc:sldMk cId="2723280984" sldId="294"/>
            <ac:spMk id="24" creationId="{202D44E2-6500-49AC-A4DC-5713BCBD1C49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26" creationId="{A79A2E85-B0B2-4EA6-8932-70EDCE935E68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28" creationId="{5C4627BD-43A0-49F8-9238-7C006F5680FE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31" creationId="{FB125227-5EF2-4CD0-8AF8-165B3D0C4E1F}"/>
          </ac:spMkLst>
        </pc:spChg>
        <pc:spChg chg="add del mod">
          <ac:chgData name="Negar Hosseinimanesh" userId="792075530930629a" providerId="LiveId" clId="{481DE354-AC17-485C-ACD6-A78A1FB7DC51}" dt="2026-06-11T11:50:33.149" v="2060" actId="21"/>
          <ac:spMkLst>
            <pc:docMk/>
            <pc:sldMk cId="2723280984" sldId="294"/>
            <ac:spMk id="33" creationId="{E5A46D06-0A3A-467E-84B3-496A855CCE8C}"/>
          </ac:spMkLst>
        </pc:spChg>
        <pc:spChg chg="add mod ord">
          <ac:chgData name="Negar Hosseinimanesh" userId="792075530930629a" providerId="LiveId" clId="{481DE354-AC17-485C-ACD6-A78A1FB7DC51}" dt="2026-06-25T08:22:55.008" v="8175" actId="1076"/>
          <ac:spMkLst>
            <pc:docMk/>
            <pc:sldMk cId="2723280984" sldId="294"/>
            <ac:spMk id="36" creationId="{95F824CC-AF1F-4790-94D8-26DCD094CD41}"/>
          </ac:spMkLst>
        </pc:spChg>
        <pc:spChg chg="add mod ord">
          <ac:chgData name="Negar Hosseinimanesh" userId="792075530930629a" providerId="LiveId" clId="{481DE354-AC17-485C-ACD6-A78A1FB7DC51}" dt="2026-06-25T08:22:55.008" v="8175" actId="1076"/>
          <ac:spMkLst>
            <pc:docMk/>
            <pc:sldMk cId="2723280984" sldId="294"/>
            <ac:spMk id="37" creationId="{A7A7228A-C17B-4389-9B0E-B3C76DE720B4}"/>
          </ac:spMkLst>
        </pc:spChg>
        <pc:spChg chg="add mod">
          <ac:chgData name="Negar Hosseinimanesh" userId="792075530930629a" providerId="LiveId" clId="{481DE354-AC17-485C-ACD6-A78A1FB7DC51}" dt="2026-06-25T08:22:55.008" v="8175" actId="1076"/>
          <ac:spMkLst>
            <pc:docMk/>
            <pc:sldMk cId="2723280984" sldId="294"/>
            <ac:spMk id="38" creationId="{E9585B87-FA8D-4AE1-9093-D221C10ADA11}"/>
          </ac:spMkLst>
        </pc:spChg>
        <pc:spChg chg="add mod">
          <ac:chgData name="Negar Hosseinimanesh" userId="792075530930629a" providerId="LiveId" clId="{481DE354-AC17-485C-ACD6-A78A1FB7DC51}" dt="2026-06-25T08:24:39.850" v="8180" actId="1076"/>
          <ac:spMkLst>
            <pc:docMk/>
            <pc:sldMk cId="2723280984" sldId="294"/>
            <ac:spMk id="39" creationId="{14F16733-806D-429E-A668-B78BA0019A29}"/>
          </ac:spMkLst>
        </pc:spChg>
        <pc:spChg chg="add mod">
          <ac:chgData name="Negar Hosseinimanesh" userId="792075530930629a" providerId="LiveId" clId="{481DE354-AC17-485C-ACD6-A78A1FB7DC51}" dt="2026-06-25T08:24:39.850" v="8180" actId="1076"/>
          <ac:spMkLst>
            <pc:docMk/>
            <pc:sldMk cId="2723280984" sldId="294"/>
            <ac:spMk id="41" creationId="{5D233849-C890-451F-855E-2F32ADF87C59}"/>
          </ac:spMkLst>
        </pc:spChg>
        <pc:spChg chg="add mod">
          <ac:chgData name="Negar Hosseinimanesh" userId="792075530930629a" providerId="LiveId" clId="{481DE354-AC17-485C-ACD6-A78A1FB7DC51}" dt="2026-06-25T08:24:39.850" v="8180" actId="1076"/>
          <ac:spMkLst>
            <pc:docMk/>
            <pc:sldMk cId="2723280984" sldId="294"/>
            <ac:spMk id="43" creationId="{C03B08C4-C9EF-4B7D-9436-5DB40F6A5AAE}"/>
          </ac:spMkLst>
        </pc:spChg>
        <pc:spChg chg="add mod">
          <ac:chgData name="Negar Hosseinimanesh" userId="792075530930629a" providerId="LiveId" clId="{481DE354-AC17-485C-ACD6-A78A1FB7DC51}" dt="2026-06-11T12:02:54.636" v="2238" actId="1076"/>
          <ac:spMkLst>
            <pc:docMk/>
            <pc:sldMk cId="2723280984" sldId="294"/>
            <ac:spMk id="44" creationId="{7B659714-5DE4-4F4C-A524-79FFB958F854}"/>
          </ac:spMkLst>
        </pc:spChg>
        <pc:spChg chg="add mod ord">
          <ac:chgData name="Negar Hosseinimanesh" userId="792075530930629a" providerId="LiveId" clId="{481DE354-AC17-485C-ACD6-A78A1FB7DC51}" dt="2026-06-11T12:03:07.892" v="2242" actId="14100"/>
          <ac:spMkLst>
            <pc:docMk/>
            <pc:sldMk cId="2723280984" sldId="294"/>
            <ac:spMk id="45" creationId="{55791B86-89C1-4379-9326-16508F335CD8}"/>
          </ac:spMkLst>
        </pc:spChg>
        <pc:spChg chg="add mod ord">
          <ac:chgData name="Negar Hosseinimanesh" userId="792075530930629a" providerId="LiveId" clId="{481DE354-AC17-485C-ACD6-A78A1FB7DC51}" dt="2026-06-11T12:03:02.949" v="2241" actId="167"/>
          <ac:spMkLst>
            <pc:docMk/>
            <pc:sldMk cId="2723280984" sldId="294"/>
            <ac:spMk id="46" creationId="{2C11BFB4-8712-4B0C-B6B9-B89E30C8782D}"/>
          </ac:spMkLst>
        </pc:spChg>
        <pc:spChg chg="add del mod">
          <ac:chgData name="Negar Hosseinimanesh" userId="792075530930629a" providerId="LiveId" clId="{481DE354-AC17-485C-ACD6-A78A1FB7DC51}" dt="2026-06-11T12:03:30.607" v="2248"/>
          <ac:spMkLst>
            <pc:docMk/>
            <pc:sldMk cId="2723280984" sldId="294"/>
            <ac:spMk id="47" creationId="{0A14F9F9-AEE4-4060-849E-9A207F85C2C2}"/>
          </ac:spMkLst>
        </pc:spChg>
        <pc:spChg chg="add mod">
          <ac:chgData name="Negar Hosseinimanesh" userId="792075530930629a" providerId="LiveId" clId="{481DE354-AC17-485C-ACD6-A78A1FB7DC51}" dt="2026-06-25T08:24:39.850" v="8180" actId="1076"/>
          <ac:spMkLst>
            <pc:docMk/>
            <pc:sldMk cId="2723280984" sldId="294"/>
            <ac:spMk id="48" creationId="{952A2166-7700-40B5-AD87-BF4747EE5D47}"/>
          </ac:spMkLst>
        </pc:spChg>
        <pc:spChg chg="add mod">
          <ac:chgData name="Negar Hosseinimanesh" userId="792075530930629a" providerId="LiveId" clId="{481DE354-AC17-485C-ACD6-A78A1FB7DC51}" dt="2026-06-25T08:24:39.850" v="8180" actId="1076"/>
          <ac:spMkLst>
            <pc:docMk/>
            <pc:sldMk cId="2723280984" sldId="294"/>
            <ac:spMk id="49" creationId="{CFF7737E-2F49-4CBC-BC85-2AE824400D9B}"/>
          </ac:spMkLst>
        </pc:spChg>
        <pc:spChg chg="add del mod">
          <ac:chgData name="Negar Hosseinimanesh" userId="792075530930629a" providerId="LiveId" clId="{481DE354-AC17-485C-ACD6-A78A1FB7DC51}" dt="2026-06-11T12:06:13.039" v="2320"/>
          <ac:spMkLst>
            <pc:docMk/>
            <pc:sldMk cId="2723280984" sldId="294"/>
            <ac:spMk id="51" creationId="{624B0B69-A699-4420-860A-E2F590E6326C}"/>
          </ac:spMkLst>
        </pc:spChg>
        <pc:spChg chg="add mod">
          <ac:chgData name="Negar Hosseinimanesh" userId="792075530930629a" providerId="LiveId" clId="{481DE354-AC17-485C-ACD6-A78A1FB7DC51}" dt="2026-06-25T08:24:39.850" v="8180" actId="1076"/>
          <ac:spMkLst>
            <pc:docMk/>
            <pc:sldMk cId="2723280984" sldId="294"/>
            <ac:spMk id="52" creationId="{8942A341-9AF7-4CB7-847D-0D501743F6C9}"/>
          </ac:spMkLst>
        </pc:spChg>
        <pc:spChg chg="add del mod">
          <ac:chgData name="Negar Hosseinimanesh" userId="792075530930629a" providerId="LiveId" clId="{481DE354-AC17-485C-ACD6-A78A1FB7DC51}" dt="2026-06-25T08:24:33.633" v="8179" actId="478"/>
          <ac:spMkLst>
            <pc:docMk/>
            <pc:sldMk cId="2723280984" sldId="294"/>
            <ac:spMk id="54" creationId="{E52CE569-6EC6-41E8-9A59-39D6DA3B1AC2}"/>
          </ac:spMkLst>
        </pc:spChg>
        <pc:graphicFrameChg chg="add mod modGraphic">
          <ac:chgData name="Negar Hosseinimanesh" userId="792075530930629a" providerId="LiveId" clId="{481DE354-AC17-485C-ACD6-A78A1FB7DC51}" dt="2026-06-25T08:24:39.850" v="8180" actId="1076"/>
          <ac:graphicFrameMkLst>
            <pc:docMk/>
            <pc:sldMk cId="2723280984" sldId="294"/>
            <ac:graphicFrameMk id="50" creationId="{6C62A418-EAA1-43D3-8C5F-04789DB0A756}"/>
          </ac:graphicFrameMkLst>
        </pc:graphicFrameChg>
        <pc:picChg chg="add del mod modCrop">
          <ac:chgData name="Negar Hosseinimanesh" userId="792075530930629a" providerId="LiveId" clId="{481DE354-AC17-485C-ACD6-A78A1FB7DC51}" dt="2026-06-11T12:00:47.645" v="2174" actId="21"/>
          <ac:picMkLst>
            <pc:docMk/>
            <pc:sldMk cId="2723280984" sldId="294"/>
            <ac:picMk id="3" creationId="{2DFC1B4A-0513-4AF0-8AA5-8012D91B2E6E}"/>
          </ac:picMkLst>
        </pc:picChg>
        <pc:picChg chg="add del">
          <ac:chgData name="Negar Hosseinimanesh" userId="792075530930629a" providerId="LiveId" clId="{481DE354-AC17-485C-ACD6-A78A1FB7DC51}" dt="2026-06-11T11:36:44.852" v="1835" actId="478"/>
          <ac:picMkLst>
            <pc:docMk/>
            <pc:sldMk cId="2723280984" sldId="294"/>
            <ac:picMk id="7" creationId="{A65A22B3-CBDC-4E49-BF42-701E73BEB292}"/>
          </ac:picMkLst>
        </pc:picChg>
        <pc:picChg chg="add del mod modCrop">
          <ac:chgData name="Negar Hosseinimanesh" userId="792075530930629a" providerId="LiveId" clId="{481DE354-AC17-485C-ACD6-A78A1FB7DC51}" dt="2026-06-11T12:00:47.645" v="2174" actId="21"/>
          <ac:picMkLst>
            <pc:docMk/>
            <pc:sldMk cId="2723280984" sldId="294"/>
            <ac:picMk id="9" creationId="{A460966F-491C-4D1E-A3AC-EE467D11E009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11" creationId="{B3C3BC3D-6055-441D-861E-65883ED6C2A4}"/>
          </ac:picMkLst>
        </pc:picChg>
        <pc:picChg chg="add del mod modCrop">
          <ac:chgData name="Negar Hosseinimanesh" userId="792075530930629a" providerId="LiveId" clId="{481DE354-AC17-485C-ACD6-A78A1FB7DC51}" dt="2026-06-11T11:42:38.210" v="1920" actId="478"/>
          <ac:picMkLst>
            <pc:docMk/>
            <pc:sldMk cId="2723280984" sldId="294"/>
            <ac:picMk id="14" creationId="{EB006C7C-238E-47BF-8816-162BFCBE4581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16" creationId="{AD124C71-A524-4CA6-82F6-0820CF0C3651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19" creationId="{D4A84609-12DB-4B40-B32B-FD614E89EFB8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20" creationId="{FAD8F0B1-A6E1-419A-869D-2A30E46F04E9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24" creationId="{97E4C7DA-8287-45D8-9CA8-65154742AEDD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25" creationId="{5607AF3D-3687-4D2E-B1BF-1CF46EEBF3D3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29" creationId="{83E711FF-F958-4195-98E0-A85F4EAA89E6}"/>
          </ac:picMkLst>
        </pc:picChg>
        <pc:picChg chg="add del mod">
          <ac:chgData name="Negar Hosseinimanesh" userId="792075530930629a" providerId="LiveId" clId="{481DE354-AC17-485C-ACD6-A78A1FB7DC51}" dt="2026-06-11T11:50:33.149" v="2060" actId="21"/>
          <ac:picMkLst>
            <pc:docMk/>
            <pc:sldMk cId="2723280984" sldId="294"/>
            <ac:picMk id="30" creationId="{276933D3-0B23-413D-8A14-DAC4A3D5B502}"/>
          </ac:picMkLst>
        </pc:picChg>
        <pc:picChg chg="add del mod">
          <ac:chgData name="Negar Hosseinimanesh" userId="792075530930629a" providerId="LiveId" clId="{481DE354-AC17-485C-ACD6-A78A1FB7DC51}" dt="2026-06-11T11:49:56.525" v="2051" actId="478"/>
          <ac:picMkLst>
            <pc:docMk/>
            <pc:sldMk cId="2723280984" sldId="294"/>
            <ac:picMk id="32" creationId="{3B0C41F6-C5DF-4730-98E8-1E56F509AB39}"/>
          </ac:picMkLst>
        </pc:picChg>
        <pc:picChg chg="add del mod">
          <ac:chgData name="Negar Hosseinimanesh" userId="792075530930629a" providerId="LiveId" clId="{481DE354-AC17-485C-ACD6-A78A1FB7DC51}" dt="2026-06-11T11:50:22.897" v="2058"/>
          <ac:picMkLst>
            <pc:docMk/>
            <pc:sldMk cId="2723280984" sldId="294"/>
            <ac:picMk id="34" creationId="{88678F86-FE59-48AC-B7C0-6692A884E2BC}"/>
          </ac:picMkLst>
        </pc:picChg>
        <pc:picChg chg="add mod">
          <ac:chgData name="Negar Hosseinimanesh" userId="792075530930629a" providerId="LiveId" clId="{481DE354-AC17-485C-ACD6-A78A1FB7DC51}" dt="2026-06-25T08:22:55.008" v="8175" actId="1076"/>
          <ac:picMkLst>
            <pc:docMk/>
            <pc:sldMk cId="2723280984" sldId="294"/>
            <ac:picMk id="35" creationId="{F6A97059-C788-42BF-B929-4F604629A953}"/>
          </ac:picMkLst>
        </pc:picChg>
        <pc:picChg chg="add mod">
          <ac:chgData name="Negar Hosseinimanesh" userId="792075530930629a" providerId="LiveId" clId="{481DE354-AC17-485C-ACD6-A78A1FB7DC51}" dt="2026-06-25T08:24:39.850" v="8180" actId="1076"/>
          <ac:picMkLst>
            <pc:docMk/>
            <pc:sldMk cId="2723280984" sldId="294"/>
            <ac:picMk id="40" creationId="{F0B83FBB-7627-49BB-9B90-18ADBC0394FE}"/>
          </ac:picMkLst>
        </pc:picChg>
        <pc:picChg chg="add mod">
          <ac:chgData name="Negar Hosseinimanesh" userId="792075530930629a" providerId="LiveId" clId="{481DE354-AC17-485C-ACD6-A78A1FB7DC51}" dt="2026-06-25T08:24:39.850" v="8180" actId="1076"/>
          <ac:picMkLst>
            <pc:docMk/>
            <pc:sldMk cId="2723280984" sldId="294"/>
            <ac:picMk id="1032" creationId="{5A013A1E-785E-4F2A-9182-1D695FE112ED}"/>
          </ac:picMkLst>
        </pc:picChg>
      </pc:sldChg>
      <pc:sldChg chg="addSp modSp new del mod">
        <pc:chgData name="Negar Hosseinimanesh" userId="792075530930629a" providerId="LiveId" clId="{481DE354-AC17-485C-ACD6-A78A1FB7DC51}" dt="2026-07-24T08:48:19.705" v="8945" actId="47"/>
        <pc:sldMkLst>
          <pc:docMk/>
          <pc:sldMk cId="2172685303" sldId="295"/>
        </pc:sldMkLst>
        <pc:spChg chg="mod">
          <ac:chgData name="Negar Hosseinimanesh" userId="792075530930629a" providerId="LiveId" clId="{481DE354-AC17-485C-ACD6-A78A1FB7DC51}" dt="2026-06-11T11:50:36.544" v="2063" actId="27636"/>
          <ac:spMkLst>
            <pc:docMk/>
            <pc:sldMk cId="2172685303" sldId="295"/>
            <ac:spMk id="2" creationId="{816ACD14-749C-4975-B332-F36DB9E3F415}"/>
          </ac:spMkLst>
        </pc:spChg>
        <pc:spChg chg="add mod">
          <ac:chgData name="Negar Hosseinimanesh" userId="792075530930629a" providerId="LiveId" clId="{481DE354-AC17-485C-ACD6-A78A1FB7DC51}" dt="2026-06-11T11:51:14.971" v="2066" actId="207"/>
          <ac:spMkLst>
            <pc:docMk/>
            <pc:sldMk cId="2172685303" sldId="295"/>
            <ac:spMk id="4" creationId="{3A67CF84-7099-4AB7-BC5F-1BE1AC183C7B}"/>
          </ac:spMkLst>
        </pc:spChg>
        <pc:spChg chg="add mod">
          <ac:chgData name="Negar Hosseinimanesh" userId="792075530930629a" providerId="LiveId" clId="{481DE354-AC17-485C-ACD6-A78A1FB7DC51}" dt="2026-06-11T11:51:23.046" v="2067" actId="108"/>
          <ac:spMkLst>
            <pc:docMk/>
            <pc:sldMk cId="2172685303" sldId="295"/>
            <ac:spMk id="6" creationId="{1F638A48-7970-42AC-A8CF-647978E089F6}"/>
          </ac:spMkLst>
        </pc:spChg>
        <pc:spChg chg="add mod">
          <ac:chgData name="Negar Hosseinimanesh" userId="792075530930629a" providerId="LiveId" clId="{481DE354-AC17-485C-ACD6-A78A1FB7DC51}" dt="2026-06-11T11:51:25.705" v="2068" actId="108"/>
          <ac:spMkLst>
            <pc:docMk/>
            <pc:sldMk cId="2172685303" sldId="295"/>
            <ac:spMk id="8" creationId="{CC3F7BD0-D636-4DC2-B9F1-2E1E33F3782E}"/>
          </ac:spMkLst>
        </pc:spChg>
        <pc:spChg chg="add mod">
          <ac:chgData name="Negar Hosseinimanesh" userId="792075530930629a" providerId="LiveId" clId="{481DE354-AC17-485C-ACD6-A78A1FB7DC51}" dt="2026-06-11T11:51:32.034" v="2069" actId="108"/>
          <ac:spMkLst>
            <pc:docMk/>
            <pc:sldMk cId="2172685303" sldId="295"/>
            <ac:spMk id="10" creationId="{46EC087B-0BE0-43C4-8A9C-3C68DD15E5EA}"/>
          </ac:spMkLst>
        </pc:spChg>
        <pc:spChg chg="add mod">
          <ac:chgData name="Negar Hosseinimanesh" userId="792075530930629a" providerId="LiveId" clId="{481DE354-AC17-485C-ACD6-A78A1FB7DC51}" dt="2026-06-11T11:51:34.257" v="2070" actId="108"/>
          <ac:spMkLst>
            <pc:docMk/>
            <pc:sldMk cId="2172685303" sldId="295"/>
            <ac:spMk id="12" creationId="{899DCB58-2EE2-46A3-8FFB-C08D087594A7}"/>
          </ac:spMkLst>
        </pc:spChg>
        <pc:spChg chg="add mod">
          <ac:chgData name="Negar Hosseinimanesh" userId="792075530930629a" providerId="LiveId" clId="{481DE354-AC17-485C-ACD6-A78A1FB7DC51}" dt="2026-06-11T11:51:38.322" v="2071" actId="108"/>
          <ac:spMkLst>
            <pc:docMk/>
            <pc:sldMk cId="2172685303" sldId="295"/>
            <ac:spMk id="14" creationId="{0DFD41BE-E3EA-4AC8-A94C-E13A895453F6}"/>
          </ac:spMkLst>
        </pc:spChg>
        <pc:spChg chg="add mod">
          <ac:chgData name="Negar Hosseinimanesh" userId="792075530930629a" providerId="LiveId" clId="{481DE354-AC17-485C-ACD6-A78A1FB7DC51}" dt="2026-06-11T11:51:41.571" v="2072" actId="108"/>
          <ac:spMkLst>
            <pc:docMk/>
            <pc:sldMk cId="2172685303" sldId="295"/>
            <ac:spMk id="16" creationId="{017502CA-18B8-44C2-B624-98B747B80251}"/>
          </ac:spMkLst>
        </pc:spChg>
        <pc:spChg chg="add mod">
          <ac:chgData name="Negar Hosseinimanesh" userId="792075530930629a" providerId="LiveId" clId="{481DE354-AC17-485C-ACD6-A78A1FB7DC51}" dt="2026-06-11T11:51:45.003" v="2073" actId="108"/>
          <ac:spMkLst>
            <pc:docMk/>
            <pc:sldMk cId="2172685303" sldId="295"/>
            <ac:spMk id="18" creationId="{E9849258-0392-4678-BB93-5962BA64EDE0}"/>
          </ac:spMkLst>
        </pc:sp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3" creationId="{3E89656E-9360-4963-8FC7-DE12B1954BE9}"/>
          </ac:picMkLst>
        </pc:pic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5" creationId="{91BD9E81-C128-4C35-9E01-A5D89C93640A}"/>
          </ac:picMkLst>
        </pc:pic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7" creationId="{2D5D35EB-A461-46FF-9229-2B9E61DDA1F2}"/>
          </ac:picMkLst>
        </pc:pic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9" creationId="{6C16BF0B-0A5F-477D-936B-D4D379198F57}"/>
          </ac:picMkLst>
        </pc:pic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11" creationId="{02493265-9760-43DE-BBF0-0D152FE05198}"/>
          </ac:picMkLst>
        </pc:pic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13" creationId="{22BC8114-7088-468D-BCCE-D5971682C513}"/>
          </ac:picMkLst>
        </pc:pic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15" creationId="{05448521-71D8-487A-B903-DBC1DB57FBB1}"/>
          </ac:picMkLst>
        </pc:picChg>
        <pc:picChg chg="add mod">
          <ac:chgData name="Negar Hosseinimanesh" userId="792075530930629a" providerId="LiveId" clId="{481DE354-AC17-485C-ACD6-A78A1FB7DC51}" dt="2026-06-11T11:50:36.516" v="2062"/>
          <ac:picMkLst>
            <pc:docMk/>
            <pc:sldMk cId="2172685303" sldId="295"/>
            <ac:picMk id="17" creationId="{8DB821C8-923C-4C2D-B03C-A13B74C38EA1}"/>
          </ac:picMkLst>
        </pc:picChg>
      </pc:sldChg>
      <pc:sldChg chg="addSp delSp modSp new mod modAnim">
        <pc:chgData name="Negar Hosseinimanesh" userId="792075530930629a" providerId="LiveId" clId="{481DE354-AC17-485C-ACD6-A78A1FB7DC51}" dt="2026-06-25T12:19:15.130" v="8649" actId="20577"/>
        <pc:sldMkLst>
          <pc:docMk/>
          <pc:sldMk cId="302472016" sldId="296"/>
        </pc:sldMkLst>
        <pc:spChg chg="mod">
          <ac:chgData name="Negar Hosseinimanesh" userId="792075530930629a" providerId="LiveId" clId="{481DE354-AC17-485C-ACD6-A78A1FB7DC51}" dt="2026-06-25T11:09:17.238" v="8315" actId="948"/>
          <ac:spMkLst>
            <pc:docMk/>
            <pc:sldMk cId="302472016" sldId="296"/>
            <ac:spMk id="2" creationId="{E5A18905-BF7C-42D3-9A54-F1B397319964}"/>
          </ac:spMkLst>
        </pc:spChg>
        <pc:spChg chg="add del mod">
          <ac:chgData name="Negar Hosseinimanesh" userId="792075530930629a" providerId="LiveId" clId="{481DE354-AC17-485C-ACD6-A78A1FB7DC51}" dt="2026-06-18T09:44:35.232" v="7834" actId="478"/>
          <ac:spMkLst>
            <pc:docMk/>
            <pc:sldMk cId="302472016" sldId="296"/>
            <ac:spMk id="3" creationId="{78BC56B2-B3B1-41BD-ACD2-FD3A859D0A84}"/>
          </ac:spMkLst>
        </pc:spChg>
        <pc:spChg chg="add del mod">
          <ac:chgData name="Negar Hosseinimanesh" userId="792075530930629a" providerId="LiveId" clId="{481DE354-AC17-485C-ACD6-A78A1FB7DC51}" dt="2026-06-18T09:44:34.341" v="7833" actId="478"/>
          <ac:spMkLst>
            <pc:docMk/>
            <pc:sldMk cId="302472016" sldId="296"/>
            <ac:spMk id="4" creationId="{81674D02-1BCB-43F4-9D47-DBCC269D7093}"/>
          </ac:spMkLst>
        </pc:spChg>
        <pc:spChg chg="add del mod">
          <ac:chgData name="Negar Hosseinimanesh" userId="792075530930629a" providerId="LiveId" clId="{481DE354-AC17-485C-ACD6-A78A1FB7DC51}" dt="2026-06-18T09:31:01.907" v="7639" actId="478"/>
          <ac:spMkLst>
            <pc:docMk/>
            <pc:sldMk cId="302472016" sldId="296"/>
            <ac:spMk id="5" creationId="{D213EEE3-87D4-4F90-8FDC-E072A2C68FD7}"/>
          </ac:spMkLst>
        </pc:spChg>
        <pc:spChg chg="add mod">
          <ac:chgData name="Negar Hosseinimanesh" userId="792075530930629a" providerId="LiveId" clId="{481DE354-AC17-485C-ACD6-A78A1FB7DC51}" dt="2026-06-25T12:19:15.130" v="8649" actId="20577"/>
          <ac:spMkLst>
            <pc:docMk/>
            <pc:sldMk cId="302472016" sldId="296"/>
            <ac:spMk id="6" creationId="{2944819F-F2A7-48D6-8A01-7C7A71A47E72}"/>
          </ac:spMkLst>
        </pc:spChg>
        <pc:spChg chg="add mod">
          <ac:chgData name="Negar Hosseinimanesh" userId="792075530930629a" providerId="LiveId" clId="{481DE354-AC17-485C-ACD6-A78A1FB7DC51}" dt="2026-06-25T11:09:17.238" v="8315" actId="948"/>
          <ac:spMkLst>
            <pc:docMk/>
            <pc:sldMk cId="302472016" sldId="296"/>
            <ac:spMk id="7" creationId="{6AF1EF55-C187-4AA6-A81B-D9A3BE57190E}"/>
          </ac:spMkLst>
        </pc:spChg>
        <pc:spChg chg="add mod ord">
          <ac:chgData name="Negar Hosseinimanesh" userId="792075530930629a" providerId="LiveId" clId="{481DE354-AC17-485C-ACD6-A78A1FB7DC51}" dt="2026-06-25T09:15:23.576" v="8293" actId="1076"/>
          <ac:spMkLst>
            <pc:docMk/>
            <pc:sldMk cId="302472016" sldId="296"/>
            <ac:spMk id="8" creationId="{91C09BFC-EEA4-48D0-B550-9132372554A4}"/>
          </ac:spMkLst>
        </pc:spChg>
        <pc:spChg chg="add mod">
          <ac:chgData name="Negar Hosseinimanesh" userId="792075530930629a" providerId="LiveId" clId="{481DE354-AC17-485C-ACD6-A78A1FB7DC51}" dt="2026-06-25T09:17:23.173" v="8312" actId="113"/>
          <ac:spMkLst>
            <pc:docMk/>
            <pc:sldMk cId="302472016" sldId="296"/>
            <ac:spMk id="10" creationId="{FAB875A3-991D-4913-BC22-2DE7FB5C3056}"/>
          </ac:spMkLst>
        </pc:spChg>
        <pc:picChg chg="add mod">
          <ac:chgData name="Negar Hosseinimanesh" userId="792075530930629a" providerId="LiveId" clId="{481DE354-AC17-485C-ACD6-A78A1FB7DC51}" dt="2026-06-25T08:37:23.271" v="8256" actId="1076"/>
          <ac:picMkLst>
            <pc:docMk/>
            <pc:sldMk cId="302472016" sldId="296"/>
            <ac:picMk id="4" creationId="{C0E46C98-6231-46CB-A100-BA2899E33765}"/>
          </ac:picMkLst>
        </pc:picChg>
        <pc:picChg chg="add mod modVis modCrop">
          <ac:chgData name="Negar Hosseinimanesh" userId="792075530930629a" providerId="LiveId" clId="{481DE354-AC17-485C-ACD6-A78A1FB7DC51}" dt="2026-06-25T09:17:39.305" v="8313" actId="14429"/>
          <ac:picMkLst>
            <pc:docMk/>
            <pc:sldMk cId="302472016" sldId="296"/>
            <ac:picMk id="12" creationId="{980AF344-CFA9-45D7-932A-0D69218B0B51}"/>
          </ac:picMkLst>
        </pc:picChg>
        <pc:picChg chg="add mod">
          <ac:chgData name="Negar Hosseinimanesh" userId="792075530930629a" providerId="LiveId" clId="{481DE354-AC17-485C-ACD6-A78A1FB7DC51}" dt="2026-06-25T08:41:17.932" v="8262" actId="1076"/>
          <ac:picMkLst>
            <pc:docMk/>
            <pc:sldMk cId="302472016" sldId="296"/>
            <ac:picMk id="14" creationId="{6376B764-76CA-462E-9AEE-E3FC0F591F79}"/>
          </ac:picMkLst>
        </pc:picChg>
      </pc:sldChg>
      <pc:sldChg chg="addSp delSp modSp new mod">
        <pc:chgData name="Negar Hosseinimanesh" userId="792075530930629a" providerId="LiveId" clId="{481DE354-AC17-485C-ACD6-A78A1FB7DC51}" dt="2026-06-25T16:46:42.131" v="8887" actId="20577"/>
        <pc:sldMkLst>
          <pc:docMk/>
          <pc:sldMk cId="2376808191" sldId="297"/>
        </pc:sldMkLst>
        <pc:spChg chg="del mod">
          <ac:chgData name="Negar Hosseinimanesh" userId="792075530930629a" providerId="LiveId" clId="{481DE354-AC17-485C-ACD6-A78A1FB7DC51}" dt="2026-06-17T11:12:01.367" v="6990" actId="478"/>
          <ac:spMkLst>
            <pc:docMk/>
            <pc:sldMk cId="2376808191" sldId="297"/>
            <ac:spMk id="2" creationId="{8007F90B-9E34-46AE-BAA2-5023ADFB06B6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4" creationId="{490553A9-1FC0-42F8-BA02-1E6C1982B32A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5" creationId="{C2E4A276-FDD7-478F-AAF0-A300EB1AF183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6" creationId="{3D3C2E5E-AA7D-4359-AA3A-15A7FFDC9B47}"/>
          </ac:spMkLst>
        </pc:spChg>
        <pc:spChg chg="add del mod or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7" creationId="{D3FA8C1E-A94D-4441-8301-24C40D78D009}"/>
          </ac:spMkLst>
        </pc:spChg>
        <pc:spChg chg="add del mod or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8" creationId="{A20B198C-AFC8-45C4-A3A5-E5C7565CE289}"/>
          </ac:spMkLst>
        </pc:spChg>
        <pc:spChg chg="add del">
          <ac:chgData name="Negar Hosseinimanesh" userId="792075530930629a" providerId="LiveId" clId="{481DE354-AC17-485C-ACD6-A78A1FB7DC51}" dt="2026-06-17T10:32:19.305" v="6569"/>
          <ac:spMkLst>
            <pc:docMk/>
            <pc:sldMk cId="2376808191" sldId="297"/>
            <ac:spMk id="9" creationId="{DB74A110-E348-435C-A70F-AF1B0A17921E}"/>
          </ac:spMkLst>
        </pc:spChg>
        <pc:spChg chg="add del">
          <ac:chgData name="Negar Hosseinimanesh" userId="792075530930629a" providerId="LiveId" clId="{481DE354-AC17-485C-ACD6-A78A1FB7DC51}" dt="2026-06-15T11:34:36.240" v="4652"/>
          <ac:spMkLst>
            <pc:docMk/>
            <pc:sldMk cId="2376808191" sldId="297"/>
            <ac:spMk id="10" creationId="{438D9D01-360B-42E4-B96A-B7BF2DAA693E}"/>
          </ac:spMkLst>
        </pc:spChg>
        <pc:spChg chg="add del">
          <ac:chgData name="Negar Hosseinimanesh" userId="792075530930629a" providerId="LiveId" clId="{481DE354-AC17-485C-ACD6-A78A1FB7DC51}" dt="2026-06-12T10:29:23.436" v="3246" actId="478"/>
          <ac:spMkLst>
            <pc:docMk/>
            <pc:sldMk cId="2376808191" sldId="297"/>
            <ac:spMk id="10" creationId="{E891A463-FF3A-4A0A-9DE3-29AE867133C0}"/>
          </ac:spMkLst>
        </pc:spChg>
        <pc:spChg chg="add del">
          <ac:chgData name="Negar Hosseinimanesh" userId="792075530930629a" providerId="LiveId" clId="{481DE354-AC17-485C-ACD6-A78A1FB7DC51}" dt="2026-06-12T10:29:28.091" v="3248" actId="478"/>
          <ac:spMkLst>
            <pc:docMk/>
            <pc:sldMk cId="2376808191" sldId="297"/>
            <ac:spMk id="11" creationId="{6890D583-8019-4B51-AE2F-049EFFAD5B45}"/>
          </ac:spMkLst>
        </pc:spChg>
        <pc:spChg chg="add del">
          <ac:chgData name="Negar Hosseinimanesh" userId="792075530930629a" providerId="LiveId" clId="{481DE354-AC17-485C-ACD6-A78A1FB7DC51}" dt="2026-06-15T11:35:57.805" v="4711"/>
          <ac:spMkLst>
            <pc:docMk/>
            <pc:sldMk cId="2376808191" sldId="297"/>
            <ac:spMk id="11" creationId="{A885E08D-DE10-4BA8-8730-0053F1D37E09}"/>
          </ac:spMkLst>
        </pc:spChg>
        <pc:spChg chg="add del mod">
          <ac:chgData name="Negar Hosseinimanesh" userId="792075530930629a" providerId="LiveId" clId="{481DE354-AC17-485C-ACD6-A78A1FB7DC51}" dt="2026-06-17T11:12:03.882" v="6992" actId="478"/>
          <ac:spMkLst>
            <pc:docMk/>
            <pc:sldMk cId="2376808191" sldId="297"/>
            <ac:spMk id="12" creationId="{081B27C8-A255-4651-B103-C98CFB0CE169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14" creationId="{2A3A56D1-147E-400E-9CE4-C5E503B52F1C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15" creationId="{4737D52F-43BA-43A4-8EB1-893A0A2D5D9C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16" creationId="{7FBB9163-01CB-4D97-A6DF-45E376663EC9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17" creationId="{EFECB80A-DDAF-4190-8171-E47E57B2956E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18" creationId="{3275EA6B-F464-45B0-90D4-256F829FC038}"/>
          </ac:spMkLst>
        </pc:spChg>
        <pc:spChg chg="add mod">
          <ac:chgData name="Negar Hosseinimanesh" userId="792075530930629a" providerId="LiveId" clId="{481DE354-AC17-485C-ACD6-A78A1FB7DC51}" dt="2026-06-17T11:12:16.860" v="6995" actId="1076"/>
          <ac:spMkLst>
            <pc:docMk/>
            <pc:sldMk cId="2376808191" sldId="297"/>
            <ac:spMk id="19" creationId="{A1119F48-083B-438A-829A-25A95070D210}"/>
          </ac:spMkLst>
        </pc:spChg>
        <pc:spChg chg="add del mod">
          <ac:chgData name="Negar Hosseinimanesh" userId="792075530930629a" providerId="LiveId" clId="{481DE354-AC17-485C-ACD6-A78A1FB7DC51}" dt="2026-06-12T11:04:46.782" v="3577" actId="478"/>
          <ac:spMkLst>
            <pc:docMk/>
            <pc:sldMk cId="2376808191" sldId="297"/>
            <ac:spMk id="20" creationId="{53A5A680-71E0-4DAD-B752-BD7F424E8AB4}"/>
          </ac:spMkLst>
        </pc:spChg>
        <pc:spChg chg="add mod">
          <ac:chgData name="Negar Hosseinimanesh" userId="792075530930629a" providerId="LiveId" clId="{481DE354-AC17-485C-ACD6-A78A1FB7DC51}" dt="2026-06-25T12:24:24.987" v="8686" actId="1076"/>
          <ac:spMkLst>
            <pc:docMk/>
            <pc:sldMk cId="2376808191" sldId="297"/>
            <ac:spMk id="21" creationId="{C7004C28-628F-4555-ABDC-ED4BC3A78DF2}"/>
          </ac:spMkLst>
        </pc:spChg>
        <pc:spChg chg="add mod">
          <ac:chgData name="Negar Hosseinimanesh" userId="792075530930629a" providerId="LiveId" clId="{481DE354-AC17-485C-ACD6-A78A1FB7DC51}" dt="2026-06-25T12:24:27.083" v="8687" actId="1076"/>
          <ac:spMkLst>
            <pc:docMk/>
            <pc:sldMk cId="2376808191" sldId="297"/>
            <ac:spMk id="22" creationId="{FE9A48DF-3E2F-4FFC-8C09-C70575C1F7D7}"/>
          </ac:spMkLst>
        </pc:spChg>
        <pc:spChg chg="add mod ord">
          <ac:chgData name="Negar Hosseinimanesh" userId="792075530930629a" providerId="LiveId" clId="{481DE354-AC17-485C-ACD6-A78A1FB7DC51}" dt="2026-06-25T12:24:30.794" v="8688" actId="1076"/>
          <ac:spMkLst>
            <pc:docMk/>
            <pc:sldMk cId="2376808191" sldId="297"/>
            <ac:spMk id="23" creationId="{E8FA8DDE-D076-4DFC-BA99-94251AABC609}"/>
          </ac:spMkLst>
        </pc:spChg>
        <pc:spChg chg="add mod ord">
          <ac:chgData name="Negar Hosseinimanesh" userId="792075530930629a" providerId="LiveId" clId="{481DE354-AC17-485C-ACD6-A78A1FB7DC51}" dt="2026-06-25T12:24:33.594" v="8689" actId="1076"/>
          <ac:spMkLst>
            <pc:docMk/>
            <pc:sldMk cId="2376808191" sldId="297"/>
            <ac:spMk id="24" creationId="{F574C6E4-A961-4956-926A-67CD47DA5289}"/>
          </ac:spMkLst>
        </pc:spChg>
        <pc:spChg chg="add mod ord">
          <ac:chgData name="Negar Hosseinimanesh" userId="792075530930629a" providerId="LiveId" clId="{481DE354-AC17-485C-ACD6-A78A1FB7DC51}" dt="2026-06-25T12:25:01.785" v="8696" actId="1076"/>
          <ac:spMkLst>
            <pc:docMk/>
            <pc:sldMk cId="2376808191" sldId="297"/>
            <ac:spMk id="25" creationId="{EDB91635-C17B-4CE2-A8C6-A9D220524A30}"/>
          </ac:spMkLst>
        </pc:spChg>
        <pc:spChg chg="add mod">
          <ac:chgData name="Negar Hosseinimanesh" userId="792075530930629a" providerId="LiveId" clId="{481DE354-AC17-485C-ACD6-A78A1FB7DC51}" dt="2026-06-17T11:12:16.860" v="6995" actId="1076"/>
          <ac:spMkLst>
            <pc:docMk/>
            <pc:sldMk cId="2376808191" sldId="297"/>
            <ac:spMk id="26" creationId="{7996FE0A-BB16-4873-83AE-15A4FA4B8DE9}"/>
          </ac:spMkLst>
        </pc:spChg>
        <pc:spChg chg="add mod">
          <ac:chgData name="Negar Hosseinimanesh" userId="792075530930629a" providerId="LiveId" clId="{481DE354-AC17-485C-ACD6-A78A1FB7DC51}" dt="2026-06-17T11:12:16.860" v="6995" actId="1076"/>
          <ac:spMkLst>
            <pc:docMk/>
            <pc:sldMk cId="2376808191" sldId="297"/>
            <ac:spMk id="27" creationId="{FFADC0B2-CA8D-41C3-9355-F654711D0B56}"/>
          </ac:spMkLst>
        </pc:spChg>
        <pc:spChg chg="add mod">
          <ac:chgData name="Negar Hosseinimanesh" userId="792075530930629a" providerId="LiveId" clId="{481DE354-AC17-485C-ACD6-A78A1FB7DC51}" dt="2026-06-17T11:12:16.860" v="6995" actId="1076"/>
          <ac:spMkLst>
            <pc:docMk/>
            <pc:sldMk cId="2376808191" sldId="297"/>
            <ac:spMk id="28" creationId="{58EF5AAA-69EE-4F84-AD94-70AE298D6071}"/>
          </ac:spMkLst>
        </pc:spChg>
        <pc:spChg chg="add mod">
          <ac:chgData name="Negar Hosseinimanesh" userId="792075530930629a" providerId="LiveId" clId="{481DE354-AC17-485C-ACD6-A78A1FB7DC51}" dt="2026-06-25T12:24:20.234" v="8685" actId="1076"/>
          <ac:spMkLst>
            <pc:docMk/>
            <pc:sldMk cId="2376808191" sldId="297"/>
            <ac:spMk id="29" creationId="{81125B4C-3276-4B0B-8FD1-C9FE07D35D3D}"/>
          </ac:spMkLst>
        </pc:spChg>
        <pc:spChg chg="add mod">
          <ac:chgData name="Negar Hosseinimanesh" userId="792075530930629a" providerId="LiveId" clId="{481DE354-AC17-485C-ACD6-A78A1FB7DC51}" dt="2026-06-25T12:24:15.645" v="8684" actId="1076"/>
          <ac:spMkLst>
            <pc:docMk/>
            <pc:sldMk cId="2376808191" sldId="297"/>
            <ac:spMk id="30" creationId="{AB1BD657-6C7F-4D9E-AD82-70696CA741E6}"/>
          </ac:spMkLst>
        </pc:spChg>
        <pc:spChg chg="add mod">
          <ac:chgData name="Negar Hosseinimanesh" userId="792075530930629a" providerId="LiveId" clId="{481DE354-AC17-485C-ACD6-A78A1FB7DC51}" dt="2026-06-25T12:24:12.503" v="8683" actId="1076"/>
          <ac:spMkLst>
            <pc:docMk/>
            <pc:sldMk cId="2376808191" sldId="297"/>
            <ac:spMk id="31" creationId="{38FE91D8-2C6B-4461-A9C3-DE9F8941EB3C}"/>
          </ac:spMkLst>
        </pc:spChg>
        <pc:spChg chg="add mod">
          <ac:chgData name="Negar Hosseinimanesh" userId="792075530930629a" providerId="LiveId" clId="{481DE354-AC17-485C-ACD6-A78A1FB7DC51}" dt="2026-06-25T12:25:35.163" v="8723" actId="20577"/>
          <ac:spMkLst>
            <pc:docMk/>
            <pc:sldMk cId="2376808191" sldId="297"/>
            <ac:spMk id="32" creationId="{A52F0B34-21EE-47B5-811B-518848BBBAB5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33" creationId="{3DE8EDA7-1101-43E6-8449-605741D11EFA}"/>
          </ac:spMkLst>
        </pc:spChg>
        <pc:spChg chg="add del mod">
          <ac:chgData name="Negar Hosseinimanesh" userId="792075530930629a" providerId="LiveId" clId="{481DE354-AC17-485C-ACD6-A78A1FB7DC51}" dt="2026-06-15T11:02:46.424" v="4143" actId="21"/>
          <ac:spMkLst>
            <pc:docMk/>
            <pc:sldMk cId="2376808191" sldId="297"/>
            <ac:spMk id="34" creationId="{BF67A725-F81D-489B-B942-C476BEBA5BD6}"/>
          </ac:spMkLst>
        </pc:spChg>
        <pc:spChg chg="add del mod topLvl">
          <ac:chgData name="Negar Hosseinimanesh" userId="792075530930629a" providerId="LiveId" clId="{481DE354-AC17-485C-ACD6-A78A1FB7DC51}" dt="2026-06-17T11:10:33.066" v="6978" actId="948"/>
          <ac:spMkLst>
            <pc:docMk/>
            <pc:sldMk cId="2376808191" sldId="297"/>
            <ac:spMk id="36" creationId="{50292FF8-8180-49DD-8754-49F93DA5EAF9}"/>
          </ac:spMkLst>
        </pc:spChg>
        <pc:spChg chg="mod topLvl">
          <ac:chgData name="Negar Hosseinimanesh" userId="792075530930629a" providerId="LiveId" clId="{481DE354-AC17-485C-ACD6-A78A1FB7DC51}" dt="2026-06-17T11:10:33.066" v="6978" actId="948"/>
          <ac:spMkLst>
            <pc:docMk/>
            <pc:sldMk cId="2376808191" sldId="297"/>
            <ac:spMk id="37" creationId="{33DAFE5F-BC30-42AC-8A50-2099EA0F4D7D}"/>
          </ac:spMkLst>
        </pc:spChg>
        <pc:spChg chg="add del mod">
          <ac:chgData name="Negar Hosseinimanesh" userId="792075530930629a" providerId="LiveId" clId="{481DE354-AC17-485C-ACD6-A78A1FB7DC51}" dt="2026-06-17T11:10:33.066" v="6978" actId="948"/>
          <ac:spMkLst>
            <pc:docMk/>
            <pc:sldMk cId="2376808191" sldId="297"/>
            <ac:spMk id="38" creationId="{51C058A7-D764-4536-8EF6-A84F78356CD4}"/>
          </ac:spMkLst>
        </pc:spChg>
        <pc:spChg chg="mod">
          <ac:chgData name="Negar Hosseinimanesh" userId="792075530930629a" providerId="LiveId" clId="{481DE354-AC17-485C-ACD6-A78A1FB7DC51}" dt="2026-06-17T11:10:22.801" v="6976" actId="948"/>
          <ac:spMkLst>
            <pc:docMk/>
            <pc:sldMk cId="2376808191" sldId="297"/>
            <ac:spMk id="40" creationId="{06612B26-D23B-4529-A1BC-D385FABAD85F}"/>
          </ac:spMkLst>
        </pc:spChg>
        <pc:spChg chg="mod">
          <ac:chgData name="Negar Hosseinimanesh" userId="792075530930629a" providerId="LiveId" clId="{481DE354-AC17-485C-ACD6-A78A1FB7DC51}" dt="2026-06-17T11:10:22.801" v="6976" actId="948"/>
          <ac:spMkLst>
            <pc:docMk/>
            <pc:sldMk cId="2376808191" sldId="297"/>
            <ac:spMk id="41" creationId="{BBEE4442-391D-439E-A285-528D4BD4FAF1}"/>
          </ac:spMkLst>
        </pc:spChg>
        <pc:spChg chg="mod">
          <ac:chgData name="Negar Hosseinimanesh" userId="792075530930629a" providerId="LiveId" clId="{481DE354-AC17-485C-ACD6-A78A1FB7DC51}" dt="2026-06-17T11:10:22.801" v="6976" actId="948"/>
          <ac:spMkLst>
            <pc:docMk/>
            <pc:sldMk cId="2376808191" sldId="297"/>
            <ac:spMk id="42" creationId="{42408C0B-2731-42C8-909C-0D8862D127FC}"/>
          </ac:spMkLst>
        </pc:spChg>
        <pc:spChg chg="mod">
          <ac:chgData name="Negar Hosseinimanesh" userId="792075530930629a" providerId="LiveId" clId="{481DE354-AC17-485C-ACD6-A78A1FB7DC51}" dt="2026-06-17T11:10:22.801" v="6976" actId="948"/>
          <ac:spMkLst>
            <pc:docMk/>
            <pc:sldMk cId="2376808191" sldId="297"/>
            <ac:spMk id="43" creationId="{3D3BFBE0-0264-4275-B266-3E8E0D9B581D}"/>
          </ac:spMkLst>
        </pc:spChg>
        <pc:spChg chg="mod">
          <ac:chgData name="Negar Hosseinimanesh" userId="792075530930629a" providerId="LiveId" clId="{481DE354-AC17-485C-ACD6-A78A1FB7DC51}" dt="2026-06-17T11:10:22.801" v="6976" actId="948"/>
          <ac:spMkLst>
            <pc:docMk/>
            <pc:sldMk cId="2376808191" sldId="297"/>
            <ac:spMk id="44" creationId="{B0184DE4-84EC-49DF-A525-FE253CE9C241}"/>
          </ac:spMkLst>
        </pc:spChg>
        <pc:spChg chg="mod">
          <ac:chgData name="Negar Hosseinimanesh" userId="792075530930629a" providerId="LiveId" clId="{481DE354-AC17-485C-ACD6-A78A1FB7DC51}" dt="2026-06-17T11:10:13.576" v="6973" actId="948"/>
          <ac:spMkLst>
            <pc:docMk/>
            <pc:sldMk cId="2376808191" sldId="297"/>
            <ac:spMk id="46" creationId="{4AE8968C-7BDB-4CE2-8319-57CD9A6937F8}"/>
          </ac:spMkLst>
        </pc:spChg>
        <pc:spChg chg="mod">
          <ac:chgData name="Negar Hosseinimanesh" userId="792075530930629a" providerId="LiveId" clId="{481DE354-AC17-485C-ACD6-A78A1FB7DC51}" dt="2026-06-17T11:10:13.576" v="6973" actId="948"/>
          <ac:spMkLst>
            <pc:docMk/>
            <pc:sldMk cId="2376808191" sldId="297"/>
            <ac:spMk id="48" creationId="{477BF0E1-DE4F-4E9D-A063-288481136D1E}"/>
          </ac:spMkLst>
        </pc:spChg>
        <pc:spChg chg="mod">
          <ac:chgData name="Negar Hosseinimanesh" userId="792075530930629a" providerId="LiveId" clId="{481DE354-AC17-485C-ACD6-A78A1FB7DC51}" dt="2026-06-17T11:10:13.576" v="6973" actId="948"/>
          <ac:spMkLst>
            <pc:docMk/>
            <pc:sldMk cId="2376808191" sldId="297"/>
            <ac:spMk id="49" creationId="{7E756D5C-6D7F-493E-99DE-92C8095B7533}"/>
          </ac:spMkLst>
        </pc:spChg>
        <pc:spChg chg="mod">
          <ac:chgData name="Negar Hosseinimanesh" userId="792075530930629a" providerId="LiveId" clId="{481DE354-AC17-485C-ACD6-A78A1FB7DC51}" dt="2026-06-17T11:10:13.576" v="6973" actId="948"/>
          <ac:spMkLst>
            <pc:docMk/>
            <pc:sldMk cId="2376808191" sldId="297"/>
            <ac:spMk id="50" creationId="{1431522D-93FD-4E9E-89E4-C1BF49707FCB}"/>
          </ac:spMkLst>
        </pc:spChg>
        <pc:spChg chg="add mod">
          <ac:chgData name="Negar Hosseinimanesh" userId="792075530930629a" providerId="LiveId" clId="{481DE354-AC17-485C-ACD6-A78A1FB7DC51}" dt="2026-06-18T09:31:37.600" v="7648" actId="20577"/>
          <ac:spMkLst>
            <pc:docMk/>
            <pc:sldMk cId="2376808191" sldId="297"/>
            <ac:spMk id="51" creationId="{4BE4C033-61DA-4E25-8F2D-FC0F603F0529}"/>
          </ac:spMkLst>
        </pc:spChg>
        <pc:spChg chg="mod">
          <ac:chgData name="Negar Hosseinimanesh" userId="792075530930629a" providerId="LiveId" clId="{481DE354-AC17-485C-ACD6-A78A1FB7DC51}" dt="2026-06-17T11:10:13.576" v="6973" actId="948"/>
          <ac:spMkLst>
            <pc:docMk/>
            <pc:sldMk cId="2376808191" sldId="297"/>
            <ac:spMk id="51" creationId="{83170A10-8234-46D4-8BCD-C9B10DCE91BF}"/>
          </ac:spMkLst>
        </pc:spChg>
        <pc:spChg chg="add mod">
          <ac:chgData name="Negar Hosseinimanesh" userId="792075530930629a" providerId="LiveId" clId="{481DE354-AC17-485C-ACD6-A78A1FB7DC51}" dt="2026-06-18T09:44:48.270" v="7841"/>
          <ac:spMkLst>
            <pc:docMk/>
            <pc:sldMk cId="2376808191" sldId="297"/>
            <ac:spMk id="52" creationId="{2014C23A-A136-4D73-8F6C-30849AE9DDB2}"/>
          </ac:spMkLst>
        </pc:spChg>
        <pc:spChg chg="mod">
          <ac:chgData name="Negar Hosseinimanesh" userId="792075530930629a" providerId="LiveId" clId="{481DE354-AC17-485C-ACD6-A78A1FB7DC51}" dt="2026-06-17T11:10:13.576" v="6973" actId="948"/>
          <ac:spMkLst>
            <pc:docMk/>
            <pc:sldMk cId="2376808191" sldId="297"/>
            <ac:spMk id="52" creationId="{49D39288-F831-4D02-9A7D-1C39F12020E0}"/>
          </ac:spMkLst>
        </pc:spChg>
        <pc:spChg chg="add del mod">
          <ac:chgData name="Negar Hosseinimanesh" userId="792075530930629a" providerId="LiveId" clId="{481DE354-AC17-485C-ACD6-A78A1FB7DC51}" dt="2026-06-17T11:11:51.483" v="6989" actId="478"/>
          <ac:spMkLst>
            <pc:docMk/>
            <pc:sldMk cId="2376808191" sldId="297"/>
            <ac:spMk id="53" creationId="{6E329BC9-3502-4FFB-96BF-12D636176AA5}"/>
          </ac:spMkLst>
        </pc:spChg>
        <pc:spChg chg="add del mod">
          <ac:chgData name="Negar Hosseinimanesh" userId="792075530930629a" providerId="LiveId" clId="{481DE354-AC17-485C-ACD6-A78A1FB7DC51}" dt="2026-06-18T09:44:47.353" v="7840" actId="478"/>
          <ac:spMkLst>
            <pc:docMk/>
            <pc:sldMk cId="2376808191" sldId="297"/>
            <ac:spMk id="54" creationId="{2163D70C-C5B2-432E-8B5B-AE3FA9B08A95}"/>
          </ac:spMkLst>
        </pc:spChg>
        <pc:spChg chg="add del mod">
          <ac:chgData name="Negar Hosseinimanesh" userId="792075530930629a" providerId="LiveId" clId="{481DE354-AC17-485C-ACD6-A78A1FB7DC51}" dt="2026-06-18T09:44:46.656" v="7839" actId="478"/>
          <ac:spMkLst>
            <pc:docMk/>
            <pc:sldMk cId="2376808191" sldId="297"/>
            <ac:spMk id="55" creationId="{D4FF1762-4FE9-40E5-A517-027BCD8EF1A5}"/>
          </ac:spMkLst>
        </pc:spChg>
        <pc:spChg chg="add del mod">
          <ac:chgData name="Negar Hosseinimanesh" userId="792075530930629a" providerId="LiveId" clId="{481DE354-AC17-485C-ACD6-A78A1FB7DC51}" dt="2026-06-18T09:31:14.388" v="7645" actId="478"/>
          <ac:spMkLst>
            <pc:docMk/>
            <pc:sldMk cId="2376808191" sldId="297"/>
            <ac:spMk id="56" creationId="{8D6EB6DC-FF6F-4A94-9268-C439B76A6F6D}"/>
          </ac:spMkLst>
        </pc:spChg>
        <pc:spChg chg="add mod">
          <ac:chgData name="Negar Hosseinimanesh" userId="792075530930629a" providerId="LiveId" clId="{481DE354-AC17-485C-ACD6-A78A1FB7DC51}" dt="2026-06-25T16:46:42.131" v="8887" actId="20577"/>
          <ac:spMkLst>
            <pc:docMk/>
            <pc:sldMk cId="2376808191" sldId="297"/>
            <ac:spMk id="57" creationId="{7B72E2D8-22BF-4DA2-A66F-14ED5DF9D4BB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58" creationId="{29886A91-B183-4060-9402-752567200F29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0" creationId="{483D90AB-3100-4C3D-8C95-09AC19EACA3C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1" creationId="{A767E81C-F4D8-43AD-AE3D-D5ECFDA87031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2" creationId="{ED7A7D1D-97EE-4681-B2E1-D3D75078D56C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3" creationId="{E43DB6CB-EE08-4CD2-8814-C879C5AC16A2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4" creationId="{C3644885-3940-4E50-85E6-A196EE98AD2B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5" creationId="{CBCCC138-C2C5-4FDB-9A59-184B34C2FC9A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6" creationId="{59357121-37A4-4446-BD37-45B182846DC5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7" creationId="{C053DADD-4E02-4574-9E7E-19979FDC55CA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8" creationId="{136D09F8-ED0B-42D4-94DA-0EEF447812F4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69" creationId="{BAFC0343-8B0F-44C4-84B1-B0E94E3E314D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1" creationId="{4C55F464-4E99-4F63-872E-668F0BD913E2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2" creationId="{8411D4E3-DF33-4555-B9DF-1F9D10348337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3" creationId="{49602FAC-2011-4117-B766-AA70DCF5C6C0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5" creationId="{3BBD6906-9510-4AA1-A89E-884F0F2AF1C3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6" creationId="{441F47C7-025C-42FD-ACBF-06718B690A70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7" creationId="{7E85B8F0-634E-44B1-A727-914D97B15D89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8" creationId="{25A60D45-A6DB-4FF2-B4CA-E75557120D0B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79" creationId="{451C2F7B-AA42-4790-9F01-8C2794588AAA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81" creationId="{B7D65E57-D13F-4F7D-A40D-5100CB757E74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83" creationId="{CCEBFCDE-3E10-427D-B3E7-B750B0752513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84" creationId="{6DC2D53B-4756-49B8-B638-52F04FB8C9E4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85" creationId="{092E4E5C-CCB7-4DC5-8E42-D91673A1AC4E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86" creationId="{409FD4D7-3D93-474A-A117-91D23619981E}"/>
          </ac:spMkLst>
        </pc:spChg>
        <pc:spChg chg="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87" creationId="{49761FF7-F046-4196-A255-6092CD16252B}"/>
          </ac:spMkLst>
        </pc:spChg>
        <pc:spChg chg="add mod">
          <ac:chgData name="Negar Hosseinimanesh" userId="792075530930629a" providerId="LiveId" clId="{481DE354-AC17-485C-ACD6-A78A1FB7DC51}" dt="2026-06-17T11:12:04.404" v="6993"/>
          <ac:spMkLst>
            <pc:docMk/>
            <pc:sldMk cId="2376808191" sldId="297"/>
            <ac:spMk id="88" creationId="{C6642EEB-220C-4FD0-A5D7-440C3642F551}"/>
          </ac:spMkLst>
        </pc:spChg>
        <pc:grpChg chg="add del mod">
          <ac:chgData name="Negar Hosseinimanesh" userId="792075530930629a" providerId="LiveId" clId="{481DE354-AC17-485C-ACD6-A78A1FB7DC51}" dt="2026-06-17T11:11:51.483" v="6989" actId="478"/>
          <ac:grpSpMkLst>
            <pc:docMk/>
            <pc:sldMk cId="2376808191" sldId="297"/>
            <ac:grpSpMk id="35" creationId="{48F2181D-4450-4CB8-AAC2-61BE27100459}"/>
          </ac:grpSpMkLst>
        </pc:grpChg>
        <pc:grpChg chg="add del mod">
          <ac:chgData name="Negar Hosseinimanesh" userId="792075530930629a" providerId="LiveId" clId="{481DE354-AC17-485C-ACD6-A78A1FB7DC51}" dt="2026-06-17T11:11:51.483" v="6989" actId="478"/>
          <ac:grpSpMkLst>
            <pc:docMk/>
            <pc:sldMk cId="2376808191" sldId="297"/>
            <ac:grpSpMk id="39" creationId="{DF8658E7-37C5-4BD1-82BA-AE4F3693EB35}"/>
          </ac:grpSpMkLst>
        </pc:grpChg>
        <pc:grpChg chg="add del mod">
          <ac:chgData name="Negar Hosseinimanesh" userId="792075530930629a" providerId="LiveId" clId="{481DE354-AC17-485C-ACD6-A78A1FB7DC51}" dt="2026-06-17T11:11:51.483" v="6989" actId="478"/>
          <ac:grpSpMkLst>
            <pc:docMk/>
            <pc:sldMk cId="2376808191" sldId="297"/>
            <ac:grpSpMk id="45" creationId="{4DD98782-EF8B-4802-862C-87CFEB8F7F31}"/>
          </ac:grpSpMkLst>
        </pc:grpChg>
        <pc:grpChg chg="mod">
          <ac:chgData name="Negar Hosseinimanesh" userId="792075530930629a" providerId="LiveId" clId="{481DE354-AC17-485C-ACD6-A78A1FB7DC51}" dt="2026-06-15T11:43:01.319" v="4767" actId="207"/>
          <ac:grpSpMkLst>
            <pc:docMk/>
            <pc:sldMk cId="2376808191" sldId="297"/>
            <ac:grpSpMk id="47" creationId="{14631841-95B8-4AAC-B720-35EA53009D87}"/>
          </ac:grpSpMkLst>
        </pc:grpChg>
        <pc:grpChg chg="add mod">
          <ac:chgData name="Negar Hosseinimanesh" userId="792075530930629a" providerId="LiveId" clId="{481DE354-AC17-485C-ACD6-A78A1FB7DC51}" dt="2026-06-17T11:12:04.404" v="6993"/>
          <ac:grpSpMkLst>
            <pc:docMk/>
            <pc:sldMk cId="2376808191" sldId="297"/>
            <ac:grpSpMk id="70" creationId="{F74ECA06-A453-4FE7-958A-164E5A9D46BF}"/>
          </ac:grpSpMkLst>
        </pc:grpChg>
        <pc:grpChg chg="add mod">
          <ac:chgData name="Negar Hosseinimanesh" userId="792075530930629a" providerId="LiveId" clId="{481DE354-AC17-485C-ACD6-A78A1FB7DC51}" dt="2026-06-17T11:12:04.404" v="6993"/>
          <ac:grpSpMkLst>
            <pc:docMk/>
            <pc:sldMk cId="2376808191" sldId="297"/>
            <ac:grpSpMk id="74" creationId="{8490BE69-1C47-4B0C-A578-EF9F17F014EA}"/>
          </ac:grpSpMkLst>
        </pc:grpChg>
        <pc:grpChg chg="add mod">
          <ac:chgData name="Negar Hosseinimanesh" userId="792075530930629a" providerId="LiveId" clId="{481DE354-AC17-485C-ACD6-A78A1FB7DC51}" dt="2026-06-17T11:12:04.404" v="6993"/>
          <ac:grpSpMkLst>
            <pc:docMk/>
            <pc:sldMk cId="2376808191" sldId="297"/>
            <ac:grpSpMk id="80" creationId="{78685951-8985-4438-BDA8-B398F94BF666}"/>
          </ac:grpSpMkLst>
        </pc:grpChg>
        <pc:grpChg chg="mod">
          <ac:chgData name="Negar Hosseinimanesh" userId="792075530930629a" providerId="LiveId" clId="{481DE354-AC17-485C-ACD6-A78A1FB7DC51}" dt="2026-06-17T11:12:04.404" v="6993"/>
          <ac:grpSpMkLst>
            <pc:docMk/>
            <pc:sldMk cId="2376808191" sldId="297"/>
            <ac:grpSpMk id="82" creationId="{A9BD5102-1746-427B-9559-7323B5B44763}"/>
          </ac:grpSpMkLst>
        </pc:grpChg>
        <pc:graphicFrameChg chg="add del mod modGraphic">
          <ac:chgData name="Negar Hosseinimanesh" userId="792075530930629a" providerId="LiveId" clId="{481DE354-AC17-485C-ACD6-A78A1FB7DC51}" dt="2026-06-16T12:13:33.565" v="6507" actId="478"/>
          <ac:graphicFrameMkLst>
            <pc:docMk/>
            <pc:sldMk cId="2376808191" sldId="297"/>
            <ac:graphicFrameMk id="53" creationId="{FE931BE1-B717-400C-8259-36C2F8A422C9}"/>
          </ac:graphicFrameMkLst>
        </pc:graphicFrameChg>
        <pc:picChg chg="add del mod modCrop">
          <ac:chgData name="Negar Hosseinimanesh" userId="792075530930629a" providerId="LiveId" clId="{481DE354-AC17-485C-ACD6-A78A1FB7DC51}" dt="2026-06-17T11:11:51.483" v="6989" actId="478"/>
          <ac:picMkLst>
            <pc:docMk/>
            <pc:sldMk cId="2376808191" sldId="297"/>
            <ac:picMk id="3" creationId="{E3DACDA6-3E9A-4D16-914B-A83BF67AD8A8}"/>
          </ac:picMkLst>
        </pc:picChg>
        <pc:picChg chg="add del mod modCrop">
          <ac:chgData name="Negar Hosseinimanesh" userId="792075530930629a" providerId="LiveId" clId="{481DE354-AC17-485C-ACD6-A78A1FB7DC51}" dt="2026-06-15T11:43:12.647" v="4770" actId="478"/>
          <ac:picMkLst>
            <pc:docMk/>
            <pc:sldMk cId="2376808191" sldId="297"/>
            <ac:picMk id="9" creationId="{0E4F1F8F-D5AE-47F5-9127-F786FA511F0A}"/>
          </ac:picMkLst>
        </pc:picChg>
        <pc:picChg chg="add del mod modCrop">
          <ac:chgData name="Negar Hosseinimanesh" userId="792075530930629a" providerId="LiveId" clId="{481DE354-AC17-485C-ACD6-A78A1FB7DC51}" dt="2026-06-17T11:11:51.483" v="6989" actId="478"/>
          <ac:picMkLst>
            <pc:docMk/>
            <pc:sldMk cId="2376808191" sldId="297"/>
            <ac:picMk id="10" creationId="{8DB8A6F2-A13C-4036-A53C-1E988EF64F00}"/>
          </ac:picMkLst>
        </pc:picChg>
        <pc:picChg chg="add del mod modCrop">
          <ac:chgData name="Negar Hosseinimanesh" userId="792075530930629a" providerId="LiveId" clId="{481DE354-AC17-485C-ACD6-A78A1FB7DC51}" dt="2026-06-15T11:39:47.522" v="4753" actId="478"/>
          <ac:picMkLst>
            <pc:docMk/>
            <pc:sldMk cId="2376808191" sldId="297"/>
            <ac:picMk id="12" creationId="{4F4AEDF4-4503-4654-9DDC-BA68C240B0A0}"/>
          </ac:picMkLst>
        </pc:picChg>
        <pc:picChg chg="add del mod modCrop">
          <ac:chgData name="Negar Hosseinimanesh" userId="792075530930629a" providerId="LiveId" clId="{481DE354-AC17-485C-ACD6-A78A1FB7DC51}" dt="2026-06-15T11:38:45.821" v="4745" actId="478"/>
          <ac:picMkLst>
            <pc:docMk/>
            <pc:sldMk cId="2376808191" sldId="297"/>
            <ac:picMk id="13" creationId="{BBBFEC41-98F7-44A2-B541-7CED8D0F94EF}"/>
          </ac:picMkLst>
        </pc:picChg>
        <pc:picChg chg="add mod">
          <ac:chgData name="Negar Hosseinimanesh" userId="792075530930629a" providerId="LiveId" clId="{481DE354-AC17-485C-ACD6-A78A1FB7DC51}" dt="2026-06-17T11:12:04.404" v="6993"/>
          <ac:picMkLst>
            <pc:docMk/>
            <pc:sldMk cId="2376808191" sldId="297"/>
            <ac:picMk id="59" creationId="{0A91A763-623C-4DEF-A712-A4643BCBDCDE}"/>
          </ac:picMkLst>
        </pc:picChg>
        <pc:picChg chg="add mod">
          <ac:chgData name="Negar Hosseinimanesh" userId="792075530930629a" providerId="LiveId" clId="{481DE354-AC17-485C-ACD6-A78A1FB7DC51}" dt="2026-06-17T11:12:04.404" v="6993"/>
          <ac:picMkLst>
            <pc:docMk/>
            <pc:sldMk cId="2376808191" sldId="297"/>
            <ac:picMk id="89" creationId="{1E2BAE28-31A9-4AB4-8F77-0D0FED01F4DB}"/>
          </ac:picMkLst>
        </pc:picChg>
      </pc:sldChg>
      <pc:sldChg chg="addSp delSp modSp new del mod">
        <pc:chgData name="Negar Hosseinimanesh" userId="792075530930629a" providerId="LiveId" clId="{481DE354-AC17-485C-ACD6-A78A1FB7DC51}" dt="2026-06-11T12:29:39.298" v="2756" actId="47"/>
        <pc:sldMkLst>
          <pc:docMk/>
          <pc:sldMk cId="3730122158" sldId="297"/>
        </pc:sldMkLst>
        <pc:spChg chg="del mod">
          <ac:chgData name="Negar Hosseinimanesh" userId="792075530930629a" providerId="LiveId" clId="{481DE354-AC17-485C-ACD6-A78A1FB7DC51}" dt="2026-06-11T12:22:51.908" v="2662" actId="21"/>
          <ac:spMkLst>
            <pc:docMk/>
            <pc:sldMk cId="3730122158" sldId="297"/>
            <ac:spMk id="2" creationId="{3DE3AC67-AFC9-4B5B-BA76-6C64D5D994A2}"/>
          </ac:spMkLst>
        </pc:spChg>
        <pc:spChg chg="add del mod">
          <ac:chgData name="Negar Hosseinimanesh" userId="792075530930629a" providerId="LiveId" clId="{481DE354-AC17-485C-ACD6-A78A1FB7DC51}" dt="2026-06-11T12:11:56.961" v="2425" actId="478"/>
          <ac:spMkLst>
            <pc:docMk/>
            <pc:sldMk cId="3730122158" sldId="297"/>
            <ac:spMk id="5" creationId="{D281B60B-992A-4A10-B6D4-F26AF7812F43}"/>
          </ac:spMkLst>
        </pc:spChg>
        <pc:spChg chg="add mod">
          <ac:chgData name="Negar Hosseinimanesh" userId="792075530930629a" providerId="LiveId" clId="{481DE354-AC17-485C-ACD6-A78A1FB7DC51}" dt="2026-06-11T12:12:11.803" v="2446" actId="20577"/>
          <ac:spMkLst>
            <pc:docMk/>
            <pc:sldMk cId="3730122158" sldId="297"/>
            <ac:spMk id="6" creationId="{ED1000AC-E528-4B10-A089-FF1068890CC2}"/>
          </ac:spMkLst>
        </pc:spChg>
        <pc:spChg chg="add">
          <ac:chgData name="Negar Hosseinimanesh" userId="792075530930629a" providerId="LiveId" clId="{481DE354-AC17-485C-ACD6-A78A1FB7DC51}" dt="2026-06-11T12:12:19.636" v="2447" actId="11529"/>
          <ac:spMkLst>
            <pc:docMk/>
            <pc:sldMk cId="3730122158" sldId="297"/>
            <ac:spMk id="7" creationId="{F54CB8A0-14E7-47B4-B5E1-3891C11C22D7}"/>
          </ac:spMkLst>
        </pc:spChg>
        <pc:spChg chg="add mod">
          <ac:chgData name="Negar Hosseinimanesh" userId="792075530930629a" providerId="LiveId" clId="{481DE354-AC17-485C-ACD6-A78A1FB7DC51}" dt="2026-06-11T12:12:46.743" v="2486" actId="122"/>
          <ac:spMkLst>
            <pc:docMk/>
            <pc:sldMk cId="3730122158" sldId="297"/>
            <ac:spMk id="8" creationId="{E45A92B5-F268-4660-AEA4-C624CF4AE9E3}"/>
          </ac:spMkLst>
        </pc:spChg>
        <pc:spChg chg="add mod">
          <ac:chgData name="Negar Hosseinimanesh" userId="792075530930629a" providerId="LiveId" clId="{481DE354-AC17-485C-ACD6-A78A1FB7DC51}" dt="2026-06-11T12:22:51.923" v="2663" actId="27636"/>
          <ac:spMkLst>
            <pc:docMk/>
            <pc:sldMk cId="3730122158" sldId="297"/>
            <ac:spMk id="10" creationId="{2CC07CE1-49C8-4D06-A332-2766A300EC01}"/>
          </ac:spMkLst>
        </pc:spChg>
        <pc:picChg chg="add mod">
          <ac:chgData name="Negar Hosseinimanesh" userId="792075530930629a" providerId="LiveId" clId="{481DE354-AC17-485C-ACD6-A78A1FB7DC51}" dt="2026-06-11T12:23:16.947" v="2697" actId="1076"/>
          <ac:picMkLst>
            <pc:docMk/>
            <pc:sldMk cId="3730122158" sldId="297"/>
            <ac:picMk id="4" creationId="{FA8ED168-362D-4841-897D-742B2BCADA33}"/>
          </ac:picMkLst>
        </pc:picChg>
      </pc:sldChg>
      <pc:sldChg chg="addSp delSp modSp new mod">
        <pc:chgData name="Negar Hosseinimanesh" userId="792075530930629a" providerId="LiveId" clId="{481DE354-AC17-485C-ACD6-A78A1FB7DC51}" dt="2026-06-25T16:46:35.508" v="8886" actId="20577"/>
        <pc:sldMkLst>
          <pc:docMk/>
          <pc:sldMk cId="23944700" sldId="298"/>
        </pc:sldMkLst>
        <pc:spChg chg="mod">
          <ac:chgData name="Negar Hosseinimanesh" userId="792075530930629a" providerId="LiveId" clId="{481DE354-AC17-485C-ACD6-A78A1FB7DC51}" dt="2026-06-25T16:46:35.508" v="8886" actId="20577"/>
          <ac:spMkLst>
            <pc:docMk/>
            <pc:sldMk cId="23944700" sldId="298"/>
            <ac:spMk id="2" creationId="{A55C7732-5DB2-4F9F-B005-C56B00C97850}"/>
          </ac:spMkLst>
        </pc:spChg>
        <pc:spChg chg="add del mod">
          <ac:chgData name="Negar Hosseinimanesh" userId="792075530930629a" providerId="LiveId" clId="{481DE354-AC17-485C-ACD6-A78A1FB7DC51}" dt="2026-06-15T11:02:54.804" v="4146" actId="478"/>
          <ac:spMkLst>
            <pc:docMk/>
            <pc:sldMk cId="23944700" sldId="298"/>
            <ac:spMk id="3" creationId="{F7F061B3-7D87-42A2-ABDB-B047C6EFF035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5" creationId="{4023F256-AD35-4665-B5BA-34FD0958872E}"/>
          </ac:spMkLst>
        </pc:spChg>
        <pc:spChg chg="add mod">
          <ac:chgData name="Negar Hosseinimanesh" userId="792075530930629a" providerId="LiveId" clId="{481DE354-AC17-485C-ACD6-A78A1FB7DC51}" dt="2026-06-17T11:11:23.170" v="6987" actId="1076"/>
          <ac:spMkLst>
            <pc:docMk/>
            <pc:sldMk cId="23944700" sldId="298"/>
            <ac:spMk id="6" creationId="{BFF8C0F0-215C-4812-A3FB-3AFE00191E38}"/>
          </ac:spMkLst>
        </pc:spChg>
        <pc:spChg chg="add del mod ord">
          <ac:chgData name="Negar Hosseinimanesh" userId="792075530930629a" providerId="LiveId" clId="{481DE354-AC17-485C-ACD6-A78A1FB7DC51}" dt="2026-06-17T11:11:25.848" v="6988" actId="167"/>
          <ac:spMkLst>
            <pc:docMk/>
            <pc:sldMk cId="23944700" sldId="298"/>
            <ac:spMk id="7" creationId="{4E0BA442-4D41-451A-BEF0-CAD94323DBB2}"/>
          </ac:spMkLst>
        </pc:spChg>
        <pc:spChg chg="add del mod ord">
          <ac:chgData name="Negar Hosseinimanesh" userId="792075530930629a" providerId="LiveId" clId="{481DE354-AC17-485C-ACD6-A78A1FB7DC51}" dt="2026-06-15T11:11:14.323" v="4333" actId="478"/>
          <ac:spMkLst>
            <pc:docMk/>
            <pc:sldMk cId="23944700" sldId="298"/>
            <ac:spMk id="9" creationId="{0049DA4C-DC68-43A9-A47A-F69E03C1D90E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0" creationId="{426F24D9-513A-4E33-AD1B-957702856731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1" creationId="{58E8F242-51F0-4D57-AACB-344F4087015D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2" creationId="{4C3C6287-2DEA-450B-A2E6-2C9B2F35432F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3" creationId="{F97E13EB-D507-4363-BB37-274252BF1A9E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4" creationId="{7F8EF08C-704E-40BC-9ECB-FDA3D951E687}"/>
          </ac:spMkLst>
        </pc:spChg>
        <pc:spChg chg="add del mod">
          <ac:chgData name="Negar Hosseinimanesh" userId="792075530930629a" providerId="LiveId" clId="{481DE354-AC17-485C-ACD6-A78A1FB7DC51}" dt="2026-06-15T11:12:33.206" v="4348" actId="478"/>
          <ac:spMkLst>
            <pc:docMk/>
            <pc:sldMk cId="23944700" sldId="298"/>
            <ac:spMk id="15" creationId="{C85F30CA-C67B-4640-B9EA-C53D81CF25AF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6" creationId="{7BBFBE96-C2DD-4621-BEEE-A3FE1557504C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7" creationId="{33673D7E-E8D2-4146-9100-7C037EAAA107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8" creationId="{8920A638-FAA6-49BA-B107-3BA758CF272B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19" creationId="{A4E55318-6118-4C18-B241-4F2CEC2B420F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20" creationId="{08B4CC48-9A19-4571-90AB-95C90BA6065F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21" creationId="{8CD454AE-6857-485D-9F4E-2C76117B2211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22" creationId="{3288B47D-F1B7-44F4-AEEE-DACF6BFC886F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23" creationId="{6D3D1EDA-FE24-49E2-BBC3-E6BCC87B8647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24" creationId="{6D3E0FC6-279D-40CF-9AEF-8D1F6D4E4AE0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25" creationId="{C3D9B34B-503A-4EB5-98FB-5F0C371275DC}"/>
          </ac:spMkLst>
        </pc:spChg>
        <pc:spChg chg="add mod">
          <ac:chgData name="Negar Hosseinimanesh" userId="792075530930629a" providerId="LiveId" clId="{481DE354-AC17-485C-ACD6-A78A1FB7DC51}" dt="2026-06-17T11:11:12.275" v="6985" actId="1076"/>
          <ac:spMkLst>
            <pc:docMk/>
            <pc:sldMk cId="23944700" sldId="298"/>
            <ac:spMk id="26" creationId="{4BD08492-49C3-48CF-A7BD-150AF115879F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27" creationId="{76052D7A-701A-42B0-BFE6-06B9CC41A34D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29" creationId="{579AC2EC-B660-43BB-98E6-92F23B9C462B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0" creationId="{412870D2-ED5B-4F1F-85E2-3DCB7D5659BE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1" creationId="{B7DFDF64-3944-46CE-8E45-FDE334256244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2" creationId="{5916E4ED-DFCC-43C4-B46C-9F07AAED5A30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3" creationId="{AE69DAB7-AEA5-47A7-B87F-50B7CEC16D52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4" creationId="{DDD4B16C-BF18-4D09-BD2E-20FCDF743CB3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5" creationId="{77B86D86-788B-4DBA-9F85-F44872ED45C2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6" creationId="{AA066985-0251-43D7-9FFA-44DE6D1F2380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7" creationId="{8789C349-ACCF-49BC-9583-12CD4FB70D7C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38" creationId="{C8CA3913-CC95-4EBC-BC23-05FF6F18B6E9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0" creationId="{3BABF1AC-624E-416C-92A4-D5DB5F241B59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1" creationId="{285789F5-0828-4442-973C-30533B6C391D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2" creationId="{CBFA70C1-5EF6-48A8-90FD-F59765F16029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4" creationId="{22BC8387-F74B-4493-B386-F475C7EC5ED6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5" creationId="{E812BE61-50F1-4297-9AA4-53E377C79ADC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6" creationId="{47038099-7BE6-4060-B5E4-ADA3B38974BF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7" creationId="{07E5B431-B070-4B2D-9BC1-FC7B7A79029E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48" creationId="{942F201D-0EAF-4A46-88C0-64EC08C2E4BD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50" creationId="{20476C8F-F61B-4BC3-A179-7AF5E772604E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52" creationId="{FCC7600E-456C-4903-8602-1B8AEF2680DA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53" creationId="{7B398210-9043-49B5-A0AB-7F7FB4BFD186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54" creationId="{D27F84CA-31B5-4D7A-AA05-15C560B4FA79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55" creationId="{574CE7F1-1626-466F-B064-16519984CE42}"/>
          </ac:spMkLst>
        </pc:spChg>
        <pc:spChg chg="mod">
          <ac:chgData name="Negar Hosseinimanesh" userId="792075530930629a" providerId="LiveId" clId="{481DE354-AC17-485C-ACD6-A78A1FB7DC51}" dt="2026-06-17T10:41:43.478" v="6781"/>
          <ac:spMkLst>
            <pc:docMk/>
            <pc:sldMk cId="23944700" sldId="298"/>
            <ac:spMk id="56" creationId="{B73C67AB-E6D6-4ABD-A919-AFA2B7530914}"/>
          </ac:spMkLst>
        </pc:spChg>
        <pc:spChg chg="add del mod">
          <ac:chgData name="Negar Hosseinimanesh" userId="792075530930629a" providerId="LiveId" clId="{481DE354-AC17-485C-ACD6-A78A1FB7DC51}" dt="2026-06-17T10:41:52.372" v="6782"/>
          <ac:spMkLst>
            <pc:docMk/>
            <pc:sldMk cId="23944700" sldId="298"/>
            <ac:spMk id="57" creationId="{0FB7521B-C265-4E47-AE81-08ADD8CBC731}"/>
          </ac:spMkLst>
        </pc:spChg>
        <pc:spChg chg="add mod">
          <ac:chgData name="Negar Hosseinimanesh" userId="792075530930629a" providerId="LiveId" clId="{481DE354-AC17-485C-ACD6-A78A1FB7DC51}" dt="2026-06-18T09:31:46.730" v="7651" actId="20577"/>
          <ac:spMkLst>
            <pc:docMk/>
            <pc:sldMk cId="23944700" sldId="298"/>
            <ac:spMk id="58" creationId="{4A4D109B-8E04-4CAC-89CA-637CD9510477}"/>
          </ac:spMkLst>
        </pc:spChg>
        <pc:spChg chg="add del mod">
          <ac:chgData name="Negar Hosseinimanesh" userId="792075530930629a" providerId="LiveId" clId="{481DE354-AC17-485C-ACD6-A78A1FB7DC51}" dt="2026-06-18T09:44:52.739" v="7843" actId="478"/>
          <ac:spMkLst>
            <pc:docMk/>
            <pc:sldMk cId="23944700" sldId="298"/>
            <ac:spMk id="59" creationId="{41B77B82-C5C8-4D03-B6D3-602C1F0F3790}"/>
          </ac:spMkLst>
        </pc:spChg>
        <pc:spChg chg="add del mod">
          <ac:chgData name="Negar Hosseinimanesh" userId="792075530930629a" providerId="LiveId" clId="{481DE354-AC17-485C-ACD6-A78A1FB7DC51}" dt="2026-06-18T09:44:51.781" v="7842" actId="478"/>
          <ac:spMkLst>
            <pc:docMk/>
            <pc:sldMk cId="23944700" sldId="298"/>
            <ac:spMk id="60" creationId="{A83CE05F-EB7D-448A-805C-3B492C63913B}"/>
          </ac:spMkLst>
        </pc:spChg>
        <pc:spChg chg="add del mod">
          <ac:chgData name="Negar Hosseinimanesh" userId="792075530930629a" providerId="LiveId" clId="{481DE354-AC17-485C-ACD6-A78A1FB7DC51}" dt="2026-06-18T09:31:44.386" v="7649" actId="478"/>
          <ac:spMkLst>
            <pc:docMk/>
            <pc:sldMk cId="23944700" sldId="298"/>
            <ac:spMk id="61" creationId="{C77A4ADA-2A88-45DF-BAAC-B675DF63808C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62" creationId="{ABC39829-B4D0-4F3F-8BF7-AEA93F2DE576}"/>
          </ac:spMkLst>
        </pc:spChg>
        <pc:spChg chg="add del mod">
          <ac:chgData name="Negar Hosseinimanesh" userId="792075530930629a" providerId="LiveId" clId="{481DE354-AC17-485C-ACD6-A78A1FB7DC51}" dt="2026-06-17T11:08:14.952" v="6935" actId="478"/>
          <ac:spMkLst>
            <pc:docMk/>
            <pc:sldMk cId="23944700" sldId="298"/>
            <ac:spMk id="64" creationId="{A2959053-8BE9-4C61-9F9E-76BF9004DFC7}"/>
          </ac:spMkLst>
        </pc:spChg>
        <pc:spChg chg="add mod">
          <ac:chgData name="Negar Hosseinimanesh" userId="792075530930629a" providerId="LiveId" clId="{481DE354-AC17-485C-ACD6-A78A1FB7DC51}" dt="2026-06-18T09:44:53.989" v="7844"/>
          <ac:spMkLst>
            <pc:docMk/>
            <pc:sldMk cId="23944700" sldId="298"/>
            <ac:spMk id="64" creationId="{B418B0C6-FC2E-4418-ACCE-B4497EF704E2}"/>
          </ac:spMkLst>
        </pc:spChg>
        <pc:spChg chg="add del mod">
          <ac:chgData name="Negar Hosseinimanesh" userId="792075530930629a" providerId="LiveId" clId="{481DE354-AC17-485C-ACD6-A78A1FB7DC51}" dt="2026-06-17T11:08:19.399" v="6937" actId="478"/>
          <ac:spMkLst>
            <pc:docMk/>
            <pc:sldMk cId="23944700" sldId="298"/>
            <ac:spMk id="65" creationId="{ABD5A3B5-31A3-4C6F-8CEA-52D2F216838D}"/>
          </ac:spMkLst>
        </pc:spChg>
        <pc:spChg chg="add del mod">
          <ac:chgData name="Negar Hosseinimanesh" userId="792075530930629a" providerId="LiveId" clId="{481DE354-AC17-485C-ACD6-A78A1FB7DC51}" dt="2026-06-17T11:08:18.073" v="6936" actId="478"/>
          <ac:spMkLst>
            <pc:docMk/>
            <pc:sldMk cId="23944700" sldId="298"/>
            <ac:spMk id="66" creationId="{B871E382-324C-4473-8513-CFE1A8930021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67" creationId="{6266513D-1966-4B22-BD4D-FB41E5C68331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68" creationId="{0827A502-D7A0-438A-833E-0550DC89CFD8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69" creationId="{F7471917-1B4D-4EFA-A3A2-2AC9860C2049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70" creationId="{0A6044DE-C878-4787-84FF-349EC40A32DA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71" creationId="{D140760E-7F61-4CB0-911D-0D109CAA5A7E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72" creationId="{C91DCDD4-3816-4A54-851B-4E88604E1AB2}"/>
          </ac:spMkLst>
        </pc:spChg>
        <pc:spChg chg="add mod">
          <ac:chgData name="Negar Hosseinimanesh" userId="792075530930629a" providerId="LiveId" clId="{481DE354-AC17-485C-ACD6-A78A1FB7DC51}" dt="2026-06-17T11:08:31.064" v="6939" actId="1076"/>
          <ac:spMkLst>
            <pc:docMk/>
            <pc:sldMk cId="23944700" sldId="298"/>
            <ac:spMk id="73" creationId="{466658EE-3213-4F96-A411-419F48B8ADD5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75" creationId="{D0CC0ACC-7FFB-4B60-BB9C-ABA854AEEDAF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76" creationId="{59E94E07-A88A-41FD-A830-A64EFCAB533B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77" creationId="{11837274-371D-4977-97CB-2DB47BD62422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79" creationId="{BA97DF48-0EA5-4DF6-A00D-1D3607DF65EE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0" creationId="{C5D5682A-89F3-4C80-A9F7-6A6EEC5DD40B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1" creationId="{A326B18C-6AD7-4DA6-AD2F-5A58371EE45F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2" creationId="{2E416688-6573-418D-9F21-A11C7A5F8893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3" creationId="{1918C289-A241-4114-8106-D013B8CAB5C4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5" creationId="{3A861F89-56C1-44C8-97FF-C2669E866C88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7" creationId="{249B4F6C-AC08-44CD-BF69-DE2D8C8650D2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8" creationId="{6766789B-0624-4159-B386-627DCAB8E2DC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89" creationId="{907D468D-8FB3-4E32-8838-7F95EBFE53C0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90" creationId="{5BAE792A-E7D9-4A3A-9AF2-107EF64A4084}"/>
          </ac:spMkLst>
        </pc:spChg>
        <pc:spChg chg="mod">
          <ac:chgData name="Negar Hosseinimanesh" userId="792075530930629a" providerId="LiveId" clId="{481DE354-AC17-485C-ACD6-A78A1FB7DC51}" dt="2026-06-17T10:47:29.076" v="6929"/>
          <ac:spMkLst>
            <pc:docMk/>
            <pc:sldMk cId="23944700" sldId="298"/>
            <ac:spMk id="91" creationId="{975B48EA-7CC5-487A-9DFD-952AF246A4C3}"/>
          </ac:spMkLst>
        </pc:spChg>
        <pc:spChg chg="add del mod">
          <ac:chgData name="Negar Hosseinimanesh" userId="792075530930629a" providerId="LiveId" clId="{481DE354-AC17-485C-ACD6-A78A1FB7DC51}" dt="2026-06-17T11:08:11.831" v="6931" actId="478"/>
          <ac:spMkLst>
            <pc:docMk/>
            <pc:sldMk cId="23944700" sldId="298"/>
            <ac:spMk id="92" creationId="{259481B7-EB02-41AC-AC14-11CA388694FC}"/>
          </ac:spMkLst>
        </pc:spChg>
        <pc:spChg chg="add mod">
          <ac:chgData name="Negar Hosseinimanesh" userId="792075530930629a" providerId="LiveId" clId="{481DE354-AC17-485C-ACD6-A78A1FB7DC51}" dt="2026-06-17T11:10:50.255" v="6981" actId="1076"/>
          <ac:spMkLst>
            <pc:docMk/>
            <pc:sldMk cId="23944700" sldId="298"/>
            <ac:spMk id="94" creationId="{03BBFC8A-E86A-4258-9D6C-F5125529F871}"/>
          </ac:spMkLst>
        </pc:spChg>
        <pc:spChg chg="add mod">
          <ac:chgData name="Negar Hosseinimanesh" userId="792075530930629a" providerId="LiveId" clId="{481DE354-AC17-485C-ACD6-A78A1FB7DC51}" dt="2026-06-17T11:10:50.255" v="6981" actId="1076"/>
          <ac:spMkLst>
            <pc:docMk/>
            <pc:sldMk cId="23944700" sldId="298"/>
            <ac:spMk id="95" creationId="{C4F2DCB6-D9EB-41BC-AAB1-5526FE54AF0A}"/>
          </ac:spMkLst>
        </pc:spChg>
        <pc:spChg chg="add mod">
          <ac:chgData name="Negar Hosseinimanesh" userId="792075530930629a" providerId="LiveId" clId="{481DE354-AC17-485C-ACD6-A78A1FB7DC51}" dt="2026-06-17T11:10:50.255" v="6981" actId="1076"/>
          <ac:spMkLst>
            <pc:docMk/>
            <pc:sldMk cId="23944700" sldId="298"/>
            <ac:spMk id="96" creationId="{5018283B-81BF-4E5A-BFD7-1F6341998C9F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98" creationId="{F475B299-419F-40B1-8E9E-79271A039EB1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99" creationId="{B1787FBC-973C-4B36-B78A-397A6A6DDD85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00" creationId="{51D2B202-5389-4DC0-83AB-2C51C3373D00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02" creationId="{1FEFC264-2591-4C6E-853C-18EB3F0E5EAF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03" creationId="{AED3ADD1-3902-436F-85EC-63D08C1FF57A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04" creationId="{20B8E7B6-8FD9-4E7B-BEB7-8C1AE6D97E20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05" creationId="{EC8A183B-7267-4693-87A7-681CC64EC518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06" creationId="{69C21C43-9567-442D-936E-9166CA99BC50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08" creationId="{C6FB8A0E-3FB6-4A8A-8047-6B1E927696A8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10" creationId="{21D7AFCB-37A4-4D2A-8E0C-D38D1005CE22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11" creationId="{DE853FFC-84DD-4F6E-BC99-BA76D9FB2C59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12" creationId="{17E1C47F-59AC-4E7B-B6E3-6144EF1D506D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13" creationId="{6E389E6B-7F04-4EC6-A166-2C006896EB51}"/>
          </ac:spMkLst>
        </pc:spChg>
        <pc:spChg chg="mod">
          <ac:chgData name="Negar Hosseinimanesh" userId="792075530930629a" providerId="LiveId" clId="{481DE354-AC17-485C-ACD6-A78A1FB7DC51}" dt="2026-06-17T11:10:44.390" v="6980"/>
          <ac:spMkLst>
            <pc:docMk/>
            <pc:sldMk cId="23944700" sldId="298"/>
            <ac:spMk id="114" creationId="{0811A802-6DD9-4E89-A638-A2B289F4F63B}"/>
          </ac:spMkLst>
        </pc:spChg>
        <pc:spChg chg="add mod">
          <ac:chgData name="Negar Hosseinimanesh" userId="792075530930629a" providerId="LiveId" clId="{481DE354-AC17-485C-ACD6-A78A1FB7DC51}" dt="2026-06-17T11:10:50.255" v="6981" actId="1076"/>
          <ac:spMkLst>
            <pc:docMk/>
            <pc:sldMk cId="23944700" sldId="298"/>
            <ac:spMk id="115" creationId="{0F2E2D85-0E34-4FF3-96ED-F9A5A14674E2}"/>
          </ac:spMkLst>
        </pc:spChg>
        <pc:grpChg chg="add del mod">
          <ac:chgData name="Negar Hosseinimanesh" userId="792075530930629a" providerId="LiveId" clId="{481DE354-AC17-485C-ACD6-A78A1FB7DC51}" dt="2026-06-17T10:41:52.372" v="6782"/>
          <ac:grpSpMkLst>
            <pc:docMk/>
            <pc:sldMk cId="23944700" sldId="298"/>
            <ac:grpSpMk id="39" creationId="{B3448022-9174-42BB-8725-0CA68F2B7480}"/>
          </ac:grpSpMkLst>
        </pc:grpChg>
        <pc:grpChg chg="add del mod">
          <ac:chgData name="Negar Hosseinimanesh" userId="792075530930629a" providerId="LiveId" clId="{481DE354-AC17-485C-ACD6-A78A1FB7DC51}" dt="2026-06-17T10:41:52.372" v="6782"/>
          <ac:grpSpMkLst>
            <pc:docMk/>
            <pc:sldMk cId="23944700" sldId="298"/>
            <ac:grpSpMk id="43" creationId="{DAF8B3E3-1DA9-4567-A121-758B5A190257}"/>
          </ac:grpSpMkLst>
        </pc:grpChg>
        <pc:grpChg chg="add del mod">
          <ac:chgData name="Negar Hosseinimanesh" userId="792075530930629a" providerId="LiveId" clId="{481DE354-AC17-485C-ACD6-A78A1FB7DC51}" dt="2026-06-17T10:41:52.372" v="6782"/>
          <ac:grpSpMkLst>
            <pc:docMk/>
            <pc:sldMk cId="23944700" sldId="298"/>
            <ac:grpSpMk id="49" creationId="{8413F0B0-3D5F-48EA-AB96-BEB9386BDA85}"/>
          </ac:grpSpMkLst>
        </pc:grpChg>
        <pc:grpChg chg="mod">
          <ac:chgData name="Negar Hosseinimanesh" userId="792075530930629a" providerId="LiveId" clId="{481DE354-AC17-485C-ACD6-A78A1FB7DC51}" dt="2026-06-17T10:41:43.478" v="6781"/>
          <ac:grpSpMkLst>
            <pc:docMk/>
            <pc:sldMk cId="23944700" sldId="298"/>
            <ac:grpSpMk id="51" creationId="{B53520BE-CC0A-44EA-BE94-F84F17B0FBBC}"/>
          </ac:grpSpMkLst>
        </pc:grpChg>
        <pc:grpChg chg="add del mod">
          <ac:chgData name="Negar Hosseinimanesh" userId="792075530930629a" providerId="LiveId" clId="{481DE354-AC17-485C-ACD6-A78A1FB7DC51}" dt="2026-06-17T11:08:13.920" v="6934" actId="478"/>
          <ac:grpSpMkLst>
            <pc:docMk/>
            <pc:sldMk cId="23944700" sldId="298"/>
            <ac:grpSpMk id="74" creationId="{346390B9-AB97-4634-84FC-7EF393383C08}"/>
          </ac:grpSpMkLst>
        </pc:grpChg>
        <pc:grpChg chg="add del mod">
          <ac:chgData name="Negar Hosseinimanesh" userId="792075530930629a" providerId="LiveId" clId="{481DE354-AC17-485C-ACD6-A78A1FB7DC51}" dt="2026-06-17T11:08:13.399" v="6933" actId="478"/>
          <ac:grpSpMkLst>
            <pc:docMk/>
            <pc:sldMk cId="23944700" sldId="298"/>
            <ac:grpSpMk id="78" creationId="{BF588EA3-903C-446A-B893-E8C3DA338997}"/>
          </ac:grpSpMkLst>
        </pc:grpChg>
        <pc:grpChg chg="add del mod">
          <ac:chgData name="Negar Hosseinimanesh" userId="792075530930629a" providerId="LiveId" clId="{481DE354-AC17-485C-ACD6-A78A1FB7DC51}" dt="2026-06-17T11:08:12.799" v="6932" actId="478"/>
          <ac:grpSpMkLst>
            <pc:docMk/>
            <pc:sldMk cId="23944700" sldId="298"/>
            <ac:grpSpMk id="84" creationId="{720B660F-902B-41D8-830C-F1BF05D06E07}"/>
          </ac:grpSpMkLst>
        </pc:grpChg>
        <pc:grpChg chg="mod">
          <ac:chgData name="Negar Hosseinimanesh" userId="792075530930629a" providerId="LiveId" clId="{481DE354-AC17-485C-ACD6-A78A1FB7DC51}" dt="2026-06-17T10:47:29.076" v="6929"/>
          <ac:grpSpMkLst>
            <pc:docMk/>
            <pc:sldMk cId="23944700" sldId="298"/>
            <ac:grpSpMk id="86" creationId="{920FAEE2-2E5E-4B3B-BFD8-6581C2E6B7F5}"/>
          </ac:grpSpMkLst>
        </pc:grpChg>
        <pc:grpChg chg="add mod">
          <ac:chgData name="Negar Hosseinimanesh" userId="792075530930629a" providerId="LiveId" clId="{481DE354-AC17-485C-ACD6-A78A1FB7DC51}" dt="2026-06-17T11:10:50.255" v="6981" actId="1076"/>
          <ac:grpSpMkLst>
            <pc:docMk/>
            <pc:sldMk cId="23944700" sldId="298"/>
            <ac:grpSpMk id="97" creationId="{8F1449E9-C3D2-44A4-8EC1-A826C15CB972}"/>
          </ac:grpSpMkLst>
        </pc:grpChg>
        <pc:grpChg chg="add mod">
          <ac:chgData name="Negar Hosseinimanesh" userId="792075530930629a" providerId="LiveId" clId="{481DE354-AC17-485C-ACD6-A78A1FB7DC51}" dt="2026-06-17T11:10:50.255" v="6981" actId="1076"/>
          <ac:grpSpMkLst>
            <pc:docMk/>
            <pc:sldMk cId="23944700" sldId="298"/>
            <ac:grpSpMk id="101" creationId="{7F9F5107-DF82-4B31-985F-EBB19D5FB1AD}"/>
          </ac:grpSpMkLst>
        </pc:grpChg>
        <pc:grpChg chg="add mod">
          <ac:chgData name="Negar Hosseinimanesh" userId="792075530930629a" providerId="LiveId" clId="{481DE354-AC17-485C-ACD6-A78A1FB7DC51}" dt="2026-06-17T11:10:50.255" v="6981" actId="1076"/>
          <ac:grpSpMkLst>
            <pc:docMk/>
            <pc:sldMk cId="23944700" sldId="298"/>
            <ac:grpSpMk id="107" creationId="{BA6249C3-630E-4991-8A58-A62D2C0D3E0A}"/>
          </ac:grpSpMkLst>
        </pc:grpChg>
        <pc:grpChg chg="mod">
          <ac:chgData name="Negar Hosseinimanesh" userId="792075530930629a" providerId="LiveId" clId="{481DE354-AC17-485C-ACD6-A78A1FB7DC51}" dt="2026-06-17T11:10:44.390" v="6980"/>
          <ac:grpSpMkLst>
            <pc:docMk/>
            <pc:sldMk cId="23944700" sldId="298"/>
            <ac:grpSpMk id="109" creationId="{81AC4E87-2281-4781-8D22-5B8729707945}"/>
          </ac:grpSpMkLst>
        </pc:grpChg>
        <pc:picChg chg="add mod ord">
          <ac:chgData name="Negar Hosseinimanesh" userId="792075530930629a" providerId="LiveId" clId="{481DE354-AC17-485C-ACD6-A78A1FB7DC51}" dt="2026-06-17T11:11:19.344" v="6986" actId="167"/>
          <ac:picMkLst>
            <pc:docMk/>
            <pc:sldMk cId="23944700" sldId="298"/>
            <ac:picMk id="4" creationId="{299912DE-A51D-44FA-BF4B-B1F387FAF693}"/>
          </ac:picMkLst>
        </pc:picChg>
        <pc:picChg chg="add del mod">
          <ac:chgData name="Negar Hosseinimanesh" userId="792075530930629a" providerId="LiveId" clId="{481DE354-AC17-485C-ACD6-A78A1FB7DC51}" dt="2026-06-17T10:41:52.372" v="6782"/>
          <ac:picMkLst>
            <pc:docMk/>
            <pc:sldMk cId="23944700" sldId="298"/>
            <ac:picMk id="28" creationId="{732BCD47-DCB9-44FC-89FC-A56885E4C701}"/>
          </ac:picMkLst>
        </pc:picChg>
        <pc:picChg chg="add del mod">
          <ac:chgData name="Negar Hosseinimanesh" userId="792075530930629a" providerId="LiveId" clId="{481DE354-AC17-485C-ACD6-A78A1FB7DC51}" dt="2026-06-17T10:41:52.372" v="6782"/>
          <ac:picMkLst>
            <pc:docMk/>
            <pc:sldMk cId="23944700" sldId="298"/>
            <ac:picMk id="58" creationId="{88DB9E14-65BF-43E0-BCA3-9DFEA178249F}"/>
          </ac:picMkLst>
        </pc:picChg>
        <pc:picChg chg="add mod">
          <ac:chgData name="Negar Hosseinimanesh" userId="792075530930629a" providerId="LiveId" clId="{481DE354-AC17-485C-ACD6-A78A1FB7DC51}" dt="2026-06-17T11:08:31.064" v="6939" actId="1076"/>
          <ac:picMkLst>
            <pc:docMk/>
            <pc:sldMk cId="23944700" sldId="298"/>
            <ac:picMk id="63" creationId="{1AB63CC8-7E00-4B78-88EF-188444C469E9}"/>
          </ac:picMkLst>
        </pc:picChg>
        <pc:picChg chg="add del mod">
          <ac:chgData name="Negar Hosseinimanesh" userId="792075530930629a" providerId="LiveId" clId="{481DE354-AC17-485C-ACD6-A78A1FB7DC51}" dt="2026-06-17T11:08:10.376" v="6930" actId="478"/>
          <ac:picMkLst>
            <pc:docMk/>
            <pc:sldMk cId="23944700" sldId="298"/>
            <ac:picMk id="93" creationId="{0F1DBC49-DAA4-4543-BB22-BF4F683A1173}"/>
          </ac:picMkLst>
        </pc:picChg>
        <pc:picChg chg="add mod">
          <ac:chgData name="Negar Hosseinimanesh" userId="792075530930629a" providerId="LiveId" clId="{481DE354-AC17-485C-ACD6-A78A1FB7DC51}" dt="2026-06-17T11:10:50.255" v="6981" actId="1076"/>
          <ac:picMkLst>
            <pc:docMk/>
            <pc:sldMk cId="23944700" sldId="298"/>
            <ac:picMk id="116" creationId="{66E8DFDB-9872-44E4-B1DD-4B93FC2C88C5}"/>
          </ac:picMkLst>
        </pc:picChg>
      </pc:sldChg>
      <pc:sldChg chg="addSp delSp modSp new del mod modNotes">
        <pc:chgData name="Negar Hosseinimanesh" userId="792075530930629a" providerId="LiveId" clId="{481DE354-AC17-485C-ACD6-A78A1FB7DC51}" dt="2026-06-17T11:24:20.783" v="7196" actId="47"/>
        <pc:sldMkLst>
          <pc:docMk/>
          <pc:sldMk cId="3148258339" sldId="299"/>
        </pc:sldMkLst>
        <pc:spChg chg="mod">
          <ac:chgData name="Negar Hosseinimanesh" userId="792075530930629a" providerId="LiveId" clId="{481DE354-AC17-485C-ACD6-A78A1FB7DC51}" dt="2026-06-17T11:13:10.068" v="7002" actId="1076"/>
          <ac:spMkLst>
            <pc:docMk/>
            <pc:sldMk cId="3148258339" sldId="299"/>
            <ac:spMk id="2" creationId="{48108D08-58E9-4BC5-99BE-6BF2C6550685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3" creationId="{E4521F0D-A923-4672-98F5-6C627D6EC2B8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4" creationId="{92BB1812-986D-4E2D-BE5F-AA81093D367B}"/>
          </ac:spMkLst>
        </pc:spChg>
        <pc:spChg chg="add del mod">
          <ac:chgData name="Negar Hosseinimanesh" userId="792075530930629a" providerId="LiveId" clId="{481DE354-AC17-485C-ACD6-A78A1FB7DC51}" dt="2026-06-17T11:23:25.201" v="7186" actId="21"/>
          <ac:spMkLst>
            <pc:docMk/>
            <pc:sldMk cId="3148258339" sldId="299"/>
            <ac:spMk id="5" creationId="{BB69371C-C56E-4F5B-A03F-D01A17A4E196}"/>
          </ac:spMkLst>
        </pc:spChg>
        <pc:spChg chg="add del mod">
          <ac:chgData name="Negar Hosseinimanesh" userId="792075530930629a" providerId="LiveId" clId="{481DE354-AC17-485C-ACD6-A78A1FB7DC51}" dt="2026-06-16T11:24:37.948" v="5974" actId="21"/>
          <ac:spMkLst>
            <pc:docMk/>
            <pc:sldMk cId="3148258339" sldId="299"/>
            <ac:spMk id="6" creationId="{198ADADA-EC9B-4A18-B9E6-8F9E09C7941F}"/>
          </ac:spMkLst>
        </pc:spChg>
        <pc:spChg chg="add mod or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3" creationId="{3CCE8041-6D89-42AC-A48E-C725D21E7091}"/>
          </ac:spMkLst>
        </pc:spChg>
        <pc:spChg chg="add del mod">
          <ac:chgData name="Negar Hosseinimanesh" userId="792075530930629a" providerId="LiveId" clId="{481DE354-AC17-485C-ACD6-A78A1FB7DC51}" dt="2026-06-15T11:55:25.961" v="4844" actId="478"/>
          <ac:spMkLst>
            <pc:docMk/>
            <pc:sldMk cId="3148258339" sldId="299"/>
            <ac:spMk id="14" creationId="{59B1FB1E-54DE-4014-8436-DF82C0351551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5" creationId="{D263FFE4-CCE6-48AB-8B69-FB4E51E77D43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6" creationId="{6357D3B6-A4F5-4DAD-88BE-41F6F81AE2BA}"/>
          </ac:spMkLst>
        </pc:spChg>
        <pc:spChg chg="add del mod">
          <ac:chgData name="Negar Hosseinimanesh" userId="792075530930629a" providerId="LiveId" clId="{481DE354-AC17-485C-ACD6-A78A1FB7DC51}" dt="2026-06-15T11:56:26.874" v="4857" actId="478"/>
          <ac:spMkLst>
            <pc:docMk/>
            <pc:sldMk cId="3148258339" sldId="299"/>
            <ac:spMk id="17" creationId="{915F91BE-8CC3-44FD-BD81-E275FBDCB9FF}"/>
          </ac:spMkLst>
        </pc:spChg>
        <pc:spChg chg="add del mod">
          <ac:chgData name="Negar Hosseinimanesh" userId="792075530930629a" providerId="LiveId" clId="{481DE354-AC17-485C-ACD6-A78A1FB7DC51}" dt="2026-06-16T08:34:12.378" v="4971" actId="478"/>
          <ac:spMkLst>
            <pc:docMk/>
            <pc:sldMk cId="3148258339" sldId="299"/>
            <ac:spMk id="21" creationId="{8B6BFC53-0FA6-4238-A78F-0156AF40ADDD}"/>
          </ac:spMkLst>
        </pc:spChg>
        <pc:spChg chg="add del mod ord">
          <ac:chgData name="Negar Hosseinimanesh" userId="792075530930629a" providerId="LiveId" clId="{481DE354-AC17-485C-ACD6-A78A1FB7DC51}" dt="2026-06-16T08:40:51.306" v="5011" actId="478"/>
          <ac:spMkLst>
            <pc:docMk/>
            <pc:sldMk cId="3148258339" sldId="299"/>
            <ac:spMk id="22" creationId="{94E702E6-6792-4F52-8311-0F2042D24B3B}"/>
          </ac:spMkLst>
        </pc:spChg>
        <pc:spChg chg="add del mod">
          <ac:chgData name="Negar Hosseinimanesh" userId="792075530930629a" providerId="LiveId" clId="{481DE354-AC17-485C-ACD6-A78A1FB7DC51}" dt="2026-06-16T08:37:54.274" v="4978" actId="478"/>
          <ac:spMkLst>
            <pc:docMk/>
            <pc:sldMk cId="3148258339" sldId="299"/>
            <ac:spMk id="23" creationId="{5041464D-BE23-4CFD-B259-01E5459C1FCE}"/>
          </ac:spMkLst>
        </pc:spChg>
        <pc:spChg chg="add del mod">
          <ac:chgData name="Negar Hosseinimanesh" userId="792075530930629a" providerId="LiveId" clId="{481DE354-AC17-485C-ACD6-A78A1FB7DC51}" dt="2026-06-16T08:38:11.584" v="4981" actId="478"/>
          <ac:spMkLst>
            <pc:docMk/>
            <pc:sldMk cId="3148258339" sldId="299"/>
            <ac:spMk id="24" creationId="{3451D779-7450-430D-A198-4973FF924AC2}"/>
          </ac:spMkLst>
        </pc:spChg>
        <pc:spChg chg="add del mod">
          <ac:chgData name="Negar Hosseinimanesh" userId="792075530930629a" providerId="LiveId" clId="{481DE354-AC17-485C-ACD6-A78A1FB7DC51}" dt="2026-06-16T08:39:34.295" v="4996" actId="478"/>
          <ac:spMkLst>
            <pc:docMk/>
            <pc:sldMk cId="3148258339" sldId="299"/>
            <ac:spMk id="25" creationId="{3F83F641-D6A7-434E-9100-A6C5BDF11605}"/>
          </ac:spMkLst>
        </pc:spChg>
        <pc:spChg chg="add del mod ord">
          <ac:chgData name="Negar Hosseinimanesh" userId="792075530930629a" providerId="LiveId" clId="{481DE354-AC17-485C-ACD6-A78A1FB7DC51}" dt="2026-06-16T08:40:53.026" v="5012" actId="478"/>
          <ac:spMkLst>
            <pc:docMk/>
            <pc:sldMk cId="3148258339" sldId="299"/>
            <ac:spMk id="26" creationId="{F6D26B24-3E5A-44DF-AE50-5E99C29248E2}"/>
          </ac:spMkLst>
        </pc:spChg>
        <pc:spChg chg="add del mod">
          <ac:chgData name="Negar Hosseinimanesh" userId="792075530930629a" providerId="LiveId" clId="{481DE354-AC17-485C-ACD6-A78A1FB7DC51}" dt="2026-06-17T10:38:56.343" v="6694"/>
          <ac:spMkLst>
            <pc:docMk/>
            <pc:sldMk cId="3148258339" sldId="299"/>
            <ac:spMk id="27" creationId="{D29CC0BF-8C25-4A28-9EC2-873E9B8B2999}"/>
          </ac:spMkLst>
        </pc:spChg>
        <pc:spChg chg="add del mod ord">
          <ac:chgData name="Negar Hosseinimanesh" userId="792075530930629a" providerId="LiveId" clId="{481DE354-AC17-485C-ACD6-A78A1FB7DC51}" dt="2026-06-16T11:32:29.737" v="6197" actId="21"/>
          <ac:spMkLst>
            <pc:docMk/>
            <pc:sldMk cId="3148258339" sldId="299"/>
            <ac:spMk id="27" creationId="{FABDFE0F-883C-4DBB-8C82-82938A0A7C33}"/>
          </ac:spMkLst>
        </pc:spChg>
        <pc:spChg chg="add del mod ord">
          <ac:chgData name="Negar Hosseinimanesh" userId="792075530930629a" providerId="LiveId" clId="{481DE354-AC17-485C-ACD6-A78A1FB7DC51}" dt="2026-06-16T11:32:29.737" v="6197" actId="21"/>
          <ac:spMkLst>
            <pc:docMk/>
            <pc:sldMk cId="3148258339" sldId="299"/>
            <ac:spMk id="28" creationId="{53DF8B0D-AF76-4AD7-AB28-11EEF881C422}"/>
          </ac:spMkLst>
        </pc:spChg>
        <pc:spChg chg="add del mod">
          <ac:chgData name="Negar Hosseinimanesh" userId="792075530930629a" providerId="LiveId" clId="{481DE354-AC17-485C-ACD6-A78A1FB7DC51}" dt="2026-06-17T10:38:56.343" v="6694"/>
          <ac:spMkLst>
            <pc:docMk/>
            <pc:sldMk cId="3148258339" sldId="299"/>
            <ac:spMk id="28" creationId="{D96DEEF1-4CF0-4A9E-856D-0153CCD6B8D8}"/>
          </ac:spMkLst>
        </pc:spChg>
        <pc:spChg chg="add del mod">
          <ac:chgData name="Negar Hosseinimanesh" userId="792075530930629a" providerId="LiveId" clId="{481DE354-AC17-485C-ACD6-A78A1FB7DC51}" dt="2026-06-16T11:32:29.737" v="6197" actId="21"/>
          <ac:spMkLst>
            <pc:docMk/>
            <pc:sldMk cId="3148258339" sldId="299"/>
            <ac:spMk id="29" creationId="{25D0F986-594D-4103-9FF5-39A135B5C223}"/>
          </ac:spMkLst>
        </pc:spChg>
        <pc:spChg chg="add del mod">
          <ac:chgData name="Negar Hosseinimanesh" userId="792075530930629a" providerId="LiveId" clId="{481DE354-AC17-485C-ACD6-A78A1FB7DC51}" dt="2026-06-17T10:38:56.343" v="6694"/>
          <ac:spMkLst>
            <pc:docMk/>
            <pc:sldMk cId="3148258339" sldId="299"/>
            <ac:spMk id="29" creationId="{9B43492F-EEC5-429A-A1E1-BFD11D445BF2}"/>
          </ac:spMkLst>
        </pc:spChg>
        <pc:spChg chg="add mod">
          <ac:chgData name="Negar Hosseinimanesh" userId="792075530930629a" providerId="LiveId" clId="{481DE354-AC17-485C-ACD6-A78A1FB7DC51}" dt="2026-06-17T10:46:33.463" v="6923"/>
          <ac:spMkLst>
            <pc:docMk/>
            <pc:sldMk cId="3148258339" sldId="299"/>
            <ac:spMk id="32" creationId="{9A7DF7C5-9BEA-4C83-B006-5B0FB85C0783}"/>
          </ac:spMkLst>
        </pc:spChg>
        <pc:spChg chg="add mod">
          <ac:chgData name="Negar Hosseinimanesh" userId="792075530930629a" providerId="LiveId" clId="{481DE354-AC17-485C-ACD6-A78A1FB7DC51}" dt="2026-06-17T10:46:33.463" v="6923"/>
          <ac:spMkLst>
            <pc:docMk/>
            <pc:sldMk cId="3148258339" sldId="299"/>
            <ac:spMk id="33" creationId="{AD116037-4867-4861-9F74-73B6F527B5B5}"/>
          </ac:spMkLst>
        </pc:spChg>
        <pc:spChg chg="add mod">
          <ac:chgData name="Negar Hosseinimanesh" userId="792075530930629a" providerId="LiveId" clId="{481DE354-AC17-485C-ACD6-A78A1FB7DC51}" dt="2026-06-17T10:46:33.463" v="6923"/>
          <ac:spMkLst>
            <pc:docMk/>
            <pc:sldMk cId="3148258339" sldId="299"/>
            <ac:spMk id="34" creationId="{7C97CC92-3720-484E-B82D-DCDF10D33363}"/>
          </ac:spMkLst>
        </pc:spChg>
        <pc:spChg chg="add del mod">
          <ac:chgData name="Negar Hosseinimanesh" userId="792075530930629a" providerId="LiveId" clId="{481DE354-AC17-485C-ACD6-A78A1FB7DC51}" dt="2026-06-17T11:12:56.501" v="7000"/>
          <ac:spMkLst>
            <pc:docMk/>
            <pc:sldMk cId="3148258339" sldId="299"/>
            <ac:spMk id="35" creationId="{52D94B7B-A652-4011-8893-C0B0B9A0C7EC}"/>
          </ac:spMkLst>
        </pc:spChg>
        <pc:spChg chg="add mod">
          <ac:chgData name="Negar Hosseinimanesh" userId="792075530930629a" providerId="LiveId" clId="{481DE354-AC17-485C-ACD6-A78A1FB7DC51}" dt="2026-06-17T11:23:17.311" v="7184"/>
          <ac:spMkLst>
            <pc:docMk/>
            <pc:sldMk cId="3148258339" sldId="299"/>
            <ac:spMk id="36" creationId="{A750A57D-F8C9-4FBB-AAAB-863FCE2795FA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40" creationId="{073C6DFB-F1FC-4C70-B628-3DBC76360460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42" creationId="{40333937-3740-4144-B025-95CFB08AEF31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43" creationId="{A5FA64CA-B118-4521-ACCC-239CD13DDA13}"/>
          </ac:spMkLst>
        </pc:spChg>
        <pc:spChg chg="add del mod">
          <ac:chgData name="Negar Hosseinimanesh" userId="792075530930629a" providerId="LiveId" clId="{481DE354-AC17-485C-ACD6-A78A1FB7DC51}" dt="2026-06-16T11:24:37.948" v="5974" actId="21"/>
          <ac:spMkLst>
            <pc:docMk/>
            <pc:sldMk cId="3148258339" sldId="299"/>
            <ac:spMk id="50" creationId="{78B8EBC5-7563-4BB2-87CF-7103481DDC9A}"/>
          </ac:spMkLst>
        </pc:spChg>
        <pc:spChg chg="add del mod">
          <ac:chgData name="Negar Hosseinimanesh" userId="792075530930629a" providerId="LiveId" clId="{481DE354-AC17-485C-ACD6-A78A1FB7DC51}" dt="2026-06-16T11:21:03.680" v="5929" actId="478"/>
          <ac:spMkLst>
            <pc:docMk/>
            <pc:sldMk cId="3148258339" sldId="299"/>
            <ac:spMk id="68" creationId="{D450E602-EC31-4A37-A0ED-8F8E56ACD3BF}"/>
          </ac:spMkLst>
        </pc:spChg>
        <pc:spChg chg="add del mod">
          <ac:chgData name="Negar Hosseinimanesh" userId="792075530930629a" providerId="LiveId" clId="{481DE354-AC17-485C-ACD6-A78A1FB7DC51}" dt="2026-06-16T11:21:03.680" v="5929" actId="478"/>
          <ac:spMkLst>
            <pc:docMk/>
            <pc:sldMk cId="3148258339" sldId="299"/>
            <ac:spMk id="80" creationId="{953A9C9B-5024-41EC-B55B-CA46BD45BCE1}"/>
          </ac:spMkLst>
        </pc:spChg>
        <pc:spChg chg="add del mod">
          <ac:chgData name="Negar Hosseinimanesh" userId="792075530930629a" providerId="LiveId" clId="{481DE354-AC17-485C-ACD6-A78A1FB7DC51}" dt="2026-06-16T11:21:03.680" v="5929" actId="478"/>
          <ac:spMkLst>
            <pc:docMk/>
            <pc:sldMk cId="3148258339" sldId="299"/>
            <ac:spMk id="88" creationId="{2EB185BE-CDC6-48A8-9B60-D6372D546241}"/>
          </ac:spMkLst>
        </pc:spChg>
        <pc:spChg chg="add del mod">
          <ac:chgData name="Negar Hosseinimanesh" userId="792075530930629a" providerId="LiveId" clId="{481DE354-AC17-485C-ACD6-A78A1FB7DC51}" dt="2026-06-16T11:32:29.737" v="6197" actId="21"/>
          <ac:spMkLst>
            <pc:docMk/>
            <pc:sldMk cId="3148258339" sldId="299"/>
            <ac:spMk id="99" creationId="{3BE2635F-7B6B-40E0-A7B8-DCDB4644A4AC}"/>
          </ac:spMkLst>
        </pc:spChg>
        <pc:spChg chg="add del mod">
          <ac:chgData name="Negar Hosseinimanesh" userId="792075530930629a" providerId="LiveId" clId="{481DE354-AC17-485C-ACD6-A78A1FB7DC51}" dt="2026-06-16T11:32:29.737" v="6197" actId="21"/>
          <ac:spMkLst>
            <pc:docMk/>
            <pc:sldMk cId="3148258339" sldId="299"/>
            <ac:spMk id="100" creationId="{C073E09D-217D-4498-9A75-7FCC3945A89F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20" creationId="{51A1BC4A-A789-4306-B1C3-6624C277B880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22" creationId="{CF4979AC-6840-4243-8936-A50F54A34C8D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23" creationId="{EA9ED1BF-B3B8-4083-96AD-B3C018A47498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32" creationId="{8BD5D8CC-1738-4086-8AF2-72FF3B5354DE}"/>
          </ac:spMkLst>
        </pc:spChg>
        <pc:spChg chg="add del mod">
          <ac:chgData name="Negar Hosseinimanesh" userId="792075530930629a" providerId="LiveId" clId="{481DE354-AC17-485C-ACD6-A78A1FB7DC51}" dt="2026-06-16T12:08:34.332" v="6405" actId="478"/>
          <ac:spMkLst>
            <pc:docMk/>
            <pc:sldMk cId="3148258339" sldId="299"/>
            <ac:spMk id="140" creationId="{E02F8A9B-A97A-4B96-A4E7-0CA836B25F59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46" creationId="{AB65867A-33B3-4038-AB3C-3BDAE74B402C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47" creationId="{E1E4FC5A-0958-4259-8958-9063E99D196B}"/>
          </ac:spMkLst>
        </pc:spChg>
        <pc:spChg chg="add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148" creationId="{C3387ADF-4684-43DE-A1C2-5355FCDFBBB4}"/>
          </ac:spMkLst>
        </pc:spChg>
        <pc:spChg chg="add del mod">
          <ac:chgData name="Negar Hosseinimanesh" userId="792075530930629a" providerId="LiveId" clId="{481DE354-AC17-485C-ACD6-A78A1FB7DC51}" dt="2026-06-16T11:43:15.825" v="6343" actId="21"/>
          <ac:spMkLst>
            <pc:docMk/>
            <pc:sldMk cId="3148258339" sldId="299"/>
            <ac:spMk id="3077" creationId="{FC4C1704-E4BF-4B97-8071-7D4ECB62F177}"/>
          </ac:spMkLst>
        </pc:spChg>
        <pc:spChg chg="add del mod">
          <ac:chgData name="Negar Hosseinimanesh" userId="792075530930629a" providerId="LiveId" clId="{481DE354-AC17-485C-ACD6-A78A1FB7DC51}" dt="2026-06-16T11:43:15.825" v="6343" actId="21"/>
          <ac:spMkLst>
            <pc:docMk/>
            <pc:sldMk cId="3148258339" sldId="299"/>
            <ac:spMk id="3078" creationId="{3F87573F-C95B-457C-9310-F5FA4ED2C877}"/>
          </ac:spMkLst>
        </pc:spChg>
        <pc:spChg chg="add del mod">
          <ac:chgData name="Negar Hosseinimanesh" userId="792075530930629a" providerId="LiveId" clId="{481DE354-AC17-485C-ACD6-A78A1FB7DC51}" dt="2026-06-16T12:08:58.407" v="6430" actId="478"/>
          <ac:spMkLst>
            <pc:docMk/>
            <pc:sldMk cId="3148258339" sldId="299"/>
            <ac:spMk id="3081" creationId="{062F5527-D723-4227-A0A2-A858E8B54428}"/>
          </ac:spMkLst>
        </pc:spChg>
        <pc:spChg chg="add del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3082" creationId="{A2081D4F-C6E6-4D3B-9002-B3EFC27A2304}"/>
          </ac:spMkLst>
        </pc:spChg>
        <pc:spChg chg="add del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3083" creationId="{C95D5FF6-3F6D-4F56-B4A1-38ED8F473BCD}"/>
          </ac:spMkLst>
        </pc:spChg>
        <pc:spChg chg="add del mod">
          <ac:chgData name="Negar Hosseinimanesh" userId="792075530930629a" providerId="LiveId" clId="{481DE354-AC17-485C-ACD6-A78A1FB7DC51}" dt="2026-06-17T11:13:29.342" v="7004" actId="1037"/>
          <ac:spMkLst>
            <pc:docMk/>
            <pc:sldMk cId="3148258339" sldId="299"/>
            <ac:spMk id="3084" creationId="{9841D860-83A8-457E-8AD1-918617D94737}"/>
          </ac:spMkLst>
        </pc:spChg>
        <pc:graphicFrameChg chg="add del mod ord modGraphic">
          <ac:chgData name="Negar Hosseinimanesh" userId="792075530930629a" providerId="LiveId" clId="{481DE354-AC17-485C-ACD6-A78A1FB7DC51}" dt="2026-06-16T11:32:29.737" v="6197" actId="21"/>
          <ac:graphicFrameMkLst>
            <pc:docMk/>
            <pc:sldMk cId="3148258339" sldId="299"/>
            <ac:graphicFrameMk id="20" creationId="{A53BEBC7-08F7-4E90-B0B5-CC8DB3FC0575}"/>
          </ac:graphicFrameMkLst>
        </pc:graphicFrameChg>
        <pc:graphicFrameChg chg="add del mod modGraphic">
          <ac:chgData name="Negar Hosseinimanesh" userId="792075530930629a" providerId="LiveId" clId="{481DE354-AC17-485C-ACD6-A78A1FB7DC51}" dt="2026-06-16T11:41:03.354" v="6318" actId="21"/>
          <ac:graphicFrameMkLst>
            <pc:docMk/>
            <pc:sldMk cId="3148258339" sldId="299"/>
            <ac:graphicFrameMk id="133" creationId="{44498116-6AE9-40FA-8BAE-C5999B86F3CE}"/>
          </ac:graphicFrameMkLst>
        </pc:graphicFrameChg>
        <pc:graphicFrameChg chg="add del mod">
          <ac:chgData name="Negar Hosseinimanesh" userId="792075530930629a" providerId="LiveId" clId="{481DE354-AC17-485C-ACD6-A78A1FB7DC51}" dt="2026-06-16T11:40:34.665" v="6317"/>
          <ac:graphicFrameMkLst>
            <pc:docMk/>
            <pc:sldMk cId="3148258339" sldId="299"/>
            <ac:graphicFrameMk id="134" creationId="{A7075692-761D-48A1-BFE0-91CB70861066}"/>
          </ac:graphicFrameMkLst>
        </pc:graphicFrameChg>
        <pc:picChg chg="add del mod">
          <ac:chgData name="Negar Hosseinimanesh" userId="792075530930629a" providerId="LiveId" clId="{481DE354-AC17-485C-ACD6-A78A1FB7DC51}" dt="2026-06-16T11:24:37.948" v="5974" actId="21"/>
          <ac:picMkLst>
            <pc:docMk/>
            <pc:sldMk cId="3148258339" sldId="299"/>
            <ac:picMk id="5" creationId="{C0724D66-A96E-4D18-88E0-6CC8AB96D017}"/>
          </ac:picMkLst>
        </pc:picChg>
        <pc:picChg chg="add del mod modCrop">
          <ac:chgData name="Negar Hosseinimanesh" userId="792075530930629a" providerId="LiveId" clId="{481DE354-AC17-485C-ACD6-A78A1FB7DC51}" dt="2026-06-15T11:57:15.405" v="4865" actId="478"/>
          <ac:picMkLst>
            <pc:docMk/>
            <pc:sldMk cId="3148258339" sldId="299"/>
            <ac:picMk id="19" creationId="{076B1873-08E0-4239-B2C2-DCD3BC8E0886}"/>
          </ac:picMkLst>
        </pc:picChg>
        <pc:picChg chg="add del mod modCrop">
          <ac:chgData name="Negar Hosseinimanesh" userId="792075530930629a" providerId="LiveId" clId="{481DE354-AC17-485C-ACD6-A78A1FB7DC51}" dt="2026-06-16T11:24:37.948" v="5974" actId="21"/>
          <ac:picMkLst>
            <pc:docMk/>
            <pc:sldMk cId="3148258339" sldId="299"/>
            <ac:picMk id="41" creationId="{DED805E4-450D-4025-B0AB-244187751CAF}"/>
          </ac:picMkLst>
        </pc:picChg>
        <pc:picChg chg="add del mod modCrop">
          <ac:chgData name="Negar Hosseinimanesh" userId="792075530930629a" providerId="LiveId" clId="{481DE354-AC17-485C-ACD6-A78A1FB7DC51}" dt="2026-06-16T11:24:37.948" v="5974" actId="21"/>
          <ac:picMkLst>
            <pc:docMk/>
            <pc:sldMk cId="3148258339" sldId="299"/>
            <ac:picMk id="49" creationId="{5F3BFD55-AA57-4B9C-AE92-E47D9AAECA4A}"/>
          </ac:picMkLst>
        </pc:picChg>
        <pc:picChg chg="add del mod">
          <ac:chgData name="Negar Hosseinimanesh" userId="792075530930629a" providerId="LiveId" clId="{481DE354-AC17-485C-ACD6-A78A1FB7DC51}" dt="2026-06-16T09:42:13.208" v="5789"/>
          <ac:picMkLst>
            <pc:docMk/>
            <pc:sldMk cId="3148258339" sldId="299"/>
            <ac:picMk id="87" creationId="{AB065DC7-355E-472F-B21A-40F8C80628CB}"/>
          </ac:picMkLst>
        </pc:picChg>
        <pc:picChg chg="add mod ord">
          <ac:chgData name="Negar Hosseinimanesh" userId="792075530930629a" providerId="LiveId" clId="{481DE354-AC17-485C-ACD6-A78A1FB7DC51}" dt="2026-06-17T11:13:29.342" v="7004" actId="1037"/>
          <ac:picMkLst>
            <pc:docMk/>
            <pc:sldMk cId="3148258339" sldId="299"/>
            <ac:picMk id="89" creationId="{3DE3F5C2-A0BD-43A7-A356-1CB15CFBE289}"/>
          </ac:picMkLst>
        </pc:picChg>
        <pc:picChg chg="add del mod">
          <ac:chgData name="Negar Hosseinimanesh" userId="792075530930629a" providerId="LiveId" clId="{481DE354-AC17-485C-ACD6-A78A1FB7DC51}" dt="2026-06-16T11:43:10.235" v="6342" actId="478"/>
          <ac:picMkLst>
            <pc:docMk/>
            <pc:sldMk cId="3148258339" sldId="299"/>
            <ac:picMk id="103" creationId="{EACC7D62-A88B-4EE4-A2FB-138DE8390811}"/>
          </ac:picMkLst>
        </pc:picChg>
        <pc:picChg chg="add del mod">
          <ac:chgData name="Negar Hosseinimanesh" userId="792075530930629a" providerId="LiveId" clId="{481DE354-AC17-485C-ACD6-A78A1FB7DC51}" dt="2026-06-16T11:26:37.030" v="5998" actId="478"/>
          <ac:picMkLst>
            <pc:docMk/>
            <pc:sldMk cId="3148258339" sldId="299"/>
            <ac:picMk id="117" creationId="{8E0B9F7C-A362-46B0-8D87-C09A72E70BC8}"/>
          </ac:picMkLst>
        </pc:picChg>
        <pc:picChg chg="add mod">
          <ac:chgData name="Negar Hosseinimanesh" userId="792075530930629a" providerId="LiveId" clId="{481DE354-AC17-485C-ACD6-A78A1FB7DC51}" dt="2026-06-17T11:13:29.342" v="7004" actId="1037"/>
          <ac:picMkLst>
            <pc:docMk/>
            <pc:sldMk cId="3148258339" sldId="299"/>
            <ac:picMk id="119" creationId="{741A6351-61AD-4023-AD0D-65FF9DAACA22}"/>
          </ac:picMkLst>
        </pc:picChg>
        <pc:picChg chg="add mod">
          <ac:chgData name="Negar Hosseinimanesh" userId="792075530930629a" providerId="LiveId" clId="{481DE354-AC17-485C-ACD6-A78A1FB7DC51}" dt="2026-06-17T11:13:29.342" v="7004" actId="1037"/>
          <ac:picMkLst>
            <pc:docMk/>
            <pc:sldMk cId="3148258339" sldId="299"/>
            <ac:picMk id="142" creationId="{0FAC1F20-0A34-41D7-B09D-604E6F4B55D3}"/>
          </ac:picMkLst>
        </pc:picChg>
        <pc:picChg chg="add del mod">
          <ac:chgData name="Negar Hosseinimanesh" userId="792075530930629a" providerId="LiveId" clId="{481DE354-AC17-485C-ACD6-A78A1FB7DC51}" dt="2026-06-16T11:32:29.737" v="6197" actId="21"/>
          <ac:picMkLst>
            <pc:docMk/>
            <pc:sldMk cId="3148258339" sldId="299"/>
            <ac:picMk id="3074" creationId="{74B17DCA-B548-4E39-90E4-BF2BE03DE724}"/>
          </ac:picMkLst>
        </pc:picChg>
        <pc:picChg chg="add mod">
          <ac:chgData name="Negar Hosseinimanesh" userId="792075530930629a" providerId="LiveId" clId="{481DE354-AC17-485C-ACD6-A78A1FB7DC51}" dt="2026-06-17T11:13:29.342" v="7004" actId="1037"/>
          <ac:picMkLst>
            <pc:docMk/>
            <pc:sldMk cId="3148258339" sldId="299"/>
            <ac:picMk id="3075" creationId="{18D08775-2C61-4589-8ACE-460488E5AD72}"/>
          </ac:picMkLst>
        </pc:picChg>
        <pc:picChg chg="add del mod">
          <ac:chgData name="Negar Hosseinimanesh" userId="792075530930629a" providerId="LiveId" clId="{481DE354-AC17-485C-ACD6-A78A1FB7DC51}" dt="2026-06-16T11:43:15.825" v="6343" actId="21"/>
          <ac:picMkLst>
            <pc:docMk/>
            <pc:sldMk cId="3148258339" sldId="299"/>
            <ac:picMk id="3076" creationId="{E9E4CE93-644B-40A5-9B76-C42E1F060D4C}"/>
          </ac:picMkLst>
        </pc:picChg>
        <pc:picChg chg="add mod">
          <ac:chgData name="Negar Hosseinimanesh" userId="792075530930629a" providerId="LiveId" clId="{481DE354-AC17-485C-ACD6-A78A1FB7DC51}" dt="2026-06-17T11:13:29.342" v="7004" actId="1037"/>
          <ac:picMkLst>
            <pc:docMk/>
            <pc:sldMk cId="3148258339" sldId="299"/>
            <ac:picMk id="3079" creationId="{4297DA82-CFBF-4CF9-9056-8F929EF4E1F0}"/>
          </ac:picMkLst>
        </pc:picChg>
        <pc:cxnChg chg="add del mod">
          <ac:chgData name="Negar Hosseinimanesh" userId="792075530930629a" providerId="LiveId" clId="{481DE354-AC17-485C-ACD6-A78A1FB7DC51}" dt="2026-06-16T09:11:33.922" v="5612" actId="478"/>
          <ac:cxnSpMkLst>
            <pc:docMk/>
            <pc:sldMk cId="3148258339" sldId="299"/>
            <ac:cxnSpMk id="8" creationId="{225687F9-66CD-434D-AAE8-2BEF6DBED9A5}"/>
          </ac:cxnSpMkLst>
        </pc:cxnChg>
        <pc:cxnChg chg="add del mod">
          <ac:chgData name="Negar Hosseinimanesh" userId="792075530930629a" providerId="LiveId" clId="{481DE354-AC17-485C-ACD6-A78A1FB7DC51}" dt="2026-06-16T09:11:32.690" v="5611" actId="478"/>
          <ac:cxnSpMkLst>
            <pc:docMk/>
            <pc:sldMk cId="3148258339" sldId="299"/>
            <ac:cxnSpMk id="10" creationId="{6D297ED6-5892-444B-9590-4531DE2CD845}"/>
          </ac:cxnSpMkLst>
        </pc:cxnChg>
        <pc:cxnChg chg="add del mod">
          <ac:chgData name="Negar Hosseinimanesh" userId="792075530930629a" providerId="LiveId" clId="{481DE354-AC17-485C-ACD6-A78A1FB7DC51}" dt="2026-06-15T11:59:56.084" v="4883" actId="478"/>
          <ac:cxnSpMkLst>
            <pc:docMk/>
            <pc:sldMk cId="3148258339" sldId="299"/>
            <ac:cxnSpMk id="12" creationId="{A3A253E9-12E1-4B4B-B5D5-7CDF7AE653EC}"/>
          </ac:cxnSpMkLst>
        </pc:cxnChg>
        <pc:cxnChg chg="add del mod">
          <ac:chgData name="Negar Hosseinimanesh" userId="792075530930629a" providerId="LiveId" clId="{481DE354-AC17-485C-ACD6-A78A1FB7DC51}" dt="2026-06-16T11:32:29.737" v="6197" actId="21"/>
          <ac:cxnSpMkLst>
            <pc:docMk/>
            <pc:sldMk cId="3148258339" sldId="299"/>
            <ac:cxnSpMk id="31" creationId="{2F107929-7FC0-4DED-9201-74B72F76BE7A}"/>
          </ac:cxnSpMkLst>
        </pc:cxnChg>
        <pc:cxnChg chg="add del mod">
          <ac:chgData name="Negar Hosseinimanesh" userId="792075530930629a" providerId="LiveId" clId="{481DE354-AC17-485C-ACD6-A78A1FB7DC51}" dt="2026-06-16T11:32:29.737" v="6197" actId="21"/>
          <ac:cxnSpMkLst>
            <pc:docMk/>
            <pc:sldMk cId="3148258339" sldId="299"/>
            <ac:cxnSpMk id="34" creationId="{6463D3DA-AB3A-41E5-955D-BF746A047D1C}"/>
          </ac:cxnSpMkLst>
        </pc:cxnChg>
        <pc:cxnChg chg="add del mod">
          <ac:chgData name="Negar Hosseinimanesh" userId="792075530930629a" providerId="LiveId" clId="{481DE354-AC17-485C-ACD6-A78A1FB7DC51}" dt="2026-06-16T11:32:38.276" v="6200" actId="478"/>
          <ac:cxnSpMkLst>
            <pc:docMk/>
            <pc:sldMk cId="3148258339" sldId="299"/>
            <ac:cxnSpMk id="36" creationId="{BD6422A2-A45E-4BEC-9B57-B9E7EC593C18}"/>
          </ac:cxnSpMkLst>
        </pc:cxnChg>
        <pc:cxnChg chg="add del mod">
          <ac:chgData name="Negar Hosseinimanesh" userId="792075530930629a" providerId="LiveId" clId="{481DE354-AC17-485C-ACD6-A78A1FB7DC51}" dt="2026-06-16T11:32:29.737" v="6197" actId="21"/>
          <ac:cxnSpMkLst>
            <pc:docMk/>
            <pc:sldMk cId="3148258339" sldId="299"/>
            <ac:cxnSpMk id="38" creationId="{F300B50E-0D35-4181-B414-B177416355EA}"/>
          </ac:cxnSpMkLst>
        </pc:cxnChg>
        <pc:cxnChg chg="add del mod">
          <ac:chgData name="Negar Hosseinimanesh" userId="792075530930629a" providerId="LiveId" clId="{481DE354-AC17-485C-ACD6-A78A1FB7DC51}" dt="2026-06-16T09:15:03.525" v="5641" actId="478"/>
          <ac:cxnSpMkLst>
            <pc:docMk/>
            <pc:sldMk cId="3148258339" sldId="299"/>
            <ac:cxnSpMk id="53" creationId="{6286DBCC-7B21-4E6E-BB15-DA8F98891E5C}"/>
          </ac:cxnSpMkLst>
        </pc:cxnChg>
        <pc:cxnChg chg="add del mod">
          <ac:chgData name="Negar Hosseinimanesh" userId="792075530930629a" providerId="LiveId" clId="{481DE354-AC17-485C-ACD6-A78A1FB7DC51}" dt="2026-06-16T09:14:43.283" v="5637" actId="478"/>
          <ac:cxnSpMkLst>
            <pc:docMk/>
            <pc:sldMk cId="3148258339" sldId="299"/>
            <ac:cxnSpMk id="55" creationId="{7920A2FB-C27B-4B3A-9791-381C0BC8557A}"/>
          </ac:cxnSpMkLst>
        </pc:cxnChg>
        <pc:cxnChg chg="add del mod">
          <ac:chgData name="Negar Hosseinimanesh" userId="792075530930629a" providerId="LiveId" clId="{481DE354-AC17-485C-ACD6-A78A1FB7DC51}" dt="2026-06-16T11:24:37.948" v="5974" actId="21"/>
          <ac:cxnSpMkLst>
            <pc:docMk/>
            <pc:sldMk cId="3148258339" sldId="299"/>
            <ac:cxnSpMk id="57" creationId="{EBAEEA03-8F11-4096-B0BA-19ADF6C7EA2B}"/>
          </ac:cxnSpMkLst>
        </pc:cxnChg>
        <pc:cxnChg chg="add del mod">
          <ac:chgData name="Negar Hosseinimanesh" userId="792075530930629a" providerId="LiveId" clId="{481DE354-AC17-485C-ACD6-A78A1FB7DC51}" dt="2026-06-16T11:24:37.948" v="5974" actId="21"/>
          <ac:cxnSpMkLst>
            <pc:docMk/>
            <pc:sldMk cId="3148258339" sldId="299"/>
            <ac:cxnSpMk id="60" creationId="{D6BEAB89-2B00-46A4-9760-D56E78AA4BB1}"/>
          </ac:cxnSpMkLst>
        </pc:cxnChg>
        <pc:cxnChg chg="add del mod">
          <ac:chgData name="Negar Hosseinimanesh" userId="792075530930629a" providerId="LiveId" clId="{481DE354-AC17-485C-ACD6-A78A1FB7DC51}" dt="2026-06-16T11:24:37.948" v="5974" actId="21"/>
          <ac:cxnSpMkLst>
            <pc:docMk/>
            <pc:sldMk cId="3148258339" sldId="299"/>
            <ac:cxnSpMk id="62" creationId="{6B0DC28A-57BF-489C-B9AE-1FE68C7417EB}"/>
          </ac:cxnSpMkLst>
        </pc:cxnChg>
        <pc:cxnChg chg="add del mod">
          <ac:chgData name="Negar Hosseinimanesh" userId="792075530930629a" providerId="LiveId" clId="{481DE354-AC17-485C-ACD6-A78A1FB7DC51}" dt="2026-06-16T11:24:37.948" v="5974" actId="21"/>
          <ac:cxnSpMkLst>
            <pc:docMk/>
            <pc:sldMk cId="3148258339" sldId="299"/>
            <ac:cxnSpMk id="64" creationId="{3BF1E51A-ECD0-419F-8466-BF85F33D626F}"/>
          </ac:cxnSpMkLst>
        </pc:cxnChg>
        <pc:cxnChg chg="add del mod">
          <ac:chgData name="Negar Hosseinimanesh" userId="792075530930629a" providerId="LiveId" clId="{481DE354-AC17-485C-ACD6-A78A1FB7DC51}" dt="2026-06-16T11:24:37.948" v="5974" actId="21"/>
          <ac:cxnSpMkLst>
            <pc:docMk/>
            <pc:sldMk cId="3148258339" sldId="299"/>
            <ac:cxnSpMk id="66" creationId="{6F915B27-6BE4-49FC-AEB1-9A304FF1926E}"/>
          </ac:cxnSpMkLst>
        </pc:cxnChg>
        <pc:cxnChg chg="add del mod">
          <ac:chgData name="Negar Hosseinimanesh" userId="792075530930629a" providerId="LiveId" clId="{481DE354-AC17-485C-ACD6-A78A1FB7DC51}" dt="2026-06-16T09:48:34.674" v="5865" actId="478"/>
          <ac:cxnSpMkLst>
            <pc:docMk/>
            <pc:sldMk cId="3148258339" sldId="299"/>
            <ac:cxnSpMk id="70" creationId="{73E64297-0961-4B7E-B230-D7F6909E736F}"/>
          </ac:cxnSpMkLst>
        </pc:cxnChg>
        <pc:cxnChg chg="add del mod">
          <ac:chgData name="Negar Hosseinimanesh" userId="792075530930629a" providerId="LiveId" clId="{481DE354-AC17-485C-ACD6-A78A1FB7DC51}" dt="2026-06-16T11:21:03.680" v="5929" actId="478"/>
          <ac:cxnSpMkLst>
            <pc:docMk/>
            <pc:sldMk cId="3148258339" sldId="299"/>
            <ac:cxnSpMk id="81" creationId="{948E42E6-D8D5-4EAF-B93F-F544AA45B661}"/>
          </ac:cxnSpMkLst>
        </pc:cxnChg>
        <pc:cxnChg chg="add del mod">
          <ac:chgData name="Negar Hosseinimanesh" userId="792075530930629a" providerId="LiveId" clId="{481DE354-AC17-485C-ACD6-A78A1FB7DC51}" dt="2026-06-16T11:21:03.680" v="5929" actId="478"/>
          <ac:cxnSpMkLst>
            <pc:docMk/>
            <pc:sldMk cId="3148258339" sldId="299"/>
            <ac:cxnSpMk id="82" creationId="{E51A05F5-4033-4E7A-AC46-E6893140FCDA}"/>
          </ac:cxnSpMkLst>
        </pc:cxnChg>
        <pc:cxnChg chg="add del mod">
          <ac:chgData name="Negar Hosseinimanesh" userId="792075530930629a" providerId="LiveId" clId="{481DE354-AC17-485C-ACD6-A78A1FB7DC51}" dt="2026-06-16T11:21:03.680" v="5929" actId="478"/>
          <ac:cxnSpMkLst>
            <pc:docMk/>
            <pc:sldMk cId="3148258339" sldId="299"/>
            <ac:cxnSpMk id="83" creationId="{3010500B-57C5-4DAE-B6C7-5A17F66C859A}"/>
          </ac:cxnSpMkLst>
        </pc:cxnChg>
        <pc:cxnChg chg="add del mod">
          <ac:chgData name="Negar Hosseinimanesh" userId="792075530930629a" providerId="LiveId" clId="{481DE354-AC17-485C-ACD6-A78A1FB7DC51}" dt="2026-06-16T11:21:03.680" v="5929" actId="478"/>
          <ac:cxnSpMkLst>
            <pc:docMk/>
            <pc:sldMk cId="3148258339" sldId="299"/>
            <ac:cxnSpMk id="84" creationId="{53850BEC-5D0A-4A53-B71C-F310AD14006F}"/>
          </ac:cxnSpMkLst>
        </pc:cxnChg>
        <pc:cxnChg chg="add del mod">
          <ac:chgData name="Negar Hosseinimanesh" userId="792075530930629a" providerId="LiveId" clId="{481DE354-AC17-485C-ACD6-A78A1FB7DC51}" dt="2026-06-16T11:21:03.680" v="5929" actId="478"/>
          <ac:cxnSpMkLst>
            <pc:docMk/>
            <pc:sldMk cId="3148258339" sldId="299"/>
            <ac:cxnSpMk id="85" creationId="{AF142352-8834-4B23-8FD1-C4EB0A1431E0}"/>
          </ac:cxnSpMkLst>
        </pc:cxnChg>
        <pc:cxnChg chg="add del mod">
          <ac:chgData name="Negar Hosseinimanesh" userId="792075530930629a" providerId="LiveId" clId="{481DE354-AC17-485C-ACD6-A78A1FB7DC51}" dt="2026-06-16T11:21:03.680" v="5929" actId="478"/>
          <ac:cxnSpMkLst>
            <pc:docMk/>
            <pc:sldMk cId="3148258339" sldId="299"/>
            <ac:cxnSpMk id="86" creationId="{E94FC6D3-6B49-43EF-8449-37C1818D17CD}"/>
          </ac:cxnSpMkLst>
        </pc:cxnChg>
        <pc:cxnChg chg="add del mod">
          <ac:chgData name="Negar Hosseinimanesh" userId="792075530930629a" providerId="LiveId" clId="{481DE354-AC17-485C-ACD6-A78A1FB7DC51}" dt="2026-06-16T09:47:18.735" v="5853" actId="478"/>
          <ac:cxnSpMkLst>
            <pc:docMk/>
            <pc:sldMk cId="3148258339" sldId="299"/>
            <ac:cxnSpMk id="91" creationId="{47797656-92C8-4411-B7C7-CA4051BEB171}"/>
          </ac:cxnSpMkLst>
        </pc:cxnChg>
        <pc:cxnChg chg="add del">
          <ac:chgData name="Negar Hosseinimanesh" userId="792075530930629a" providerId="LiveId" clId="{481DE354-AC17-485C-ACD6-A78A1FB7DC51}" dt="2026-06-16T09:47:34.773" v="5856" actId="478"/>
          <ac:cxnSpMkLst>
            <pc:docMk/>
            <pc:sldMk cId="3148258339" sldId="299"/>
            <ac:cxnSpMk id="93" creationId="{377F8F38-2210-469D-9B4C-B85F8627B165}"/>
          </ac:cxnSpMkLst>
        </pc:cxnChg>
        <pc:cxnChg chg="add mod">
          <ac:chgData name="Negar Hosseinimanesh" userId="792075530930629a" providerId="LiveId" clId="{481DE354-AC17-485C-ACD6-A78A1FB7DC51}" dt="2026-06-17T11:13:29.342" v="7004" actId="1037"/>
          <ac:cxnSpMkLst>
            <pc:docMk/>
            <pc:sldMk cId="3148258339" sldId="299"/>
            <ac:cxnSpMk id="96" creationId="{93177F1B-F715-4665-A0F5-D5EA3AB1A240}"/>
          </ac:cxnSpMkLst>
        </pc:cxnChg>
        <pc:cxnChg chg="add mod">
          <ac:chgData name="Negar Hosseinimanesh" userId="792075530930629a" providerId="LiveId" clId="{481DE354-AC17-485C-ACD6-A78A1FB7DC51}" dt="2026-06-17T11:13:29.342" v="7004" actId="1037"/>
          <ac:cxnSpMkLst>
            <pc:docMk/>
            <pc:sldMk cId="3148258339" sldId="299"/>
            <ac:cxnSpMk id="98" creationId="{44863EE5-EF9E-495A-913B-2DAEE9518D19}"/>
          </ac:cxnSpMkLst>
        </pc:cxnChg>
      </pc:sldChg>
      <pc:sldChg chg="addSp delSp modSp new del mod">
        <pc:chgData name="Negar Hosseinimanesh" userId="792075530930629a" providerId="LiveId" clId="{481DE354-AC17-485C-ACD6-A78A1FB7DC51}" dt="2026-07-24T08:48:19.705" v="8945" actId="47"/>
        <pc:sldMkLst>
          <pc:docMk/>
          <pc:sldMk cId="2692326200" sldId="300"/>
        </pc:sldMkLst>
        <pc:spChg chg="mod">
          <ac:chgData name="Negar Hosseinimanesh" userId="792075530930629a" providerId="LiveId" clId="{481DE354-AC17-485C-ACD6-A78A1FB7DC51}" dt="2026-06-17T11:36:18.618" v="7253" actId="20577"/>
          <ac:spMkLst>
            <pc:docMk/>
            <pc:sldMk cId="2692326200" sldId="300"/>
            <ac:spMk id="2" creationId="{10844AA9-4DBA-493C-A59C-62ED10A87528}"/>
          </ac:spMkLst>
        </pc:spChg>
        <pc:spChg chg="add mod">
          <ac:chgData name="Negar Hosseinimanesh" userId="792075530930629a" providerId="LiveId" clId="{481DE354-AC17-485C-ACD6-A78A1FB7DC51}" dt="2026-06-16T11:24:43.214" v="5978" actId="1076"/>
          <ac:spMkLst>
            <pc:docMk/>
            <pc:sldMk cId="2692326200" sldId="300"/>
            <ac:spMk id="4" creationId="{B0A5F2BE-E918-4801-AB96-A6DAD9926B85}"/>
          </ac:spMkLst>
        </pc:spChg>
        <pc:spChg chg="add mod">
          <ac:chgData name="Negar Hosseinimanesh" userId="792075530930629a" providerId="LiveId" clId="{481DE354-AC17-485C-ACD6-A78A1FB7DC51}" dt="2026-06-16T11:24:43.214" v="5978" actId="1076"/>
          <ac:spMkLst>
            <pc:docMk/>
            <pc:sldMk cId="2692326200" sldId="300"/>
            <ac:spMk id="7" creationId="{739729C2-CA5E-4ECA-BD2E-46414396CBBF}"/>
          </ac:spMkLst>
        </pc:spChg>
        <pc:spChg chg="add mod">
          <ac:chgData name="Negar Hosseinimanesh" userId="792075530930629a" providerId="LiveId" clId="{481DE354-AC17-485C-ACD6-A78A1FB7DC51}" dt="2026-06-16T11:32:35.332" v="6199" actId="1076"/>
          <ac:spMkLst>
            <pc:docMk/>
            <pc:sldMk cId="2692326200" sldId="300"/>
            <ac:spMk id="35" creationId="{CF055DFD-9F90-431B-A836-F6D7BE79B737}"/>
          </ac:spMkLst>
        </pc:spChg>
        <pc:spChg chg="add mod">
          <ac:chgData name="Negar Hosseinimanesh" userId="792075530930629a" providerId="LiveId" clId="{481DE354-AC17-485C-ACD6-A78A1FB7DC51}" dt="2026-06-16T11:32:35.332" v="6199" actId="1076"/>
          <ac:spMkLst>
            <pc:docMk/>
            <pc:sldMk cId="2692326200" sldId="300"/>
            <ac:spMk id="36" creationId="{77511808-C82F-4BC0-A53B-3583166FB676}"/>
          </ac:spMkLst>
        </pc:spChg>
        <pc:spChg chg="add mod">
          <ac:chgData name="Negar Hosseinimanesh" userId="792075530930629a" providerId="LiveId" clId="{481DE354-AC17-485C-ACD6-A78A1FB7DC51}" dt="2026-06-16T11:32:35.332" v="6199" actId="1076"/>
          <ac:spMkLst>
            <pc:docMk/>
            <pc:sldMk cId="2692326200" sldId="300"/>
            <ac:spMk id="37" creationId="{DB958852-350E-4243-9636-35AB63D366F5}"/>
          </ac:spMkLst>
        </pc:spChg>
        <pc:spChg chg="add mod">
          <ac:chgData name="Negar Hosseinimanesh" userId="792075530930629a" providerId="LiveId" clId="{481DE354-AC17-485C-ACD6-A78A1FB7DC51}" dt="2026-06-17T11:17:17.885" v="7064" actId="1076"/>
          <ac:spMkLst>
            <pc:docMk/>
            <pc:sldMk cId="2692326200" sldId="300"/>
            <ac:spMk id="41" creationId="{2B07B923-3909-4EAE-96AA-2AEE387F0248}"/>
          </ac:spMkLst>
        </pc:spChg>
        <pc:spChg chg="add mod">
          <ac:chgData name="Negar Hosseinimanesh" userId="792075530930629a" providerId="LiveId" clId="{481DE354-AC17-485C-ACD6-A78A1FB7DC51}" dt="2026-06-17T11:17:17.885" v="7064" actId="1076"/>
          <ac:spMkLst>
            <pc:docMk/>
            <pc:sldMk cId="2692326200" sldId="300"/>
            <ac:spMk id="43" creationId="{B0BBC6E8-BF49-4CF2-8471-FA4E4F1C8C26}"/>
          </ac:spMkLst>
        </pc:spChg>
        <pc:graphicFrameChg chg="add mod">
          <ac:chgData name="Negar Hosseinimanesh" userId="792075530930629a" providerId="LiveId" clId="{481DE354-AC17-485C-ACD6-A78A1FB7DC51}" dt="2026-06-17T11:17:12.179" v="7062" actId="1076"/>
          <ac:graphicFrameMkLst>
            <pc:docMk/>
            <pc:sldMk cId="2692326200" sldId="300"/>
            <ac:graphicFrameMk id="42" creationId="{51E41567-D63D-492C-856C-18DC43442FAB}"/>
          </ac:graphicFrameMkLst>
        </pc:graphicFrameChg>
        <pc:picChg chg="add mod">
          <ac:chgData name="Negar Hosseinimanesh" userId="792075530930629a" providerId="LiveId" clId="{481DE354-AC17-485C-ACD6-A78A1FB7DC51}" dt="2026-06-16T11:24:43.214" v="5978" actId="1076"/>
          <ac:picMkLst>
            <pc:docMk/>
            <pc:sldMk cId="2692326200" sldId="300"/>
            <ac:picMk id="3" creationId="{C581FF50-6280-43A7-8C14-B23C7AB6A525}"/>
          </ac:picMkLst>
        </pc:picChg>
        <pc:picChg chg="add mod">
          <ac:chgData name="Negar Hosseinimanesh" userId="792075530930629a" providerId="LiveId" clId="{481DE354-AC17-485C-ACD6-A78A1FB7DC51}" dt="2026-06-16T11:25:43.915" v="5992" actId="1076"/>
          <ac:picMkLst>
            <pc:docMk/>
            <pc:sldMk cId="2692326200" sldId="300"/>
            <ac:picMk id="5" creationId="{F6C486B8-A62E-4D11-A9B6-956CA1249B4A}"/>
          </ac:picMkLst>
        </pc:picChg>
        <pc:picChg chg="add mod">
          <ac:chgData name="Negar Hosseinimanesh" userId="792075530930629a" providerId="LiveId" clId="{481DE354-AC17-485C-ACD6-A78A1FB7DC51}" dt="2026-06-16T11:26:09.453" v="5996" actId="1076"/>
          <ac:picMkLst>
            <pc:docMk/>
            <pc:sldMk cId="2692326200" sldId="300"/>
            <ac:picMk id="6" creationId="{0AE1120C-9704-48FF-B59F-8B0FEF8CA2A4}"/>
          </ac:picMkLst>
        </pc:picChg>
        <pc:picChg chg="add mod">
          <ac:chgData name="Negar Hosseinimanesh" userId="792075530930629a" providerId="LiveId" clId="{481DE354-AC17-485C-ACD6-A78A1FB7DC51}" dt="2026-06-17T11:18:19.630" v="7085" actId="1076"/>
          <ac:picMkLst>
            <pc:docMk/>
            <pc:sldMk cId="2692326200" sldId="300"/>
            <ac:picMk id="44" creationId="{258A1595-C028-456F-8B53-AB2AFD22BF8D}"/>
          </ac:picMkLst>
        </pc:picChg>
        <pc:cxnChg chg="add del mod">
          <ac:chgData name="Negar Hosseinimanesh" userId="792075530930629a" providerId="LiveId" clId="{481DE354-AC17-485C-ACD6-A78A1FB7DC51}" dt="2026-06-16T11:26:02.798" v="5995" actId="478"/>
          <ac:cxnSpMkLst>
            <pc:docMk/>
            <pc:sldMk cId="2692326200" sldId="300"/>
            <ac:cxnSpMk id="8" creationId="{20D677E5-5149-40CF-A2FA-E0B7E8277445}"/>
          </ac:cxnSpMkLst>
        </pc:cxnChg>
        <pc:cxnChg chg="add mod">
          <ac:chgData name="Negar Hosseinimanesh" userId="792075530930629a" providerId="LiveId" clId="{481DE354-AC17-485C-ACD6-A78A1FB7DC51}" dt="2026-06-16T11:26:29.546" v="5997" actId="208"/>
          <ac:cxnSpMkLst>
            <pc:docMk/>
            <pc:sldMk cId="2692326200" sldId="300"/>
            <ac:cxnSpMk id="9" creationId="{D0247B5D-1619-481A-BA34-48C724BB8CC3}"/>
          </ac:cxnSpMkLst>
        </pc:cxnChg>
        <pc:cxnChg chg="add mod">
          <ac:chgData name="Negar Hosseinimanesh" userId="792075530930629a" providerId="LiveId" clId="{481DE354-AC17-485C-ACD6-A78A1FB7DC51}" dt="2026-06-16T11:26:29.546" v="5997" actId="208"/>
          <ac:cxnSpMkLst>
            <pc:docMk/>
            <pc:sldMk cId="2692326200" sldId="300"/>
            <ac:cxnSpMk id="10" creationId="{816C7888-836D-414C-84DA-978E17535767}"/>
          </ac:cxnSpMkLst>
        </pc:cxnChg>
        <pc:cxnChg chg="add mod">
          <ac:chgData name="Negar Hosseinimanesh" userId="792075530930629a" providerId="LiveId" clId="{481DE354-AC17-485C-ACD6-A78A1FB7DC51}" dt="2026-06-16T11:26:29.546" v="5997" actId="208"/>
          <ac:cxnSpMkLst>
            <pc:docMk/>
            <pc:sldMk cId="2692326200" sldId="300"/>
            <ac:cxnSpMk id="11" creationId="{C5A567B4-024A-4C2C-AE94-E2C811D049F5}"/>
          </ac:cxnSpMkLst>
        </pc:cxnChg>
        <pc:cxnChg chg="add mod">
          <ac:chgData name="Negar Hosseinimanesh" userId="792075530930629a" providerId="LiveId" clId="{481DE354-AC17-485C-ACD6-A78A1FB7DC51}" dt="2026-06-16T11:26:29.546" v="5997" actId="208"/>
          <ac:cxnSpMkLst>
            <pc:docMk/>
            <pc:sldMk cId="2692326200" sldId="300"/>
            <ac:cxnSpMk id="12" creationId="{58BD5080-9127-4DC1-921E-A99C7FA0E0AA}"/>
          </ac:cxnSpMkLst>
        </pc:cxnChg>
        <pc:cxnChg chg="add mod ord">
          <ac:chgData name="Negar Hosseinimanesh" userId="792075530930629a" providerId="LiveId" clId="{481DE354-AC17-485C-ACD6-A78A1FB7DC51}" dt="2026-06-17T11:18:22.446" v="7086" actId="1076"/>
          <ac:cxnSpMkLst>
            <pc:docMk/>
            <pc:sldMk cId="2692326200" sldId="300"/>
            <ac:cxnSpMk id="24" creationId="{012C9C7D-AA6E-4B03-A2DB-DBBEC0BF6E31}"/>
          </ac:cxnSpMkLst>
        </pc:cxnChg>
        <pc:cxnChg chg="add mod">
          <ac:chgData name="Negar Hosseinimanesh" userId="792075530930629a" providerId="LiveId" clId="{481DE354-AC17-485C-ACD6-A78A1FB7DC51}" dt="2026-06-16T11:32:35.332" v="6199" actId="1076"/>
          <ac:cxnSpMkLst>
            <pc:docMk/>
            <pc:sldMk cId="2692326200" sldId="300"/>
            <ac:cxnSpMk id="38" creationId="{F8AB7BD8-BE12-4E50-8879-FC2590D23F89}"/>
          </ac:cxnSpMkLst>
        </pc:cxnChg>
        <pc:cxnChg chg="add mod">
          <ac:chgData name="Negar Hosseinimanesh" userId="792075530930629a" providerId="LiveId" clId="{481DE354-AC17-485C-ACD6-A78A1FB7DC51}" dt="2026-06-17T11:18:19.630" v="7085" actId="1076"/>
          <ac:cxnSpMkLst>
            <pc:docMk/>
            <pc:sldMk cId="2692326200" sldId="300"/>
            <ac:cxnSpMk id="39" creationId="{D29039EB-E981-4194-9AF5-3B4185266BEB}"/>
          </ac:cxnSpMkLst>
        </pc:cxnChg>
        <pc:cxnChg chg="add del mod">
          <ac:chgData name="Negar Hosseinimanesh" userId="792075530930629a" providerId="LiveId" clId="{481DE354-AC17-485C-ACD6-A78A1FB7DC51}" dt="2026-06-17T11:17:57.815" v="7082" actId="478"/>
          <ac:cxnSpMkLst>
            <pc:docMk/>
            <pc:sldMk cId="2692326200" sldId="300"/>
            <ac:cxnSpMk id="40" creationId="{C095B883-E23C-4853-B9C7-7C83FE70779F}"/>
          </ac:cxnSpMkLst>
        </pc:cxnChg>
      </pc:sldChg>
      <pc:sldChg chg="addSp delSp modSp add del mod">
        <pc:chgData name="Negar Hosseinimanesh" userId="792075530930629a" providerId="LiveId" clId="{481DE354-AC17-485C-ACD6-A78A1FB7DC51}" dt="2026-06-17T11:24:28.731" v="7197" actId="47"/>
        <pc:sldMkLst>
          <pc:docMk/>
          <pc:sldMk cId="2212071329" sldId="301"/>
        </pc:sldMkLst>
        <pc:spChg chg="del">
          <ac:chgData name="Negar Hosseinimanesh" userId="792075530930629a" providerId="LiveId" clId="{481DE354-AC17-485C-ACD6-A78A1FB7DC51}" dt="2026-06-17T11:15:54.541" v="7043" actId="478"/>
          <ac:spMkLst>
            <pc:docMk/>
            <pc:sldMk cId="2212071329" sldId="301"/>
            <ac:spMk id="4" creationId="{92BB1812-986D-4E2D-BE5F-AA81093D367B}"/>
          </ac:spMkLst>
        </pc:spChg>
        <pc:spChg chg="del">
          <ac:chgData name="Negar Hosseinimanesh" userId="792075530930629a" providerId="LiveId" clId="{481DE354-AC17-485C-ACD6-A78A1FB7DC51}" dt="2026-06-17T11:13:41.525" v="7006" actId="478"/>
          <ac:spMkLst>
            <pc:docMk/>
            <pc:sldMk cId="2212071329" sldId="301"/>
            <ac:spMk id="5" creationId="{BB69371C-C56E-4F5B-A03F-D01A17A4E196}"/>
          </ac:spMkLst>
        </pc:spChg>
        <pc:spChg chg="add mod">
          <ac:chgData name="Negar Hosseinimanesh" userId="792075530930629a" providerId="LiveId" clId="{481DE354-AC17-485C-ACD6-A78A1FB7DC51}" dt="2026-06-17T11:14:58.402" v="7026" actId="1076"/>
          <ac:spMkLst>
            <pc:docMk/>
            <pc:sldMk cId="2212071329" sldId="301"/>
            <ac:spMk id="6" creationId="{39B3D607-BD20-4F2F-81C5-4CB75F255457}"/>
          </ac:spMkLst>
        </pc:spChg>
        <pc:spChg chg="add mod">
          <ac:chgData name="Negar Hosseinimanesh" userId="792075530930629a" providerId="LiveId" clId="{481DE354-AC17-485C-ACD6-A78A1FB7DC51}" dt="2026-06-17T11:16:55.078" v="7061" actId="404"/>
          <ac:spMkLst>
            <pc:docMk/>
            <pc:sldMk cId="2212071329" sldId="301"/>
            <ac:spMk id="7" creationId="{E1C8E416-8B6C-4586-91F3-E24D857D0564}"/>
          </ac:spMkLst>
        </pc:spChg>
        <pc:spChg chg="add mod">
          <ac:chgData name="Negar Hosseinimanesh" userId="792075530930629a" providerId="LiveId" clId="{481DE354-AC17-485C-ACD6-A78A1FB7DC51}" dt="2026-06-17T11:15:06.628" v="7036" actId="20577"/>
          <ac:spMkLst>
            <pc:docMk/>
            <pc:sldMk cId="2212071329" sldId="301"/>
            <ac:spMk id="35" creationId="{BF60BB4F-1890-48EF-A08F-2802C306B4E0}"/>
          </ac:spMkLst>
        </pc:spChg>
        <pc:spChg chg="add del mod">
          <ac:chgData name="Negar Hosseinimanesh" userId="792075530930629a" providerId="LiveId" clId="{481DE354-AC17-485C-ACD6-A78A1FB7DC51}" dt="2026-06-17T11:15:31.135" v="7039" actId="478"/>
          <ac:spMkLst>
            <pc:docMk/>
            <pc:sldMk cId="2212071329" sldId="301"/>
            <ac:spMk id="36" creationId="{8F1E65E0-582A-44C8-B90B-4115F6125881}"/>
          </ac:spMkLst>
        </pc:spChg>
        <pc:spChg chg="mod">
          <ac:chgData name="Negar Hosseinimanesh" userId="792075530930629a" providerId="LiveId" clId="{481DE354-AC17-485C-ACD6-A78A1FB7DC51}" dt="2026-06-17T11:13:53.638" v="7008" actId="404"/>
          <ac:spMkLst>
            <pc:docMk/>
            <pc:sldMk cId="2212071329" sldId="301"/>
            <ac:spMk id="120" creationId="{51A1BC4A-A789-4306-B1C3-6624C277B880}"/>
          </ac:spMkLst>
        </pc:spChg>
        <pc:picChg chg="mod">
          <ac:chgData name="Negar Hosseinimanesh" userId="792075530930629a" providerId="LiveId" clId="{481DE354-AC17-485C-ACD6-A78A1FB7DC51}" dt="2026-06-17T11:14:18.549" v="7009" actId="1076"/>
          <ac:picMkLst>
            <pc:docMk/>
            <pc:sldMk cId="2212071329" sldId="301"/>
            <ac:picMk id="119" creationId="{741A6351-61AD-4023-AD0D-65FF9DAACA22}"/>
          </ac:picMkLst>
        </pc:picChg>
        <pc:picChg chg="mod">
          <ac:chgData name="Negar Hosseinimanesh" userId="792075530930629a" providerId="LiveId" clId="{481DE354-AC17-485C-ACD6-A78A1FB7DC51}" dt="2026-06-17T11:16:27.252" v="7048" actId="166"/>
          <ac:picMkLst>
            <pc:docMk/>
            <pc:sldMk cId="2212071329" sldId="301"/>
            <ac:picMk id="142" creationId="{0FAC1F20-0A34-41D7-B09D-604E6F4B55D3}"/>
          </ac:picMkLst>
        </pc:picChg>
        <pc:cxnChg chg="add mod">
          <ac:chgData name="Negar Hosseinimanesh" userId="792075530930629a" providerId="LiveId" clId="{481DE354-AC17-485C-ACD6-A78A1FB7DC51}" dt="2026-06-17T11:16:17.685" v="7045" actId="1076"/>
          <ac:cxnSpMkLst>
            <pc:docMk/>
            <pc:sldMk cId="2212071329" sldId="301"/>
            <ac:cxnSpMk id="37" creationId="{5998EB19-D8BF-4FAD-A658-C84C344C54A0}"/>
          </ac:cxnSpMkLst>
        </pc:cxnChg>
        <pc:cxnChg chg="add mod">
          <ac:chgData name="Negar Hosseinimanesh" userId="792075530930629a" providerId="LiveId" clId="{481DE354-AC17-485C-ACD6-A78A1FB7DC51}" dt="2026-06-17T11:16:23.573" v="7047" actId="1076"/>
          <ac:cxnSpMkLst>
            <pc:docMk/>
            <pc:sldMk cId="2212071329" sldId="301"/>
            <ac:cxnSpMk id="38" creationId="{61D0E2F1-0B1F-4A57-898B-0FBDE40E0223}"/>
          </ac:cxnSpMkLst>
        </pc:cxnChg>
      </pc:sldChg>
      <pc:sldChg chg="addSp delSp modSp add mod">
        <pc:chgData name="Negar Hosseinimanesh" userId="792075530930629a" providerId="LiveId" clId="{481DE354-AC17-485C-ACD6-A78A1FB7DC51}" dt="2026-06-25T16:35:32.428" v="8876"/>
        <pc:sldMkLst>
          <pc:docMk/>
          <pc:sldMk cId="1059267290" sldId="302"/>
        </pc:sldMkLst>
        <pc:spChg chg="del">
          <ac:chgData name="Negar Hosseinimanesh" userId="792075530930629a" providerId="LiveId" clId="{481DE354-AC17-485C-ACD6-A78A1FB7DC51}" dt="2026-06-25T12:29:11.990" v="8735" actId="478"/>
          <ac:spMkLst>
            <pc:docMk/>
            <pc:sldMk cId="1059267290" sldId="302"/>
            <ac:spMk id="2" creationId="{48108D08-58E9-4BC5-99BE-6BF2C6550685}"/>
          </ac:spMkLst>
        </pc:spChg>
        <pc:spChg chg="add del mod">
          <ac:chgData name="Negar Hosseinimanesh" userId="792075530930629a" providerId="LiveId" clId="{481DE354-AC17-485C-ACD6-A78A1FB7DC51}" dt="2026-06-25T16:35:31.864" v="8875" actId="478"/>
          <ac:spMkLst>
            <pc:docMk/>
            <pc:sldMk cId="1059267290" sldId="302"/>
            <ac:spMk id="4" creationId="{0B88A9EE-AE94-4DB4-955D-7902F3C4333C}"/>
          </ac:spMkLst>
        </pc:spChg>
        <pc:spChg chg="del mod">
          <ac:chgData name="Negar Hosseinimanesh" userId="792075530930629a" providerId="LiveId" clId="{481DE354-AC17-485C-ACD6-A78A1FB7DC51}" dt="2026-06-17T11:23:12.084" v="7183" actId="478"/>
          <ac:spMkLst>
            <pc:docMk/>
            <pc:sldMk cId="1059267290" sldId="302"/>
            <ac:spMk id="4" creationId="{92BB1812-986D-4E2D-BE5F-AA81093D367B}"/>
          </ac:spMkLst>
        </pc:spChg>
        <pc:spChg chg="add mod">
          <ac:chgData name="Negar Hosseinimanesh" userId="792075530930629a" providerId="LiveId" clId="{481DE354-AC17-485C-ACD6-A78A1FB7DC51}" dt="2026-06-17T11:21:10.729" v="7152" actId="948"/>
          <ac:spMkLst>
            <pc:docMk/>
            <pc:sldMk cId="1059267290" sldId="302"/>
            <ac:spMk id="7" creationId="{6FE76BE3-399F-4D20-AA2B-AD80538B8C9D}"/>
          </ac:spMkLst>
        </pc:spChg>
        <pc:spChg chg="add del mod">
          <ac:chgData name="Negar Hosseinimanesh" userId="792075530930629a" providerId="LiveId" clId="{481DE354-AC17-485C-ACD6-A78A1FB7DC51}" dt="2026-06-25T12:29:14.060" v="8737" actId="478"/>
          <ac:spMkLst>
            <pc:docMk/>
            <pc:sldMk cId="1059267290" sldId="302"/>
            <ac:spMk id="8" creationId="{88598BC0-F72F-4F2C-8B50-AF7B54866E41}"/>
          </ac:spMkLst>
        </pc:spChg>
        <pc:spChg chg="del">
          <ac:chgData name="Negar Hosseinimanesh" userId="792075530930629a" providerId="LiveId" clId="{481DE354-AC17-485C-ACD6-A78A1FB7DC51}" dt="2026-06-18T09:45:07.480" v="7852" actId="478"/>
          <ac:spMkLst>
            <pc:docMk/>
            <pc:sldMk cId="1059267290" sldId="302"/>
            <ac:spMk id="32" creationId="{9A7DF7C5-9BEA-4C83-B006-5B0FB85C0783}"/>
          </ac:spMkLst>
        </pc:spChg>
        <pc:spChg chg="del">
          <ac:chgData name="Negar Hosseinimanesh" userId="792075530930629a" providerId="LiveId" clId="{481DE354-AC17-485C-ACD6-A78A1FB7DC51}" dt="2026-06-18T09:45:06.768" v="7851" actId="478"/>
          <ac:spMkLst>
            <pc:docMk/>
            <pc:sldMk cId="1059267290" sldId="302"/>
            <ac:spMk id="33" creationId="{AD116037-4867-4861-9F74-73B6F527B5B5}"/>
          </ac:spMkLst>
        </pc:spChg>
        <pc:spChg chg="del">
          <ac:chgData name="Negar Hosseinimanesh" userId="792075530930629a" providerId="LiveId" clId="{481DE354-AC17-485C-ACD6-A78A1FB7DC51}" dt="2026-06-18T09:32:05.080" v="7657" actId="478"/>
          <ac:spMkLst>
            <pc:docMk/>
            <pc:sldMk cId="1059267290" sldId="302"/>
            <ac:spMk id="34" creationId="{7C97CC92-3720-484E-B82D-DCDF10D33363}"/>
          </ac:spMkLst>
        </pc:spChg>
        <pc:spChg chg="add del mod">
          <ac:chgData name="Negar Hosseinimanesh" userId="792075530930629a" providerId="LiveId" clId="{481DE354-AC17-485C-ACD6-A78A1FB7DC51}" dt="2026-06-17T11:18:36.251" v="7088"/>
          <ac:spMkLst>
            <pc:docMk/>
            <pc:sldMk cId="1059267290" sldId="302"/>
            <ac:spMk id="37" creationId="{5C4DAACB-47A7-41B1-B094-8FD7BDB9BF58}"/>
          </ac:spMkLst>
        </pc:spChg>
        <pc:spChg chg="add del mod">
          <ac:chgData name="Negar Hosseinimanesh" userId="792075530930629a" providerId="LiveId" clId="{481DE354-AC17-485C-ACD6-A78A1FB7DC51}" dt="2026-06-17T11:18:36.251" v="7088"/>
          <ac:spMkLst>
            <pc:docMk/>
            <pc:sldMk cId="1059267290" sldId="302"/>
            <ac:spMk id="38" creationId="{CBEB3AB5-C014-4AD6-8892-1D483AECE18B}"/>
          </ac:spMkLst>
        </pc:spChg>
        <pc:spChg chg="add del mod">
          <ac:chgData name="Negar Hosseinimanesh" userId="792075530930629a" providerId="LiveId" clId="{481DE354-AC17-485C-ACD6-A78A1FB7DC51}" dt="2026-06-17T11:18:36.251" v="7088"/>
          <ac:spMkLst>
            <pc:docMk/>
            <pc:sldMk cId="1059267290" sldId="302"/>
            <ac:spMk id="39" creationId="{4ECEA7E3-7AD8-4C55-8F6C-C0D102C56C27}"/>
          </ac:spMkLst>
        </pc:spChg>
        <pc:spChg chg="add mod">
          <ac:chgData name="Negar Hosseinimanesh" userId="792075530930629a" providerId="LiveId" clId="{481DE354-AC17-485C-ACD6-A78A1FB7DC51}" dt="2026-06-18T09:32:05.396" v="7658"/>
          <ac:spMkLst>
            <pc:docMk/>
            <pc:sldMk cId="1059267290" sldId="302"/>
            <ac:spMk id="39" creationId="{BF760844-318F-4957-8EA9-2FE612B4E3E2}"/>
          </ac:spMkLst>
        </pc:spChg>
        <pc:spChg chg="add mod">
          <ac:chgData name="Negar Hosseinimanesh" userId="792075530930629a" providerId="LiveId" clId="{481DE354-AC17-485C-ACD6-A78A1FB7DC51}" dt="2026-06-18T09:45:08.570" v="7853"/>
          <ac:spMkLst>
            <pc:docMk/>
            <pc:sldMk cId="1059267290" sldId="302"/>
            <ac:spMk id="41" creationId="{9905E858-BCAC-4A44-990B-33767080CB95}"/>
          </ac:spMkLst>
        </pc:spChg>
        <pc:spChg chg="add del mod">
          <ac:chgData name="Negar Hosseinimanesh" userId="792075530930629a" providerId="LiveId" clId="{481DE354-AC17-485C-ACD6-A78A1FB7DC51}" dt="2026-06-25T16:35:29.529" v="8873" actId="478"/>
          <ac:spMkLst>
            <pc:docMk/>
            <pc:sldMk cId="1059267290" sldId="302"/>
            <ac:spMk id="44" creationId="{6BA84DCC-1C98-4459-AA9D-575B3B067969}"/>
          </ac:spMkLst>
        </pc:spChg>
        <pc:spChg chg="add mod">
          <ac:chgData name="Negar Hosseinimanesh" userId="792075530930629a" providerId="LiveId" clId="{481DE354-AC17-485C-ACD6-A78A1FB7DC51}" dt="2026-06-25T16:35:32.428" v="8876"/>
          <ac:spMkLst>
            <pc:docMk/>
            <pc:sldMk cId="1059267290" sldId="302"/>
            <ac:spMk id="45" creationId="{AD0348CC-C0D3-4D65-B7ED-3BF3B11B57C3}"/>
          </ac:spMkLst>
        </pc:spChg>
        <pc:spChg chg="add mod">
          <ac:chgData name="Negar Hosseinimanesh" userId="792075530930629a" providerId="LiveId" clId="{481DE354-AC17-485C-ACD6-A78A1FB7DC51}" dt="2026-06-17T11:21:10.729" v="7152" actId="948"/>
          <ac:spMkLst>
            <pc:docMk/>
            <pc:sldMk cId="1059267290" sldId="302"/>
            <ac:spMk id="46" creationId="{42A72E3D-DDE2-49FE-8A83-534AEDF46C57}"/>
          </ac:spMkLst>
        </pc:spChg>
        <pc:spChg chg="add mod">
          <ac:chgData name="Negar Hosseinimanesh" userId="792075530930629a" providerId="LiveId" clId="{481DE354-AC17-485C-ACD6-A78A1FB7DC51}" dt="2026-06-17T11:21:23.194" v="7155" actId="14100"/>
          <ac:spMkLst>
            <pc:docMk/>
            <pc:sldMk cId="1059267290" sldId="302"/>
            <ac:spMk id="48" creationId="{591C9196-B5BA-495C-88A7-2CC2A6CE8E9D}"/>
          </ac:spMkLst>
        </pc:spChg>
        <pc:spChg chg="add mod">
          <ac:chgData name="Negar Hosseinimanesh" userId="792075530930629a" providerId="LiveId" clId="{481DE354-AC17-485C-ACD6-A78A1FB7DC51}" dt="2026-06-17T11:21:30.905" v="7157" actId="1076"/>
          <ac:spMkLst>
            <pc:docMk/>
            <pc:sldMk cId="1059267290" sldId="302"/>
            <ac:spMk id="49" creationId="{8208D09B-E7C6-4F46-A191-1EB66F2D6308}"/>
          </ac:spMkLst>
        </pc:spChg>
        <pc:spChg chg="add mod">
          <ac:chgData name="Negar Hosseinimanesh" userId="792075530930629a" providerId="LiveId" clId="{481DE354-AC17-485C-ACD6-A78A1FB7DC51}" dt="2026-06-17T11:22:35.642" v="7167" actId="1076"/>
          <ac:spMkLst>
            <pc:docMk/>
            <pc:sldMk cId="1059267290" sldId="302"/>
            <ac:spMk id="50" creationId="{CF4B262C-B12F-4E4F-B236-30A19869ACF7}"/>
          </ac:spMkLst>
        </pc:spChg>
        <pc:spChg chg="add mod">
          <ac:chgData name="Negar Hosseinimanesh" userId="792075530930629a" providerId="LiveId" clId="{481DE354-AC17-485C-ACD6-A78A1FB7DC51}" dt="2026-06-17T11:25:57.053" v="7214" actId="948"/>
          <ac:spMkLst>
            <pc:docMk/>
            <pc:sldMk cId="1059267290" sldId="302"/>
            <ac:spMk id="51" creationId="{32AB5F34-FD1E-4495-BDAD-0342A8E258B9}"/>
          </ac:spMkLst>
        </pc:spChg>
        <pc:spChg chg="add mod">
          <ac:chgData name="Negar Hosseinimanesh" userId="792075530930629a" providerId="LiveId" clId="{481DE354-AC17-485C-ACD6-A78A1FB7DC51}" dt="2026-06-17T11:25:57.053" v="7214" actId="948"/>
          <ac:spMkLst>
            <pc:docMk/>
            <pc:sldMk cId="1059267290" sldId="302"/>
            <ac:spMk id="52" creationId="{11B9FA47-5B49-4339-9879-1E51B1C3787D}"/>
          </ac:spMkLst>
        </pc:spChg>
        <pc:spChg chg="mod">
          <ac:chgData name="Negar Hosseinimanesh" userId="792075530930629a" providerId="LiveId" clId="{481DE354-AC17-485C-ACD6-A78A1FB7DC51}" dt="2026-06-17T11:22:00.299" v="7160" actId="14100"/>
          <ac:spMkLst>
            <pc:docMk/>
            <pc:sldMk cId="1059267290" sldId="302"/>
            <ac:spMk id="146" creationId="{AB65867A-33B3-4038-AB3C-3BDAE74B402C}"/>
          </ac:spMkLst>
        </pc:spChg>
        <pc:spChg chg="mod">
          <ac:chgData name="Negar Hosseinimanesh" userId="792075530930629a" providerId="LiveId" clId="{481DE354-AC17-485C-ACD6-A78A1FB7DC51}" dt="2026-06-17T11:22:39.426" v="7168" actId="1076"/>
          <ac:spMkLst>
            <pc:docMk/>
            <pc:sldMk cId="1059267290" sldId="302"/>
            <ac:spMk id="147" creationId="{E1E4FC5A-0958-4259-8958-9063E99D196B}"/>
          </ac:spMkLst>
        </pc:spChg>
        <pc:spChg chg="mod">
          <ac:chgData name="Negar Hosseinimanesh" userId="792075530930629a" providerId="LiveId" clId="{481DE354-AC17-485C-ACD6-A78A1FB7DC51}" dt="2026-06-17T11:22:04.259" v="7161" actId="404"/>
          <ac:spMkLst>
            <pc:docMk/>
            <pc:sldMk cId="1059267290" sldId="302"/>
            <ac:spMk id="148" creationId="{C3387ADF-4684-43DE-A1C2-5355FCDFBBB4}"/>
          </ac:spMkLst>
        </pc:spChg>
        <pc:spChg chg="del mod">
          <ac:chgData name="Negar Hosseinimanesh" userId="792075530930629a" providerId="LiveId" clId="{481DE354-AC17-485C-ACD6-A78A1FB7DC51}" dt="2026-06-17T11:22:26.407" v="7165" actId="478"/>
          <ac:spMkLst>
            <pc:docMk/>
            <pc:sldMk cId="1059267290" sldId="302"/>
            <ac:spMk id="3082" creationId="{A2081D4F-C6E6-4D3B-9002-B3EFC27A2304}"/>
          </ac:spMkLst>
        </pc:spChg>
        <pc:spChg chg="mod">
          <ac:chgData name="Negar Hosseinimanesh" userId="792075530930629a" providerId="LiveId" clId="{481DE354-AC17-485C-ACD6-A78A1FB7DC51}" dt="2026-06-17T11:22:45.772" v="7170" actId="1076"/>
          <ac:spMkLst>
            <pc:docMk/>
            <pc:sldMk cId="1059267290" sldId="302"/>
            <ac:spMk id="3083" creationId="{C95D5FF6-3F6D-4F56-B4A1-38ED8F473BCD}"/>
          </ac:spMkLst>
        </pc:spChg>
        <pc:spChg chg="mod">
          <ac:chgData name="Negar Hosseinimanesh" userId="792075530930629a" providerId="LiveId" clId="{481DE354-AC17-485C-ACD6-A78A1FB7DC51}" dt="2026-06-17T11:22:42.578" v="7169" actId="1076"/>
          <ac:spMkLst>
            <pc:docMk/>
            <pc:sldMk cId="1059267290" sldId="302"/>
            <ac:spMk id="3084" creationId="{9841D860-83A8-457E-8AD1-918617D94737}"/>
          </ac:spMkLst>
        </pc:spChg>
        <pc:picChg chg="add mod">
          <ac:chgData name="Negar Hosseinimanesh" userId="792075530930629a" providerId="LiveId" clId="{481DE354-AC17-485C-ACD6-A78A1FB7DC51}" dt="2026-06-17T11:20:51.977" v="7149" actId="1076"/>
          <ac:picMkLst>
            <pc:docMk/>
            <pc:sldMk cId="1059267290" sldId="302"/>
            <ac:picMk id="5" creationId="{DBC7FE6C-24DD-4CD7-922B-374EF2654B0D}"/>
          </ac:picMkLst>
        </pc:picChg>
        <pc:picChg chg="add del mod">
          <ac:chgData name="Negar Hosseinimanesh" userId="792075530930629a" providerId="LiveId" clId="{481DE354-AC17-485C-ACD6-A78A1FB7DC51}" dt="2026-06-17T11:18:36.251" v="7088"/>
          <ac:picMkLst>
            <pc:docMk/>
            <pc:sldMk cId="1059267290" sldId="302"/>
            <ac:picMk id="45" creationId="{BEF707BC-AA2D-4BE3-B146-E0B612DF5E88}"/>
          </ac:picMkLst>
        </pc:picChg>
        <pc:picChg chg="mod">
          <ac:chgData name="Negar Hosseinimanesh" userId="792075530930629a" providerId="LiveId" clId="{481DE354-AC17-485C-ACD6-A78A1FB7DC51}" dt="2026-06-17T11:21:27.722" v="7156" actId="1076"/>
          <ac:picMkLst>
            <pc:docMk/>
            <pc:sldMk cId="1059267290" sldId="302"/>
            <ac:picMk id="142" creationId="{0FAC1F20-0A34-41D7-B09D-604E6F4B55D3}"/>
          </ac:picMkLst>
        </pc:picChg>
        <pc:picChg chg="del">
          <ac:chgData name="Negar Hosseinimanesh" userId="792075530930629a" providerId="LiveId" clId="{481DE354-AC17-485C-ACD6-A78A1FB7DC51}" dt="2026-06-17T11:18:53.143" v="7091" actId="478"/>
          <ac:picMkLst>
            <pc:docMk/>
            <pc:sldMk cId="1059267290" sldId="302"/>
            <ac:picMk id="3075" creationId="{18D08775-2C61-4589-8ACE-460488E5AD72}"/>
          </ac:picMkLst>
        </pc:picChg>
        <pc:cxnChg chg="add del mod">
          <ac:chgData name="Negar Hosseinimanesh" userId="792075530930629a" providerId="LiveId" clId="{481DE354-AC17-485C-ACD6-A78A1FB7DC51}" dt="2026-06-17T11:18:36.251" v="7088"/>
          <ac:cxnSpMkLst>
            <pc:docMk/>
            <pc:sldMk cId="1059267290" sldId="302"/>
            <ac:cxnSpMk id="36" creationId="{2392E7EE-79E8-4C17-B900-5CA0F5379F25}"/>
          </ac:cxnSpMkLst>
        </pc:cxnChg>
        <pc:cxnChg chg="add del mod">
          <ac:chgData name="Negar Hosseinimanesh" userId="792075530930629a" providerId="LiveId" clId="{481DE354-AC17-485C-ACD6-A78A1FB7DC51}" dt="2026-06-17T11:18:36.251" v="7088"/>
          <ac:cxnSpMkLst>
            <pc:docMk/>
            <pc:sldMk cId="1059267290" sldId="302"/>
            <ac:cxnSpMk id="41" creationId="{F5A097A9-971D-41E4-A473-F667E29B855D}"/>
          </ac:cxnSpMkLst>
        </pc:cxnChg>
        <pc:cxnChg chg="add del mod">
          <ac:chgData name="Negar Hosseinimanesh" userId="792075530930629a" providerId="LiveId" clId="{481DE354-AC17-485C-ACD6-A78A1FB7DC51}" dt="2026-06-17T11:18:36.251" v="7088"/>
          <ac:cxnSpMkLst>
            <pc:docMk/>
            <pc:sldMk cId="1059267290" sldId="302"/>
            <ac:cxnSpMk id="44" creationId="{3761A244-0483-43D0-9F1D-2381A5071A86}"/>
          </ac:cxnSpMkLst>
        </pc:cxnChg>
        <pc:cxnChg chg="add mod">
          <ac:chgData name="Negar Hosseinimanesh" userId="792075530930629a" providerId="LiveId" clId="{481DE354-AC17-485C-ACD6-A78A1FB7DC51}" dt="2026-06-17T11:21:27.722" v="7156" actId="1076"/>
          <ac:cxnSpMkLst>
            <pc:docMk/>
            <pc:sldMk cId="1059267290" sldId="302"/>
            <ac:cxnSpMk id="47" creationId="{D3D2DB4A-7DB6-4A58-A215-5CADAA51230D}"/>
          </ac:cxnSpMkLst>
        </pc:cxnChg>
      </pc:sldChg>
      <pc:sldChg chg="add del">
        <pc:chgData name="Negar Hosseinimanesh" userId="792075530930629a" providerId="LiveId" clId="{481DE354-AC17-485C-ACD6-A78A1FB7DC51}" dt="2026-06-17T11:25:04.028" v="7201" actId="47"/>
        <pc:sldMkLst>
          <pc:docMk/>
          <pc:sldMk cId="1175508442" sldId="303"/>
        </pc:sldMkLst>
      </pc:sldChg>
      <pc:sldChg chg="add del">
        <pc:chgData name="Negar Hosseinimanesh" userId="792075530930629a" providerId="LiveId" clId="{481DE354-AC17-485C-ACD6-A78A1FB7DC51}" dt="2026-06-17T11:25:05.730" v="7202" actId="47"/>
        <pc:sldMkLst>
          <pc:docMk/>
          <pc:sldMk cId="2236203320" sldId="304"/>
        </pc:sldMkLst>
      </pc:sldChg>
      <pc:sldChg chg="addSp delSp modSp add mod">
        <pc:chgData name="Negar Hosseinimanesh" userId="792075530930629a" providerId="LiveId" clId="{481DE354-AC17-485C-ACD6-A78A1FB7DC51}" dt="2026-06-25T16:35:40.637" v="8880"/>
        <pc:sldMkLst>
          <pc:docMk/>
          <pc:sldMk cId="3426621626" sldId="305"/>
        </pc:sldMkLst>
        <pc:spChg chg="del">
          <ac:chgData name="Negar Hosseinimanesh" userId="792075530930629a" providerId="LiveId" clId="{481DE354-AC17-485C-ACD6-A78A1FB7DC51}" dt="2026-06-25T12:29:18.667" v="8739" actId="478"/>
          <ac:spMkLst>
            <pc:docMk/>
            <pc:sldMk cId="3426621626" sldId="305"/>
            <ac:spMk id="2" creationId="{48108D08-58E9-4BC5-99BE-6BF2C6550685}"/>
          </ac:spMkLst>
        </pc:spChg>
        <pc:spChg chg="add del mod">
          <ac:chgData name="Negar Hosseinimanesh" userId="792075530930629a" providerId="LiveId" clId="{481DE354-AC17-485C-ACD6-A78A1FB7DC51}" dt="2026-06-25T16:35:40.117" v="8879" actId="478"/>
          <ac:spMkLst>
            <pc:docMk/>
            <pc:sldMk cId="3426621626" sldId="305"/>
            <ac:spMk id="4" creationId="{88E65B51-0E05-4ADD-AE24-717B2A249719}"/>
          </ac:spMkLst>
        </pc:spChg>
        <pc:spChg chg="add del mod">
          <ac:chgData name="Negar Hosseinimanesh" userId="792075530930629a" providerId="LiveId" clId="{481DE354-AC17-485C-ACD6-A78A1FB7DC51}" dt="2026-06-25T12:29:20.842" v="8741" actId="478"/>
          <ac:spMkLst>
            <pc:docMk/>
            <pc:sldMk cId="3426621626" sldId="305"/>
            <ac:spMk id="8" creationId="{08DA3B86-4E65-4AC3-BE39-ED244D1A1F55}"/>
          </ac:spMkLst>
        </pc:spChg>
        <pc:spChg chg="mod">
          <ac:chgData name="Negar Hosseinimanesh" userId="792075530930629a" providerId="LiveId" clId="{481DE354-AC17-485C-ACD6-A78A1FB7DC51}" dt="2026-06-17T11:23:53.546" v="7191" actId="1076"/>
          <ac:spMkLst>
            <pc:docMk/>
            <pc:sldMk cId="3426621626" sldId="305"/>
            <ac:spMk id="16" creationId="{6357D3B6-A4F5-4DAD-88BE-41F6F81AE2BA}"/>
          </ac:spMkLst>
        </pc:spChg>
        <pc:spChg chg="del">
          <ac:chgData name="Negar Hosseinimanesh" userId="792075530930629a" providerId="LiveId" clId="{481DE354-AC17-485C-ACD6-A78A1FB7DC51}" dt="2026-06-18T09:45:02.095" v="7849" actId="478"/>
          <ac:spMkLst>
            <pc:docMk/>
            <pc:sldMk cId="3426621626" sldId="305"/>
            <ac:spMk id="32" creationId="{9A7DF7C5-9BEA-4C83-B006-5B0FB85C0783}"/>
          </ac:spMkLst>
        </pc:spChg>
        <pc:spChg chg="del">
          <ac:chgData name="Negar Hosseinimanesh" userId="792075530930629a" providerId="LiveId" clId="{481DE354-AC17-485C-ACD6-A78A1FB7DC51}" dt="2026-06-18T09:45:01.184" v="7848" actId="478"/>
          <ac:spMkLst>
            <pc:docMk/>
            <pc:sldMk cId="3426621626" sldId="305"/>
            <ac:spMk id="33" creationId="{AD116037-4867-4861-9F74-73B6F527B5B5}"/>
          </ac:spMkLst>
        </pc:spChg>
        <pc:spChg chg="del">
          <ac:chgData name="Negar Hosseinimanesh" userId="792075530930629a" providerId="LiveId" clId="{481DE354-AC17-485C-ACD6-A78A1FB7DC51}" dt="2026-06-18T09:32:02.153" v="7655" actId="478"/>
          <ac:spMkLst>
            <pc:docMk/>
            <pc:sldMk cId="3426621626" sldId="305"/>
            <ac:spMk id="34" creationId="{7C97CC92-3720-484E-B82D-DCDF10D33363}"/>
          </ac:spMkLst>
        </pc:spChg>
        <pc:spChg chg="add mod">
          <ac:chgData name="Negar Hosseinimanesh" userId="792075530930629a" providerId="LiveId" clId="{481DE354-AC17-485C-ACD6-A78A1FB7DC51}" dt="2026-06-17T11:24:11.954" v="7194" actId="14100"/>
          <ac:spMkLst>
            <pc:docMk/>
            <pc:sldMk cId="3426621626" sldId="305"/>
            <ac:spMk id="37" creationId="{5A44D84A-E0E1-4017-BD0C-6EC9CEE1AC25}"/>
          </ac:spMkLst>
        </pc:spChg>
        <pc:spChg chg="add mod">
          <ac:chgData name="Negar Hosseinimanesh" userId="792075530930629a" providerId="LiveId" clId="{481DE354-AC17-485C-ACD6-A78A1FB7DC51}" dt="2026-06-18T09:32:02.504" v="7656"/>
          <ac:spMkLst>
            <pc:docMk/>
            <pc:sldMk cId="3426621626" sldId="305"/>
            <ac:spMk id="38" creationId="{13F60AB5-89B9-408B-B933-A4B8491D549F}"/>
          </ac:spMkLst>
        </pc:spChg>
        <pc:spChg chg="add mod">
          <ac:chgData name="Negar Hosseinimanesh" userId="792075530930629a" providerId="LiveId" clId="{481DE354-AC17-485C-ACD6-A78A1FB7DC51}" dt="2026-06-18T09:45:03.263" v="7850"/>
          <ac:spMkLst>
            <pc:docMk/>
            <pc:sldMk cId="3426621626" sldId="305"/>
            <ac:spMk id="39" creationId="{B45A9892-A32F-4236-8FCE-8F73C2630C52}"/>
          </ac:spMkLst>
        </pc:spChg>
        <pc:spChg chg="add del mod">
          <ac:chgData name="Negar Hosseinimanesh" userId="792075530930629a" providerId="LiveId" clId="{481DE354-AC17-485C-ACD6-A78A1FB7DC51}" dt="2026-06-25T16:35:38.138" v="8877" actId="478"/>
          <ac:spMkLst>
            <pc:docMk/>
            <pc:sldMk cId="3426621626" sldId="305"/>
            <ac:spMk id="41" creationId="{1016346C-91F2-456D-8B39-77F53C912434}"/>
          </ac:spMkLst>
        </pc:spChg>
        <pc:spChg chg="add mod">
          <ac:chgData name="Negar Hosseinimanesh" userId="792075530930629a" providerId="LiveId" clId="{481DE354-AC17-485C-ACD6-A78A1FB7DC51}" dt="2026-06-25T16:35:40.637" v="8880"/>
          <ac:spMkLst>
            <pc:docMk/>
            <pc:sldMk cId="3426621626" sldId="305"/>
            <ac:spMk id="44" creationId="{ACF77D8E-B82F-431F-ABAA-3A27481618C4}"/>
          </ac:spMkLst>
        </pc:spChg>
        <pc:spChg chg="mod">
          <ac:chgData name="Negar Hosseinimanesh" userId="792075530930629a" providerId="LiveId" clId="{481DE354-AC17-485C-ACD6-A78A1FB7DC51}" dt="2026-06-17T11:24:01.147" v="7192" actId="1076"/>
          <ac:spMkLst>
            <pc:docMk/>
            <pc:sldMk cId="3426621626" sldId="305"/>
            <ac:spMk id="148" creationId="{C3387ADF-4684-43DE-A1C2-5355FCDFBBB4}"/>
          </ac:spMkLst>
        </pc:spChg>
      </pc:sldChg>
      <pc:sldChg chg="addSp delSp modSp add mod">
        <pc:chgData name="Negar Hosseinimanesh" userId="792075530930629a" providerId="LiveId" clId="{481DE354-AC17-485C-ACD6-A78A1FB7DC51}" dt="2026-06-25T16:35:49.164" v="8885"/>
        <pc:sldMkLst>
          <pc:docMk/>
          <pc:sldMk cId="4202078914" sldId="306"/>
        </pc:sldMkLst>
        <pc:spChg chg="del">
          <ac:chgData name="Negar Hosseinimanesh" userId="792075530930629a" providerId="LiveId" clId="{481DE354-AC17-485C-ACD6-A78A1FB7DC51}" dt="2026-06-25T12:29:24.934" v="8743" actId="478"/>
          <ac:spMkLst>
            <pc:docMk/>
            <pc:sldMk cId="4202078914" sldId="306"/>
            <ac:spMk id="2" creationId="{48108D08-58E9-4BC5-99BE-6BF2C6550685}"/>
          </ac:spMkLst>
        </pc:spChg>
        <pc:spChg chg="add del mod">
          <ac:chgData name="Negar Hosseinimanesh" userId="792075530930629a" providerId="LiveId" clId="{481DE354-AC17-485C-ACD6-A78A1FB7DC51}" dt="2026-06-25T16:35:48.563" v="8884" actId="478"/>
          <ac:spMkLst>
            <pc:docMk/>
            <pc:sldMk cId="4202078914" sldId="306"/>
            <ac:spMk id="4" creationId="{D76C9EF7-6118-40AF-A2BB-FEE6622D4803}"/>
          </ac:spMkLst>
        </pc:spChg>
        <pc:spChg chg="add del mod">
          <ac:chgData name="Negar Hosseinimanesh" userId="792075530930629a" providerId="LiveId" clId="{481DE354-AC17-485C-ACD6-A78A1FB7DC51}" dt="2026-06-25T12:29:28.561" v="8745" actId="478"/>
          <ac:spMkLst>
            <pc:docMk/>
            <pc:sldMk cId="4202078914" sldId="306"/>
            <ac:spMk id="8" creationId="{9B9C1200-4850-4396-9C4F-E6050E5B114A}"/>
          </ac:spMkLst>
        </pc:spChg>
        <pc:spChg chg="del">
          <ac:chgData name="Negar Hosseinimanesh" userId="792075530930629a" providerId="LiveId" clId="{481DE354-AC17-485C-ACD6-A78A1FB7DC51}" dt="2026-06-18T09:44:57.872" v="7846" actId="478"/>
          <ac:spMkLst>
            <pc:docMk/>
            <pc:sldMk cId="4202078914" sldId="306"/>
            <ac:spMk id="32" creationId="{9A7DF7C5-9BEA-4C83-B006-5B0FB85C0783}"/>
          </ac:spMkLst>
        </pc:spChg>
        <pc:spChg chg="del">
          <ac:chgData name="Negar Hosseinimanesh" userId="792075530930629a" providerId="LiveId" clId="{481DE354-AC17-485C-ACD6-A78A1FB7DC51}" dt="2026-06-18T09:44:56.670" v="7845" actId="478"/>
          <ac:spMkLst>
            <pc:docMk/>
            <pc:sldMk cId="4202078914" sldId="306"/>
            <ac:spMk id="33" creationId="{AD116037-4867-4861-9F74-73B6F527B5B5}"/>
          </ac:spMkLst>
        </pc:spChg>
        <pc:spChg chg="del">
          <ac:chgData name="Negar Hosseinimanesh" userId="792075530930629a" providerId="LiveId" clId="{481DE354-AC17-485C-ACD6-A78A1FB7DC51}" dt="2026-06-18T09:31:53.553" v="7652" actId="478"/>
          <ac:spMkLst>
            <pc:docMk/>
            <pc:sldMk cId="4202078914" sldId="306"/>
            <ac:spMk id="34" creationId="{7C97CC92-3720-484E-B82D-DCDF10D33363}"/>
          </ac:spMkLst>
        </pc:spChg>
        <pc:spChg chg="add mod">
          <ac:chgData name="Negar Hosseinimanesh" userId="792075530930629a" providerId="LiveId" clId="{481DE354-AC17-485C-ACD6-A78A1FB7DC51}" dt="2026-06-18T09:31:56.080" v="7654" actId="20577"/>
          <ac:spMkLst>
            <pc:docMk/>
            <pc:sldMk cId="4202078914" sldId="306"/>
            <ac:spMk id="37" creationId="{24DD506C-561E-415E-80CD-F97DA3BB37E8}"/>
          </ac:spMkLst>
        </pc:spChg>
        <pc:spChg chg="add mod">
          <ac:chgData name="Negar Hosseinimanesh" userId="792075530930629a" providerId="LiveId" clId="{481DE354-AC17-485C-ACD6-A78A1FB7DC51}" dt="2026-06-18T09:44:58.812" v="7847"/>
          <ac:spMkLst>
            <pc:docMk/>
            <pc:sldMk cId="4202078914" sldId="306"/>
            <ac:spMk id="38" creationId="{C7251113-1FF1-436F-B76E-3BB70AC5794D}"/>
          </ac:spMkLst>
        </pc:spChg>
        <pc:spChg chg="add del mod">
          <ac:chgData name="Negar Hosseinimanesh" userId="792075530930629a" providerId="LiveId" clId="{481DE354-AC17-485C-ACD6-A78A1FB7DC51}" dt="2026-06-25T16:35:45.338" v="8881" actId="478"/>
          <ac:spMkLst>
            <pc:docMk/>
            <pc:sldMk cId="4202078914" sldId="306"/>
            <ac:spMk id="39" creationId="{2ECE8B34-EB1C-4299-BDC1-1D07F69F6016}"/>
          </ac:spMkLst>
        </pc:spChg>
        <pc:spChg chg="add mod">
          <ac:chgData name="Negar Hosseinimanesh" userId="792075530930629a" providerId="LiveId" clId="{481DE354-AC17-485C-ACD6-A78A1FB7DC51}" dt="2026-06-25T16:35:49.164" v="8885"/>
          <ac:spMkLst>
            <pc:docMk/>
            <pc:sldMk cId="4202078914" sldId="306"/>
            <ac:spMk id="41" creationId="{D1076F36-56BD-4C7E-951E-0BE5A055C28C}"/>
          </ac:spMkLst>
        </pc:spChg>
        <pc:spChg chg="mod">
          <ac:chgData name="Negar Hosseinimanesh" userId="792075530930629a" providerId="LiveId" clId="{481DE354-AC17-485C-ACD6-A78A1FB7DC51}" dt="2026-06-17T11:24:40.172" v="7200" actId="20577"/>
          <ac:spMkLst>
            <pc:docMk/>
            <pc:sldMk cId="4202078914" sldId="306"/>
            <ac:spMk id="122" creationId="{CF4979AC-6840-4243-8936-A50F54A34C8D}"/>
          </ac:spMkLst>
        </pc:spChg>
      </pc:sldChg>
      <pc:sldChg chg="addSp delSp modSp add mod">
        <pc:chgData name="Negar Hosseinimanesh" userId="792075530930629a" providerId="LiveId" clId="{481DE354-AC17-485C-ACD6-A78A1FB7DC51}" dt="2026-06-25T16:35:25.236" v="8872"/>
        <pc:sldMkLst>
          <pc:docMk/>
          <pc:sldMk cId="1666818908" sldId="307"/>
        </pc:sldMkLst>
        <pc:spChg chg="add del">
          <ac:chgData name="Negar Hosseinimanesh" userId="792075530930629a" providerId="LiveId" clId="{481DE354-AC17-485C-ACD6-A78A1FB7DC51}" dt="2026-06-25T12:28:59.724" v="8731" actId="478"/>
          <ac:spMkLst>
            <pc:docMk/>
            <pc:sldMk cId="1666818908" sldId="307"/>
            <ac:spMk id="2" creationId="{48108D08-58E9-4BC5-99BE-6BF2C6550685}"/>
          </ac:spMkLst>
        </pc:spChg>
        <pc:spChg chg="add del mod">
          <ac:chgData name="Negar Hosseinimanesh" userId="792075530930629a" providerId="LiveId" clId="{481DE354-AC17-485C-ACD6-A78A1FB7DC51}" dt="2026-06-25T16:35:24.361" v="8871" actId="478"/>
          <ac:spMkLst>
            <pc:docMk/>
            <pc:sldMk cId="1666818908" sldId="307"/>
            <ac:spMk id="4" creationId="{312DF5AF-5D14-4918-8D39-13C291750CD4}"/>
          </ac:spMkLst>
        </pc:spChg>
        <pc:spChg chg="add del mod">
          <ac:chgData name="Negar Hosseinimanesh" userId="792075530930629a" providerId="LiveId" clId="{481DE354-AC17-485C-ACD6-A78A1FB7DC51}" dt="2026-06-25T12:28:57.151" v="8730" actId="478"/>
          <ac:spMkLst>
            <pc:docMk/>
            <pc:sldMk cId="1666818908" sldId="307"/>
            <ac:spMk id="8" creationId="{C33FE2AF-C8A5-444F-BD04-B7E09B4AF402}"/>
          </ac:spMkLst>
        </pc:spChg>
        <pc:spChg chg="add del mod">
          <ac:chgData name="Negar Hosseinimanesh" userId="792075530930629a" providerId="LiveId" clId="{481DE354-AC17-485C-ACD6-A78A1FB7DC51}" dt="2026-06-25T12:29:08.219" v="8733" actId="478"/>
          <ac:spMkLst>
            <pc:docMk/>
            <pc:sldMk cId="1666818908" sldId="307"/>
            <ac:spMk id="10" creationId="{B98CC3FE-B255-4ADF-859B-1244691B0819}"/>
          </ac:spMkLst>
        </pc:spChg>
        <pc:spChg chg="del">
          <ac:chgData name="Negar Hosseinimanesh" userId="792075530930629a" providerId="LiveId" clId="{481DE354-AC17-485C-ACD6-A78A1FB7DC51}" dt="2026-06-18T09:45:12.448" v="7855" actId="478"/>
          <ac:spMkLst>
            <pc:docMk/>
            <pc:sldMk cId="1666818908" sldId="307"/>
            <ac:spMk id="32" creationId="{9A7DF7C5-9BEA-4C83-B006-5B0FB85C0783}"/>
          </ac:spMkLst>
        </pc:spChg>
        <pc:spChg chg="del">
          <ac:chgData name="Negar Hosseinimanesh" userId="792075530930629a" providerId="LiveId" clId="{481DE354-AC17-485C-ACD6-A78A1FB7DC51}" dt="2026-06-18T09:45:11.672" v="7854" actId="478"/>
          <ac:spMkLst>
            <pc:docMk/>
            <pc:sldMk cId="1666818908" sldId="307"/>
            <ac:spMk id="33" creationId="{AD116037-4867-4861-9F74-73B6F527B5B5}"/>
          </ac:spMkLst>
        </pc:spChg>
        <pc:spChg chg="del">
          <ac:chgData name="Negar Hosseinimanesh" userId="792075530930629a" providerId="LiveId" clId="{481DE354-AC17-485C-ACD6-A78A1FB7DC51}" dt="2026-06-18T09:32:08.166" v="7659" actId="478"/>
          <ac:spMkLst>
            <pc:docMk/>
            <pc:sldMk cId="1666818908" sldId="307"/>
            <ac:spMk id="34" creationId="{7C97CC92-3720-484E-B82D-DCDF10D33363}"/>
          </ac:spMkLst>
        </pc:spChg>
        <pc:spChg chg="add mod">
          <ac:chgData name="Negar Hosseinimanesh" userId="792075530930629a" providerId="LiveId" clId="{481DE354-AC17-485C-ACD6-A78A1FB7DC51}" dt="2026-06-17T11:26:15.581" v="7219" actId="948"/>
          <ac:spMkLst>
            <pc:docMk/>
            <pc:sldMk cId="1666818908" sldId="307"/>
            <ac:spMk id="37" creationId="{FB3F66DB-2F82-4C09-9336-0BDAF6F36BB1}"/>
          </ac:spMkLst>
        </pc:spChg>
        <pc:spChg chg="add mod">
          <ac:chgData name="Negar Hosseinimanesh" userId="792075530930629a" providerId="LiveId" clId="{481DE354-AC17-485C-ACD6-A78A1FB7DC51}" dt="2026-06-17T11:26:15.581" v="7219" actId="948"/>
          <ac:spMkLst>
            <pc:docMk/>
            <pc:sldMk cId="1666818908" sldId="307"/>
            <ac:spMk id="38" creationId="{5691DA40-26EB-46E2-86BE-8295984297A9}"/>
          </ac:spMkLst>
        </pc:spChg>
        <pc:spChg chg="add mod">
          <ac:chgData name="Negar Hosseinimanesh" userId="792075530930629a" providerId="LiveId" clId="{481DE354-AC17-485C-ACD6-A78A1FB7DC51}" dt="2026-06-18T09:32:08.415" v="7660"/>
          <ac:spMkLst>
            <pc:docMk/>
            <pc:sldMk cId="1666818908" sldId="307"/>
            <ac:spMk id="39" creationId="{09A2D631-CE89-4A50-BC43-505AE8E7A0E0}"/>
          </ac:spMkLst>
        </pc:spChg>
        <pc:spChg chg="add mod">
          <ac:chgData name="Negar Hosseinimanesh" userId="792075530930629a" providerId="LiveId" clId="{481DE354-AC17-485C-ACD6-A78A1FB7DC51}" dt="2026-06-18T09:45:13.483" v="7856"/>
          <ac:spMkLst>
            <pc:docMk/>
            <pc:sldMk cId="1666818908" sldId="307"/>
            <ac:spMk id="41" creationId="{3DE6632F-94A4-41A6-ACBC-26E1E1FCC21A}"/>
          </ac:spMkLst>
        </pc:spChg>
        <pc:spChg chg="add del mod">
          <ac:chgData name="Negar Hosseinimanesh" userId="792075530930629a" providerId="LiveId" clId="{481DE354-AC17-485C-ACD6-A78A1FB7DC51}" dt="2026-06-25T12:28:56.694" v="8729"/>
          <ac:spMkLst>
            <pc:docMk/>
            <pc:sldMk cId="1666818908" sldId="307"/>
            <ac:spMk id="44" creationId="{2501E79D-12BC-4E0F-9D3B-4CFCDFFE467B}"/>
          </ac:spMkLst>
        </pc:spChg>
        <pc:spChg chg="add mod">
          <ac:chgData name="Negar Hosseinimanesh" userId="792075530930629a" providerId="LiveId" clId="{481DE354-AC17-485C-ACD6-A78A1FB7DC51}" dt="2026-06-25T16:35:25.236" v="8872"/>
          <ac:spMkLst>
            <pc:docMk/>
            <pc:sldMk cId="1666818908" sldId="307"/>
            <ac:spMk id="44" creationId="{898B1551-AE2B-4FF8-AEB0-E9ACBB9DF2AC}"/>
          </ac:spMkLst>
        </pc:spChg>
        <pc:spChg chg="add del mod">
          <ac:chgData name="Negar Hosseinimanesh" userId="792075530930629a" providerId="LiveId" clId="{481DE354-AC17-485C-ACD6-A78A1FB7DC51}" dt="2026-06-25T16:35:21.874" v="8869" actId="478"/>
          <ac:spMkLst>
            <pc:docMk/>
            <pc:sldMk cId="1666818908" sldId="307"/>
            <ac:spMk id="45" creationId="{049096CD-7AC9-4D70-8E7D-9DBE6C44831B}"/>
          </ac:spMkLst>
        </pc:spChg>
      </pc:sldChg>
      <pc:sldChg chg="addSp delSp modSp add mod modAnim">
        <pc:chgData name="Negar Hosseinimanesh" userId="792075530930629a" providerId="LiveId" clId="{481DE354-AC17-485C-ACD6-A78A1FB7DC51}" dt="2026-06-25T16:35:13.072" v="8868" actId="20577"/>
        <pc:sldMkLst>
          <pc:docMk/>
          <pc:sldMk cId="3027129492" sldId="308"/>
        </pc:sldMkLst>
        <pc:spChg chg="mod">
          <ac:chgData name="Negar Hosseinimanesh" userId="792075530930629a" providerId="LiveId" clId="{481DE354-AC17-485C-ACD6-A78A1FB7DC51}" dt="2026-06-25T16:35:13.072" v="8868" actId="20577"/>
          <ac:spMkLst>
            <pc:docMk/>
            <pc:sldMk cId="3027129492" sldId="308"/>
            <ac:spMk id="2" creationId="{48108D08-58E9-4BC5-99BE-6BF2C6550685}"/>
          </ac:spMkLst>
        </pc:spChg>
        <pc:spChg chg="add mod">
          <ac:chgData name="Negar Hosseinimanesh" userId="792075530930629a" providerId="LiveId" clId="{481DE354-AC17-485C-ACD6-A78A1FB7DC51}" dt="2026-06-17T11:26:47.774" v="7232" actId="1035"/>
          <ac:spMkLst>
            <pc:docMk/>
            <pc:sldMk cId="3027129492" sldId="308"/>
            <ac:spMk id="4" creationId="{D5AD0C05-2FFC-4180-A1BF-3A8287656A34}"/>
          </ac:spMkLst>
        </pc:spChg>
        <pc:spChg chg="del mod">
          <ac:chgData name="Negar Hosseinimanesh" userId="792075530930629a" providerId="LiveId" clId="{481DE354-AC17-485C-ACD6-A78A1FB7DC51}" dt="2026-06-18T09:45:17.231" v="7859" actId="478"/>
          <ac:spMkLst>
            <pc:docMk/>
            <pc:sldMk cId="3027129492" sldId="308"/>
            <ac:spMk id="32" creationId="{9A7DF7C5-9BEA-4C83-B006-5B0FB85C0783}"/>
          </ac:spMkLst>
        </pc:spChg>
        <pc:spChg chg="del mod">
          <ac:chgData name="Negar Hosseinimanesh" userId="792075530930629a" providerId="LiveId" clId="{481DE354-AC17-485C-ACD6-A78A1FB7DC51}" dt="2026-06-18T09:45:15.800" v="7857" actId="478"/>
          <ac:spMkLst>
            <pc:docMk/>
            <pc:sldMk cId="3027129492" sldId="308"/>
            <ac:spMk id="33" creationId="{AD116037-4867-4861-9F74-73B6F527B5B5}"/>
          </ac:spMkLst>
        </pc:spChg>
        <pc:spChg chg="del mod">
          <ac:chgData name="Negar Hosseinimanesh" userId="792075530930629a" providerId="LiveId" clId="{481DE354-AC17-485C-ACD6-A78A1FB7DC51}" dt="2026-06-18T09:32:11.618" v="7661" actId="478"/>
          <ac:spMkLst>
            <pc:docMk/>
            <pc:sldMk cId="3027129492" sldId="308"/>
            <ac:spMk id="34" creationId="{7C97CC92-3720-484E-B82D-DCDF10D33363}"/>
          </ac:spMkLst>
        </pc:spChg>
        <pc:spChg chg="add del mod">
          <ac:chgData name="Negar Hosseinimanesh" userId="792075530930629a" providerId="LiveId" clId="{481DE354-AC17-485C-ACD6-A78A1FB7DC51}" dt="2026-06-17T11:26:21.758" v="7221" actId="478"/>
          <ac:spMkLst>
            <pc:docMk/>
            <pc:sldMk cId="3027129492" sldId="308"/>
            <ac:spMk id="37" creationId="{F9E764CA-3BA9-4AED-A78A-99CA7501C104}"/>
          </ac:spMkLst>
        </pc:spChg>
        <pc:spChg chg="add mod">
          <ac:chgData name="Negar Hosseinimanesh" userId="792075530930629a" providerId="LiveId" clId="{481DE354-AC17-485C-ACD6-A78A1FB7DC51}" dt="2026-06-17T11:26:24.596" v="7222" actId="14100"/>
          <ac:spMkLst>
            <pc:docMk/>
            <pc:sldMk cId="3027129492" sldId="308"/>
            <ac:spMk id="38" creationId="{042D9B8C-8C54-4D8B-89A0-149E89C6FFDD}"/>
          </ac:spMkLst>
        </pc:spChg>
        <pc:spChg chg="add mod">
          <ac:chgData name="Negar Hosseinimanesh" userId="792075530930629a" providerId="LiveId" clId="{481DE354-AC17-485C-ACD6-A78A1FB7DC51}" dt="2026-06-17T11:27:08.117" v="7236" actId="1036"/>
          <ac:spMkLst>
            <pc:docMk/>
            <pc:sldMk cId="3027129492" sldId="308"/>
            <ac:spMk id="41" creationId="{8BDC67FC-6F30-45DB-BD8F-66455F55BFFD}"/>
          </ac:spMkLst>
        </pc:spChg>
        <pc:spChg chg="add mod">
          <ac:chgData name="Negar Hosseinimanesh" userId="792075530930629a" providerId="LiveId" clId="{481DE354-AC17-485C-ACD6-A78A1FB7DC51}" dt="2026-06-17T11:35:08.062" v="7244" actId="1076"/>
          <ac:spMkLst>
            <pc:docMk/>
            <pc:sldMk cId="3027129492" sldId="308"/>
            <ac:spMk id="44" creationId="{3C7D8361-76E0-4449-A491-9145CD3E8BEC}"/>
          </ac:spMkLst>
        </pc:spChg>
        <pc:spChg chg="add mod">
          <ac:chgData name="Negar Hosseinimanesh" userId="792075530930629a" providerId="LiveId" clId="{481DE354-AC17-485C-ACD6-A78A1FB7DC51}" dt="2026-06-17T11:35:14.219" v="7246" actId="1076"/>
          <ac:spMkLst>
            <pc:docMk/>
            <pc:sldMk cId="3027129492" sldId="308"/>
            <ac:spMk id="45" creationId="{FCAF4E56-413F-4F4C-B8AD-7D6EBC12013D}"/>
          </ac:spMkLst>
        </pc:spChg>
        <pc:spChg chg="add mod">
          <ac:chgData name="Negar Hosseinimanesh" userId="792075530930629a" providerId="LiveId" clId="{481DE354-AC17-485C-ACD6-A78A1FB7DC51}" dt="2026-06-18T09:32:11.920" v="7662"/>
          <ac:spMkLst>
            <pc:docMk/>
            <pc:sldMk cId="3027129492" sldId="308"/>
            <ac:spMk id="51" creationId="{9704C77B-CA21-4F1E-ADCB-3ADD9F3EAFCB}"/>
          </ac:spMkLst>
        </pc:spChg>
        <pc:spChg chg="add mod">
          <ac:chgData name="Negar Hosseinimanesh" userId="792075530930629a" providerId="LiveId" clId="{481DE354-AC17-485C-ACD6-A78A1FB7DC51}" dt="2026-06-18T09:45:18.502" v="7860"/>
          <ac:spMkLst>
            <pc:docMk/>
            <pc:sldMk cId="3027129492" sldId="308"/>
            <ac:spMk id="52" creationId="{FED727A6-17E8-47C8-9B08-8ECD15D013A3}"/>
          </ac:spMkLst>
        </pc:spChg>
      </pc:sldChg>
      <pc:sldChg chg="addSp delSp modSp new mod">
        <pc:chgData name="Negar Hosseinimanesh" userId="792075530930629a" providerId="LiveId" clId="{481DE354-AC17-485C-ACD6-A78A1FB7DC51}" dt="2026-06-18T09:45:23.838" v="7863"/>
        <pc:sldMkLst>
          <pc:docMk/>
          <pc:sldMk cId="1138835906" sldId="309"/>
        </pc:sldMkLst>
        <pc:spChg chg="mod">
          <ac:chgData name="Negar Hosseinimanesh" userId="792075530930629a" providerId="LiveId" clId="{481DE354-AC17-485C-ACD6-A78A1FB7DC51}" dt="2026-06-18T09:32:39.401" v="7706" actId="20577"/>
          <ac:spMkLst>
            <pc:docMk/>
            <pc:sldMk cId="1138835906" sldId="309"/>
            <ac:spMk id="2" creationId="{433591D2-09CC-4A52-8457-9C1EE9DD0C2E}"/>
          </ac:spMkLst>
        </pc:spChg>
        <pc:spChg chg="add del mod">
          <ac:chgData name="Negar Hosseinimanesh" userId="792075530930629a" providerId="LiveId" clId="{481DE354-AC17-485C-ACD6-A78A1FB7DC51}" dt="2026-06-18T09:45:22.832" v="7862" actId="478"/>
          <ac:spMkLst>
            <pc:docMk/>
            <pc:sldMk cId="1138835906" sldId="309"/>
            <ac:spMk id="5" creationId="{13CF9C13-570B-40CF-BDBE-A7ED70AB8FB7}"/>
          </ac:spMkLst>
        </pc:spChg>
        <pc:spChg chg="add del mod">
          <ac:chgData name="Negar Hosseinimanesh" userId="792075530930629a" providerId="LiveId" clId="{481DE354-AC17-485C-ACD6-A78A1FB7DC51}" dt="2026-06-18T09:45:21.470" v="7861" actId="478"/>
          <ac:spMkLst>
            <pc:docMk/>
            <pc:sldMk cId="1138835906" sldId="309"/>
            <ac:spMk id="6" creationId="{0FFC58E7-E8A7-4813-8BAF-39DB2997ED28}"/>
          </ac:spMkLst>
        </pc:spChg>
        <pc:spChg chg="add del mod">
          <ac:chgData name="Negar Hosseinimanesh" userId="792075530930629a" providerId="LiveId" clId="{481DE354-AC17-485C-ACD6-A78A1FB7DC51}" dt="2026-06-18T09:32:14.997" v="7663" actId="478"/>
          <ac:spMkLst>
            <pc:docMk/>
            <pc:sldMk cId="1138835906" sldId="309"/>
            <ac:spMk id="7" creationId="{FEB3A227-1819-4F61-B0EB-6B5A9BEFD003}"/>
          </ac:spMkLst>
        </pc:spChg>
        <pc:spChg chg="add del mod">
          <ac:chgData name="Negar Hosseinimanesh" userId="792075530930629a" providerId="LiveId" clId="{481DE354-AC17-485C-ACD6-A78A1FB7DC51}" dt="2026-06-17T11:41:51.414" v="7289"/>
          <ac:spMkLst>
            <pc:docMk/>
            <pc:sldMk cId="1138835906" sldId="309"/>
            <ac:spMk id="8" creationId="{AD7C3D91-294E-4481-871B-3B0DCA879608}"/>
          </ac:spMkLst>
        </pc:spChg>
        <pc:spChg chg="mod">
          <ac:chgData name="Negar Hosseinimanesh" userId="792075530930629a" providerId="LiveId" clId="{481DE354-AC17-485C-ACD6-A78A1FB7DC51}" dt="2026-06-17T12:20:15.982" v="7459" actId="207"/>
          <ac:spMkLst>
            <pc:docMk/>
            <pc:sldMk cId="1138835906" sldId="309"/>
            <ac:spMk id="11" creationId="{7DE8FE92-47CC-4A97-A970-0E6C3A3B0B2E}"/>
          </ac:spMkLst>
        </pc:spChg>
        <pc:spChg chg="mod">
          <ac:chgData name="Negar Hosseinimanesh" userId="792075530930629a" providerId="LiveId" clId="{481DE354-AC17-485C-ACD6-A78A1FB7DC51}" dt="2026-06-17T12:18:52.079" v="7453" actId="948"/>
          <ac:spMkLst>
            <pc:docMk/>
            <pc:sldMk cId="1138835906" sldId="309"/>
            <ac:spMk id="12" creationId="{CD8D274D-6348-4DB2-A185-5EC5A7EB5641}"/>
          </ac:spMkLst>
        </pc:spChg>
        <pc:spChg chg="mod">
          <ac:chgData name="Negar Hosseinimanesh" userId="792075530930629a" providerId="LiveId" clId="{481DE354-AC17-485C-ACD6-A78A1FB7DC51}" dt="2026-06-17T12:19:14.646" v="7456" actId="1076"/>
          <ac:spMkLst>
            <pc:docMk/>
            <pc:sldMk cId="1138835906" sldId="309"/>
            <ac:spMk id="13" creationId="{29349CD0-9BC7-4A51-AE2E-A59347979EB8}"/>
          </ac:spMkLst>
        </pc:spChg>
        <pc:spChg chg="mod">
          <ac:chgData name="Negar Hosseinimanesh" userId="792075530930629a" providerId="LiveId" clId="{481DE354-AC17-485C-ACD6-A78A1FB7DC51}" dt="2026-06-17T12:19:58.918" v="7458" actId="207"/>
          <ac:spMkLst>
            <pc:docMk/>
            <pc:sldMk cId="1138835906" sldId="309"/>
            <ac:spMk id="16" creationId="{335FC9E3-0DB3-437C-8657-83974AF1B704}"/>
          </ac:spMkLst>
        </pc:spChg>
        <pc:spChg chg="mod">
          <ac:chgData name="Negar Hosseinimanesh" userId="792075530930629a" providerId="LiveId" clId="{481DE354-AC17-485C-ACD6-A78A1FB7DC51}" dt="2026-06-17T11:53:54.759" v="7380" actId="948"/>
          <ac:spMkLst>
            <pc:docMk/>
            <pc:sldMk cId="1138835906" sldId="309"/>
            <ac:spMk id="17" creationId="{1020F212-D093-4E0D-985C-67B5A1A6EAC4}"/>
          </ac:spMkLst>
        </pc:spChg>
        <pc:spChg chg="mod">
          <ac:chgData name="Negar Hosseinimanesh" userId="792075530930629a" providerId="LiveId" clId="{481DE354-AC17-485C-ACD6-A78A1FB7DC51}" dt="2026-06-17T11:53:54.759" v="7380" actId="948"/>
          <ac:spMkLst>
            <pc:docMk/>
            <pc:sldMk cId="1138835906" sldId="309"/>
            <ac:spMk id="18" creationId="{18EF4D40-A801-4CD9-927F-21E5D5BC1F03}"/>
          </ac:spMkLst>
        </pc:spChg>
        <pc:spChg chg="mod">
          <ac:chgData name="Negar Hosseinimanesh" userId="792075530930629a" providerId="LiveId" clId="{481DE354-AC17-485C-ACD6-A78A1FB7DC51}" dt="2026-06-17T12:21:12.033" v="7460" actId="207"/>
          <ac:spMkLst>
            <pc:docMk/>
            <pc:sldMk cId="1138835906" sldId="309"/>
            <ac:spMk id="21" creationId="{B1786EEE-B272-4E11-85CC-DFF5013FE02F}"/>
          </ac:spMkLst>
        </pc:spChg>
        <pc:spChg chg="mod">
          <ac:chgData name="Negar Hosseinimanesh" userId="792075530930629a" providerId="LiveId" clId="{481DE354-AC17-485C-ACD6-A78A1FB7DC51}" dt="2026-06-17T12:18:16.471" v="7446" actId="948"/>
          <ac:spMkLst>
            <pc:docMk/>
            <pc:sldMk cId="1138835906" sldId="309"/>
            <ac:spMk id="22" creationId="{D05C81F2-F0F0-45B6-AC46-72A81B1568FC}"/>
          </ac:spMkLst>
        </pc:spChg>
        <pc:spChg chg="mod">
          <ac:chgData name="Negar Hosseinimanesh" userId="792075530930629a" providerId="LiveId" clId="{481DE354-AC17-485C-ACD6-A78A1FB7DC51}" dt="2026-06-17T12:19:17.814" v="7457" actId="1076"/>
          <ac:spMkLst>
            <pc:docMk/>
            <pc:sldMk cId="1138835906" sldId="309"/>
            <ac:spMk id="23" creationId="{D6EB1F1C-26C6-498A-9902-19F9D928398A}"/>
          </ac:spMkLst>
        </pc:spChg>
        <pc:spChg chg="add mod">
          <ac:chgData name="Negar Hosseinimanesh" userId="792075530930629a" providerId="LiveId" clId="{481DE354-AC17-485C-ACD6-A78A1FB7DC51}" dt="2026-06-18T09:32:17.542" v="7665" actId="20577"/>
          <ac:spMkLst>
            <pc:docMk/>
            <pc:sldMk cId="1138835906" sldId="309"/>
            <ac:spMk id="32" creationId="{6F369071-0918-470E-B81B-F2BEFB88899C}"/>
          </ac:spMkLst>
        </pc:spChg>
        <pc:spChg chg="add mod">
          <ac:chgData name="Negar Hosseinimanesh" userId="792075530930629a" providerId="LiveId" clId="{481DE354-AC17-485C-ACD6-A78A1FB7DC51}" dt="2026-06-18T09:45:23.838" v="7863"/>
          <ac:spMkLst>
            <pc:docMk/>
            <pc:sldMk cId="1138835906" sldId="309"/>
            <ac:spMk id="33" creationId="{EE5F7583-AC0B-47E3-B1ED-C03BF5226E3B}"/>
          </ac:spMkLst>
        </pc:spChg>
        <pc:spChg chg="mod">
          <ac:chgData name="Negar Hosseinimanesh" userId="792075530930629a" providerId="LiveId" clId="{481DE354-AC17-485C-ACD6-A78A1FB7DC51}" dt="2026-06-17T11:47:16.884" v="7326" actId="571"/>
          <ac:spMkLst>
            <pc:docMk/>
            <pc:sldMk cId="1138835906" sldId="309"/>
            <ac:spMk id="37" creationId="{CDA7964D-5C08-48BA-A149-2E43B80633FB}"/>
          </ac:spMkLst>
        </pc:spChg>
        <pc:spChg chg="mod">
          <ac:chgData name="Negar Hosseinimanesh" userId="792075530930629a" providerId="LiveId" clId="{481DE354-AC17-485C-ACD6-A78A1FB7DC51}" dt="2026-06-17T11:47:16.884" v="7326" actId="571"/>
          <ac:spMkLst>
            <pc:docMk/>
            <pc:sldMk cId="1138835906" sldId="309"/>
            <ac:spMk id="38" creationId="{09BC9021-8DA5-4773-8B9B-7E1A44D05418}"/>
          </ac:spMkLst>
        </pc:spChg>
        <pc:spChg chg="mod">
          <ac:chgData name="Negar Hosseinimanesh" userId="792075530930629a" providerId="LiveId" clId="{481DE354-AC17-485C-ACD6-A78A1FB7DC51}" dt="2026-06-17T11:47:16.884" v="7326" actId="571"/>
          <ac:spMkLst>
            <pc:docMk/>
            <pc:sldMk cId="1138835906" sldId="309"/>
            <ac:spMk id="39" creationId="{76E9A796-4CBA-440C-847E-AEC17FE41611}"/>
          </ac:spMkLst>
        </pc:spChg>
        <pc:spChg chg="mod">
          <ac:chgData name="Negar Hosseinimanesh" userId="792075530930629a" providerId="LiveId" clId="{481DE354-AC17-485C-ACD6-A78A1FB7DC51}" dt="2026-06-17T12:18:50.304" v="7452" actId="948"/>
          <ac:spMkLst>
            <pc:docMk/>
            <pc:sldMk cId="1138835906" sldId="309"/>
            <ac:spMk id="45" creationId="{237F6502-BD88-451D-9E78-3091BB031826}"/>
          </ac:spMkLst>
        </pc:spChg>
        <pc:spChg chg="mod">
          <ac:chgData name="Negar Hosseinimanesh" userId="792075530930629a" providerId="LiveId" clId="{481DE354-AC17-485C-ACD6-A78A1FB7DC51}" dt="2026-06-17T12:32:59.863" v="7553" actId="20577"/>
          <ac:spMkLst>
            <pc:docMk/>
            <pc:sldMk cId="1138835906" sldId="309"/>
            <ac:spMk id="46" creationId="{219F9183-AECD-4CE5-B39C-ACCC2CD70F98}"/>
          </ac:spMkLst>
        </pc:spChg>
        <pc:spChg chg="mod">
          <ac:chgData name="Negar Hosseinimanesh" userId="792075530930629a" providerId="LiveId" clId="{481DE354-AC17-485C-ACD6-A78A1FB7DC51}" dt="2026-06-17T12:19:08.222" v="7455" actId="1076"/>
          <ac:spMkLst>
            <pc:docMk/>
            <pc:sldMk cId="1138835906" sldId="309"/>
            <ac:spMk id="47" creationId="{82DFC59A-E224-4A20-B697-E5CAA866554D}"/>
          </ac:spMkLst>
        </pc:spChg>
        <pc:grpChg chg="add mod">
          <ac:chgData name="Negar Hosseinimanesh" userId="792075530930629a" providerId="LiveId" clId="{481DE354-AC17-485C-ACD6-A78A1FB7DC51}" dt="2026-06-17T12:18:54.510" v="7454" actId="1076"/>
          <ac:grpSpMkLst>
            <pc:docMk/>
            <pc:sldMk cId="1138835906" sldId="309"/>
            <ac:grpSpMk id="9" creationId="{089C176D-F0AF-4592-845B-84A0CE78FD44}"/>
          </ac:grpSpMkLst>
        </pc:grpChg>
        <pc:grpChg chg="mod">
          <ac:chgData name="Negar Hosseinimanesh" userId="792075530930629a" providerId="LiveId" clId="{481DE354-AC17-485C-ACD6-A78A1FB7DC51}" dt="2026-06-17T11:43:39.253" v="7291"/>
          <ac:grpSpMkLst>
            <pc:docMk/>
            <pc:sldMk cId="1138835906" sldId="309"/>
            <ac:grpSpMk id="10" creationId="{8D607CF8-DAC5-4BEF-A4B1-E164E10BF3AD}"/>
          </ac:grpSpMkLst>
        </pc:grpChg>
        <pc:grpChg chg="add mod">
          <ac:chgData name="Negar Hosseinimanesh" userId="792075530930629a" providerId="LiveId" clId="{481DE354-AC17-485C-ACD6-A78A1FB7DC51}" dt="2026-06-17T11:53:58.344" v="7381" actId="1076"/>
          <ac:grpSpMkLst>
            <pc:docMk/>
            <pc:sldMk cId="1138835906" sldId="309"/>
            <ac:grpSpMk id="14" creationId="{242A225C-51AD-4874-BB00-7FA2D76DD050}"/>
          </ac:grpSpMkLst>
        </pc:grpChg>
        <pc:grpChg chg="mod">
          <ac:chgData name="Negar Hosseinimanesh" userId="792075530930629a" providerId="LiveId" clId="{481DE354-AC17-485C-ACD6-A78A1FB7DC51}" dt="2026-06-17T11:43:39.253" v="7291"/>
          <ac:grpSpMkLst>
            <pc:docMk/>
            <pc:sldMk cId="1138835906" sldId="309"/>
            <ac:grpSpMk id="15" creationId="{F69D3BEF-4837-4034-84F5-BD1B9DFD00AA}"/>
          </ac:grpSpMkLst>
        </pc:grpChg>
        <pc:grpChg chg="add mod">
          <ac:chgData name="Negar Hosseinimanesh" userId="792075530930629a" providerId="LiveId" clId="{481DE354-AC17-485C-ACD6-A78A1FB7DC51}" dt="2026-06-17T12:18:24.909" v="7447" actId="1076"/>
          <ac:grpSpMkLst>
            <pc:docMk/>
            <pc:sldMk cId="1138835906" sldId="309"/>
            <ac:grpSpMk id="19" creationId="{95187C82-9994-4572-96D6-55323D3766C2}"/>
          </ac:grpSpMkLst>
        </pc:grpChg>
        <pc:grpChg chg="mod">
          <ac:chgData name="Negar Hosseinimanesh" userId="792075530930629a" providerId="LiveId" clId="{481DE354-AC17-485C-ACD6-A78A1FB7DC51}" dt="2026-06-17T11:43:39.253" v="7291"/>
          <ac:grpSpMkLst>
            <pc:docMk/>
            <pc:sldMk cId="1138835906" sldId="309"/>
            <ac:grpSpMk id="20" creationId="{A3F0C1A3-D571-474E-AADE-FD5469E71C67}"/>
          </ac:grpSpMkLst>
        </pc:grpChg>
        <pc:grpChg chg="add mod">
          <ac:chgData name="Negar Hosseinimanesh" userId="792075530930629a" providerId="LiveId" clId="{481DE354-AC17-485C-ACD6-A78A1FB7DC51}" dt="2026-06-17T11:47:16.884" v="7326" actId="571"/>
          <ac:grpSpMkLst>
            <pc:docMk/>
            <pc:sldMk cId="1138835906" sldId="309"/>
            <ac:grpSpMk id="35" creationId="{DBA81506-19AC-4B3D-9367-AD2596370D33}"/>
          </ac:grpSpMkLst>
        </pc:grpChg>
        <pc:grpChg chg="mod">
          <ac:chgData name="Negar Hosseinimanesh" userId="792075530930629a" providerId="LiveId" clId="{481DE354-AC17-485C-ACD6-A78A1FB7DC51}" dt="2026-06-17T11:47:16.884" v="7326" actId="571"/>
          <ac:grpSpMkLst>
            <pc:docMk/>
            <pc:sldMk cId="1138835906" sldId="309"/>
            <ac:grpSpMk id="36" creationId="{5AD14E3C-5D6D-4B71-9C22-A6D371FE5787}"/>
          </ac:grpSpMkLst>
        </pc:grpChg>
        <pc:grpChg chg="add mod">
          <ac:chgData name="Negar Hosseinimanesh" userId="792075530930629a" providerId="LiveId" clId="{481DE354-AC17-485C-ACD6-A78A1FB7DC51}" dt="2026-06-17T12:18:47.501" v="7451" actId="1076"/>
          <ac:grpSpMkLst>
            <pc:docMk/>
            <pc:sldMk cId="1138835906" sldId="309"/>
            <ac:grpSpMk id="43" creationId="{895A91B8-7088-4AC0-B5A6-3662F85D6E48}"/>
          </ac:grpSpMkLst>
        </pc:grpChg>
        <pc:grpChg chg="mod">
          <ac:chgData name="Negar Hosseinimanesh" userId="792075530930629a" providerId="LiveId" clId="{481DE354-AC17-485C-ACD6-A78A1FB7DC51}" dt="2026-06-17T11:54:02.304" v="7383"/>
          <ac:grpSpMkLst>
            <pc:docMk/>
            <pc:sldMk cId="1138835906" sldId="309"/>
            <ac:grpSpMk id="44" creationId="{0D23461C-2177-4D1B-87A0-28E9E41D2966}"/>
          </ac:grpSpMkLst>
        </pc:grpChg>
        <pc:picChg chg="add mod">
          <ac:chgData name="Negar Hosseinimanesh" userId="792075530930629a" providerId="LiveId" clId="{481DE354-AC17-485C-ACD6-A78A1FB7DC51}" dt="2026-06-17T11:39:17.885" v="7285" actId="14100"/>
          <ac:picMkLst>
            <pc:docMk/>
            <pc:sldMk cId="1138835906" sldId="309"/>
            <ac:picMk id="3" creationId="{55EB0F3D-CB18-4A0E-8A11-2A2DEE045A50}"/>
          </ac:picMkLst>
        </pc:picChg>
        <pc:picChg chg="add mod">
          <ac:chgData name="Negar Hosseinimanesh" userId="792075530930629a" providerId="LiveId" clId="{481DE354-AC17-485C-ACD6-A78A1FB7DC51}" dt="2026-06-17T11:39:24.304" v="7286" actId="1076"/>
          <ac:picMkLst>
            <pc:docMk/>
            <pc:sldMk cId="1138835906" sldId="309"/>
            <ac:picMk id="4" creationId="{AF4B7CC5-2A55-485E-8929-D261FA06D3BD}"/>
          </ac:picMkLst>
        </pc:picChg>
        <pc:cxnChg chg="add mod">
          <ac:chgData name="Negar Hosseinimanesh" userId="792075530930629a" providerId="LiveId" clId="{481DE354-AC17-485C-ACD6-A78A1FB7DC51}" dt="2026-06-17T11:53:58.344" v="7381" actId="1076"/>
          <ac:cxnSpMkLst>
            <pc:docMk/>
            <pc:sldMk cId="1138835906" sldId="309"/>
            <ac:cxnSpMk id="24" creationId="{6062C307-53F6-4993-9CF0-88A9CFA2D432}"/>
          </ac:cxnSpMkLst>
        </pc:cxnChg>
        <pc:cxnChg chg="add mod">
          <ac:chgData name="Negar Hosseinimanesh" userId="792075530930629a" providerId="LiveId" clId="{481DE354-AC17-485C-ACD6-A78A1FB7DC51}" dt="2026-06-17T12:18:54.510" v="7454" actId="1076"/>
          <ac:cxnSpMkLst>
            <pc:docMk/>
            <pc:sldMk cId="1138835906" sldId="309"/>
            <ac:cxnSpMk id="25" creationId="{B8283FDE-F13E-442E-A3AA-847773B7308D}"/>
          </ac:cxnSpMkLst>
        </pc:cxnChg>
        <pc:cxnChg chg="add mod">
          <ac:chgData name="Negar Hosseinimanesh" userId="792075530930629a" providerId="LiveId" clId="{481DE354-AC17-485C-ACD6-A78A1FB7DC51}" dt="2026-06-17T12:18:24.909" v="7447" actId="1076"/>
          <ac:cxnSpMkLst>
            <pc:docMk/>
            <pc:sldMk cId="1138835906" sldId="309"/>
            <ac:cxnSpMk id="26" creationId="{68A69BD7-4F19-4F45-89AB-A3788D8796E0}"/>
          </ac:cxnSpMkLst>
        </pc:cxnChg>
        <pc:cxnChg chg="add mod">
          <ac:chgData name="Negar Hosseinimanesh" userId="792075530930629a" providerId="LiveId" clId="{481DE354-AC17-485C-ACD6-A78A1FB7DC51}" dt="2026-06-17T11:47:16.884" v="7326" actId="571"/>
          <ac:cxnSpMkLst>
            <pc:docMk/>
            <pc:sldMk cId="1138835906" sldId="309"/>
            <ac:cxnSpMk id="40" creationId="{6B6D7055-6304-4E39-9C40-C5B2DEFF1499}"/>
          </ac:cxnSpMkLst>
        </pc:cxnChg>
        <pc:cxnChg chg="add mod">
          <ac:chgData name="Negar Hosseinimanesh" userId="792075530930629a" providerId="LiveId" clId="{481DE354-AC17-485C-ACD6-A78A1FB7DC51}" dt="2026-06-17T12:18:47.501" v="7451" actId="1076"/>
          <ac:cxnSpMkLst>
            <pc:docMk/>
            <pc:sldMk cId="1138835906" sldId="309"/>
            <ac:cxnSpMk id="48" creationId="{21192C9C-F213-46AF-891F-7C7B51B59670}"/>
          </ac:cxnSpMkLst>
        </pc:cxnChg>
      </pc:sldChg>
      <pc:sldChg chg="modSp new del mod">
        <pc:chgData name="Negar Hosseinimanesh" userId="792075530930629a" providerId="LiveId" clId="{481DE354-AC17-485C-ACD6-A78A1FB7DC51}" dt="2026-07-24T08:48:19.705" v="8945" actId="47"/>
        <pc:sldMkLst>
          <pc:docMk/>
          <pc:sldMk cId="2811530006" sldId="310"/>
        </pc:sldMkLst>
        <pc:spChg chg="mod">
          <ac:chgData name="Negar Hosseinimanesh" userId="792075530930629a" providerId="LiveId" clId="{481DE354-AC17-485C-ACD6-A78A1FB7DC51}" dt="2026-06-17T12:22:56.170" v="7488" actId="20577"/>
          <ac:spMkLst>
            <pc:docMk/>
            <pc:sldMk cId="2811530006" sldId="310"/>
            <ac:spMk id="2" creationId="{EA3AD3A5-E2D8-49ED-BA2A-ACE7EBB76155}"/>
          </ac:spMkLst>
        </pc:spChg>
      </pc:sldChg>
      <pc:sldChg chg="addSp delSp modSp new mod delAnim modAnim">
        <pc:chgData name="Negar Hosseinimanesh" userId="792075530930629a" providerId="LiveId" clId="{481DE354-AC17-485C-ACD6-A78A1FB7DC51}" dt="2026-06-25T12:19:20.601" v="8650" actId="20577"/>
        <pc:sldMkLst>
          <pc:docMk/>
          <pc:sldMk cId="3374082164" sldId="311"/>
        </pc:sldMkLst>
        <pc:spChg chg="del mod">
          <ac:chgData name="Negar Hosseinimanesh" userId="792075530930629a" providerId="LiveId" clId="{481DE354-AC17-485C-ACD6-A78A1FB7DC51}" dt="2026-06-25T11:09:21.807" v="8319" actId="478"/>
          <ac:spMkLst>
            <pc:docMk/>
            <pc:sldMk cId="3374082164" sldId="311"/>
            <ac:spMk id="2" creationId="{A2013D4C-583D-4CFA-BF24-29D7BD8938DE}"/>
          </ac:spMkLst>
        </pc:spChg>
        <pc:spChg chg="add del mod">
          <ac:chgData name="Negar Hosseinimanesh" userId="792075530930629a" providerId="LiveId" clId="{481DE354-AC17-485C-ACD6-A78A1FB7DC51}" dt="2026-06-25T11:09:30.281" v="8321" actId="478"/>
          <ac:spMkLst>
            <pc:docMk/>
            <pc:sldMk cId="3374082164" sldId="311"/>
            <ac:spMk id="3" creationId="{DBB1116A-43DB-48A2-A4C2-D5D2C7DE6404}"/>
          </ac:spMkLst>
        </pc:spChg>
        <pc:spChg chg="add mod">
          <ac:chgData name="Negar Hosseinimanesh" userId="792075530930629a" providerId="LiveId" clId="{481DE354-AC17-485C-ACD6-A78A1FB7DC51}" dt="2026-06-25T12:19:20.601" v="8650" actId="20577"/>
          <ac:spMkLst>
            <pc:docMk/>
            <pc:sldMk cId="3374082164" sldId="311"/>
            <ac:spMk id="4" creationId="{F6082128-8817-400D-888B-158E065CF2C0}"/>
          </ac:spMkLst>
        </pc:spChg>
        <pc:spChg chg="add mod">
          <ac:chgData name="Negar Hosseinimanesh" userId="792075530930629a" providerId="LiveId" clId="{481DE354-AC17-485C-ACD6-A78A1FB7DC51}" dt="2026-06-25T11:09:18.913" v="8317"/>
          <ac:spMkLst>
            <pc:docMk/>
            <pc:sldMk cId="3374082164" sldId="311"/>
            <ac:spMk id="5" creationId="{D520FE68-8CE0-459E-BE91-CDE07849AC40}"/>
          </ac:spMkLst>
        </pc:spChg>
        <pc:spChg chg="add mod">
          <ac:chgData name="Negar Hosseinimanesh" userId="792075530930629a" providerId="LiveId" clId="{481DE354-AC17-485C-ACD6-A78A1FB7DC51}" dt="2026-06-25T12:18:57.883" v="8646" actId="1076"/>
          <ac:spMkLst>
            <pc:docMk/>
            <pc:sldMk cId="3374082164" sldId="311"/>
            <ac:spMk id="6" creationId="{FFE887A0-8D51-42D5-BD79-886438DF93F1}"/>
          </ac:spMkLst>
        </pc:spChg>
        <pc:spChg chg="add del mod">
          <ac:chgData name="Negar Hosseinimanesh" userId="792075530930629a" providerId="LiveId" clId="{481DE354-AC17-485C-ACD6-A78A1FB7DC51}" dt="2026-06-25T11:40:49.629" v="8379" actId="478"/>
          <ac:spMkLst>
            <pc:docMk/>
            <pc:sldMk cId="3374082164" sldId="311"/>
            <ac:spMk id="10" creationId="{DA3204CD-1B84-4332-BB2F-F7F6619A8987}"/>
          </ac:spMkLst>
        </pc:spChg>
        <pc:spChg chg="add mod">
          <ac:chgData name="Negar Hosseinimanesh" userId="792075530930629a" providerId="LiveId" clId="{481DE354-AC17-485C-ACD6-A78A1FB7DC51}" dt="2026-06-25T11:54:48.633" v="8410" actId="1076"/>
          <ac:spMkLst>
            <pc:docMk/>
            <pc:sldMk cId="3374082164" sldId="311"/>
            <ac:spMk id="12" creationId="{2B578CDD-EC48-42B8-A0D6-0EDE7F875053}"/>
          </ac:spMkLst>
        </pc:spChg>
        <pc:spChg chg="add mod">
          <ac:chgData name="Negar Hosseinimanesh" userId="792075530930629a" providerId="LiveId" clId="{481DE354-AC17-485C-ACD6-A78A1FB7DC51}" dt="2026-06-25T11:54:48.633" v="8410" actId="1076"/>
          <ac:spMkLst>
            <pc:docMk/>
            <pc:sldMk cId="3374082164" sldId="311"/>
            <ac:spMk id="14" creationId="{4ABFEE9F-4CC9-4EA6-ADC8-E3E209C0924F}"/>
          </ac:spMkLst>
        </pc:spChg>
        <pc:picChg chg="add del mod modVis">
          <ac:chgData name="Negar Hosseinimanesh" userId="792075530930629a" providerId="LiveId" clId="{481DE354-AC17-485C-ACD6-A78A1FB7DC51}" dt="2026-06-25T11:50:15.845" v="8403" actId="478"/>
          <ac:picMkLst>
            <pc:docMk/>
            <pc:sldMk cId="3374082164" sldId="311"/>
            <ac:picMk id="8" creationId="{77B3FF7D-7FC4-4EC7-93C0-D78F5BEBC8C8}"/>
          </ac:picMkLst>
        </pc:picChg>
        <pc:picChg chg="add mod modVis">
          <ac:chgData name="Negar Hosseinimanesh" userId="792075530930629a" providerId="LiveId" clId="{481DE354-AC17-485C-ACD6-A78A1FB7DC51}" dt="2026-06-25T11:54:59.472" v="8414" actId="14429"/>
          <ac:picMkLst>
            <pc:docMk/>
            <pc:sldMk cId="3374082164" sldId="311"/>
            <ac:picMk id="16" creationId="{8E26454C-99CD-4572-B243-D91DCB94A37A}"/>
          </ac:picMkLst>
        </pc:picChg>
        <pc:picChg chg="add mod">
          <ac:chgData name="Negar Hosseinimanesh" userId="792075530930629a" providerId="LiveId" clId="{481DE354-AC17-485C-ACD6-A78A1FB7DC51}" dt="2026-06-25T11:54:48.633" v="8410" actId="1076"/>
          <ac:picMkLst>
            <pc:docMk/>
            <pc:sldMk cId="3374082164" sldId="311"/>
            <ac:picMk id="18" creationId="{2E63167C-F91B-430C-8B96-3B22D04B3ECF}"/>
          </ac:picMkLst>
        </pc:picChg>
        <pc:picChg chg="add mod">
          <ac:chgData name="Negar Hosseinimanesh" userId="792075530930629a" providerId="LiveId" clId="{481DE354-AC17-485C-ACD6-A78A1FB7DC51}" dt="2026-06-25T11:54:57.169" v="8413" actId="1076"/>
          <ac:picMkLst>
            <pc:docMk/>
            <pc:sldMk cId="3374082164" sldId="311"/>
            <ac:picMk id="1026" creationId="{A8C10568-B0EC-48EF-B9B3-3A0819DA416E}"/>
          </ac:picMkLst>
        </pc:picChg>
      </pc:sldChg>
      <pc:sldChg chg="modSp new del mod">
        <pc:chgData name="Negar Hosseinimanesh" userId="792075530930629a" providerId="LiveId" clId="{481DE354-AC17-485C-ACD6-A78A1FB7DC51}" dt="2026-07-24T08:48:19.705" v="8945" actId="47"/>
        <pc:sldMkLst>
          <pc:docMk/>
          <pc:sldMk cId="4141655800" sldId="312"/>
        </pc:sldMkLst>
        <pc:spChg chg="mod">
          <ac:chgData name="Negar Hosseinimanesh" userId="792075530930629a" providerId="LiveId" clId="{481DE354-AC17-485C-ACD6-A78A1FB7DC51}" dt="2026-06-25T16:10:56.152" v="8800" actId="27636"/>
          <ac:spMkLst>
            <pc:docMk/>
            <pc:sldMk cId="4141655800" sldId="312"/>
            <ac:spMk id="2" creationId="{E4C86E03-BC8E-41CD-BAD3-F96555ABA3EC}"/>
          </ac:spMkLst>
        </pc:spChg>
      </pc:sldChg>
      <pc:sldChg chg="modSp new del mod">
        <pc:chgData name="Negar Hosseinimanesh" userId="792075530930629a" providerId="LiveId" clId="{481DE354-AC17-485C-ACD6-A78A1FB7DC51}" dt="2026-07-24T08:48:19.705" v="8945" actId="47"/>
        <pc:sldMkLst>
          <pc:docMk/>
          <pc:sldMk cId="3905172767" sldId="313"/>
        </pc:sldMkLst>
        <pc:spChg chg="mod">
          <ac:chgData name="Negar Hosseinimanesh" userId="792075530930629a" providerId="LiveId" clId="{481DE354-AC17-485C-ACD6-A78A1FB7DC51}" dt="2026-06-25T16:10:56.122" v="8797" actId="27636"/>
          <ac:spMkLst>
            <pc:docMk/>
            <pc:sldMk cId="3905172767" sldId="313"/>
            <ac:spMk id="2" creationId="{633A9E6D-6ED7-4475-B836-9F73B37337F8}"/>
          </ac:spMkLst>
        </pc:spChg>
      </pc:sldChg>
      <pc:sldChg chg="modSp new del mod">
        <pc:chgData name="Negar Hosseinimanesh" userId="792075530930629a" providerId="LiveId" clId="{481DE354-AC17-485C-ACD6-A78A1FB7DC51}" dt="2026-07-24T08:48:19.705" v="8945" actId="47"/>
        <pc:sldMkLst>
          <pc:docMk/>
          <pc:sldMk cId="1546003680" sldId="314"/>
        </pc:sldMkLst>
        <pc:spChg chg="mod">
          <ac:chgData name="Negar Hosseinimanesh" userId="792075530930629a" providerId="LiveId" clId="{481DE354-AC17-485C-ACD6-A78A1FB7DC51}" dt="2026-06-25T16:10:56.136" v="8798" actId="27636"/>
          <ac:spMkLst>
            <pc:docMk/>
            <pc:sldMk cId="1546003680" sldId="314"/>
            <ac:spMk id="2" creationId="{43876D48-4FFC-4A43-8436-8D472741A6DB}"/>
          </ac:spMkLst>
        </pc:spChg>
      </pc:sldChg>
      <pc:sldChg chg="modSp new del mod">
        <pc:chgData name="Negar Hosseinimanesh" userId="792075530930629a" providerId="LiveId" clId="{481DE354-AC17-485C-ACD6-A78A1FB7DC51}" dt="2026-07-24T08:48:19.705" v="8945" actId="47"/>
        <pc:sldMkLst>
          <pc:docMk/>
          <pc:sldMk cId="1832734420" sldId="315"/>
        </pc:sldMkLst>
        <pc:spChg chg="mod">
          <ac:chgData name="Negar Hosseinimanesh" userId="792075530930629a" providerId="LiveId" clId="{481DE354-AC17-485C-ACD6-A78A1FB7DC51}" dt="2026-06-25T16:10:56.145" v="8799" actId="27636"/>
          <ac:spMkLst>
            <pc:docMk/>
            <pc:sldMk cId="1832734420" sldId="315"/>
            <ac:spMk id="2" creationId="{3C5A820B-7E65-4E1F-BD9E-D9096C526669}"/>
          </ac:spMkLst>
        </pc:spChg>
      </pc:sldChg>
      <pc:sldMasterChg chg="delSldLayout">
        <pc:chgData name="Negar Hosseinimanesh" userId="792075530930629a" providerId="LiveId" clId="{481DE354-AC17-485C-ACD6-A78A1FB7DC51}" dt="2026-06-11T10:38:28.663" v="224" actId="47"/>
        <pc:sldMasterMkLst>
          <pc:docMk/>
          <pc:sldMasterMk cId="0" sldId="2147483660"/>
        </pc:sldMasterMkLst>
        <pc:sldLayoutChg chg="del">
          <pc:chgData name="Negar Hosseinimanesh" userId="792075530930629a" providerId="LiveId" clId="{481DE354-AC17-485C-ACD6-A78A1FB7DC51}" dt="2026-06-11T10:38:28.663" v="224" actId="47"/>
          <pc:sldLayoutMkLst>
            <pc:docMk/>
            <pc:sldMasterMk cId="0" sldId="2147483660"/>
            <pc:sldLayoutMk cId="0" sldId="2147483648"/>
          </pc:sldLayoutMkLst>
        </pc:sldLayoutChg>
      </pc:sldMasterChg>
      <pc:sldMasterChg chg="del delSldLayout">
        <pc:chgData name="Negar Hosseinimanesh" userId="792075530930629a" providerId="LiveId" clId="{481DE354-AC17-485C-ACD6-A78A1FB7DC51}" dt="2026-07-24T08:48:19.705" v="8945" actId="47"/>
        <pc:sldMasterMkLst>
          <pc:docMk/>
          <pc:sldMasterMk cId="0" sldId="2147483661"/>
        </pc:sldMasterMkLst>
        <pc:sldLayoutChg chg="del">
          <pc:chgData name="Negar Hosseinimanesh" userId="792075530930629a" providerId="LiveId" clId="{481DE354-AC17-485C-ACD6-A78A1FB7DC51}" dt="2026-07-24T08:48:19.705" v="8945" actId="47"/>
          <pc:sldLayoutMkLst>
            <pc:docMk/>
            <pc:sldMasterMk cId="0" sldId="2147483661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e96fd5876e_0_1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e96fd5876e_0_1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96fd587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96fd587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16519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12713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19774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32032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2076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e96fd5876e_0_3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e96fd5876e_0_3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43FE251-DB27-4C27-B2A2-8BB1F09930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039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ECF65B4B-4063-432E-93E4-8DCC6F62F764}"/>
              </a:ext>
            </a:extLst>
          </p:cNvPr>
          <p:cNvSpPr/>
          <p:nvPr/>
        </p:nvSpPr>
        <p:spPr>
          <a:xfrm>
            <a:off x="0" y="4618427"/>
            <a:ext cx="5594350" cy="43617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34E8F20-3CE5-45BB-BC67-E3E61E2674FD}"/>
              </a:ext>
            </a:extLst>
          </p:cNvPr>
          <p:cNvCxnSpPr/>
          <p:nvPr/>
        </p:nvCxnSpPr>
        <p:spPr>
          <a:xfrm>
            <a:off x="181253" y="4891763"/>
            <a:ext cx="381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432FA0A-1B49-4ED1-895F-F3895FD35B67}"/>
              </a:ext>
            </a:extLst>
          </p:cNvPr>
          <p:cNvCxnSpPr/>
          <p:nvPr/>
        </p:nvCxnSpPr>
        <p:spPr>
          <a:xfrm>
            <a:off x="562253" y="4846979"/>
            <a:ext cx="0" cy="8823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9B6B77E-4B9C-4BC1-9631-EC812DA0375B}"/>
              </a:ext>
            </a:extLst>
          </p:cNvPr>
          <p:cNvCxnSpPr/>
          <p:nvPr/>
        </p:nvCxnSpPr>
        <p:spPr>
          <a:xfrm>
            <a:off x="178579" y="4851658"/>
            <a:ext cx="0" cy="8823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9228177-D175-4150-A5B0-2F8B918DC74A}"/>
              </a:ext>
            </a:extLst>
          </p:cNvPr>
          <p:cNvSpPr txBox="1"/>
          <p:nvPr/>
        </p:nvSpPr>
        <p:spPr>
          <a:xfrm>
            <a:off x="106613" y="4643827"/>
            <a:ext cx="637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+mj-lt"/>
                <a:cs typeface="Times New Roman" panose="02020603050405020304" pitchFamily="18" charset="0"/>
              </a:rPr>
              <a:t>10µM</a:t>
            </a:r>
            <a:endParaRPr lang="LID4096" sz="1050" dirty="0">
              <a:solidFill>
                <a:schemeClr val="bg1">
                  <a:lumMod val="6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EE17C42-1F54-4F38-838E-5944D8E005C6}"/>
              </a:ext>
            </a:extLst>
          </p:cNvPr>
          <p:cNvSpPr txBox="1"/>
          <p:nvPr/>
        </p:nvSpPr>
        <p:spPr>
          <a:xfrm>
            <a:off x="816252" y="4650805"/>
            <a:ext cx="5122334" cy="568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chemeClr val="bg1">
                    <a:lumMod val="65000"/>
                  </a:schemeClr>
                </a:solidFill>
              </a:rPr>
              <a:t>ETH= 5.00 kV          Mag= 2.40 KX       WD= 9.4 mm     Signal A= SE2</a:t>
            </a:r>
          </a:p>
          <a:p>
            <a:pPr>
              <a:lnSpc>
                <a:spcPct val="150000"/>
              </a:lnSpc>
            </a:pPr>
            <a:endParaRPr lang="LID4096" sz="11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DDF9624-2CC7-48D8-BEF8-3248B010B33A}"/>
              </a:ext>
            </a:extLst>
          </p:cNvPr>
          <p:cNvSpPr txBox="1"/>
          <p:nvPr/>
        </p:nvSpPr>
        <p:spPr>
          <a:xfrm>
            <a:off x="5114924" y="2310140"/>
            <a:ext cx="199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Presenter: Negar Ziehm</a:t>
            </a:r>
            <a:endParaRPr lang="LID4096" sz="1200" dirty="0">
              <a:solidFill>
                <a:schemeClr val="bg1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C4EFCCC-77B2-4D80-A498-FFA8DD71FE82}"/>
              </a:ext>
            </a:extLst>
          </p:cNvPr>
          <p:cNvSpPr txBox="1"/>
          <p:nvPr/>
        </p:nvSpPr>
        <p:spPr>
          <a:xfrm>
            <a:off x="5136355" y="2569696"/>
            <a:ext cx="199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25 June 2026</a:t>
            </a:r>
            <a:endParaRPr lang="LID4096" sz="1200" dirty="0">
              <a:solidFill>
                <a:schemeClr val="bg1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93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elle 79">
            <a:extLst>
              <a:ext uri="{FF2B5EF4-FFF2-40B4-BE49-F238E27FC236}">
                <a16:creationId xmlns:a16="http://schemas.microsoft.com/office/drawing/2014/main" id="{BB217A5C-E7E8-4680-BCFA-55488A4AE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597231"/>
              </p:ext>
            </p:extLst>
          </p:nvPr>
        </p:nvGraphicFramePr>
        <p:xfrm>
          <a:off x="383675" y="3655546"/>
          <a:ext cx="4586325" cy="396210"/>
        </p:xfrm>
        <a:graphic>
          <a:graphicData uri="http://schemas.openxmlformats.org/drawingml/2006/table">
            <a:tbl>
              <a:tblPr>
                <a:noFill/>
                <a:tableStyleId>{9A74EE30-E31C-47A6-95D2-D029E1ED9AEF}</a:tableStyleId>
              </a:tblPr>
              <a:tblGrid>
                <a:gridCol w="449525">
                  <a:extLst>
                    <a:ext uri="{9D8B030D-6E8A-4147-A177-3AD203B41FA5}">
                      <a16:colId xmlns:a16="http://schemas.microsoft.com/office/drawing/2014/main" val="3981402468"/>
                    </a:ext>
                  </a:extLst>
                </a:gridCol>
                <a:gridCol w="4136800">
                  <a:extLst>
                    <a:ext uri="{9D8B030D-6E8A-4147-A177-3AD203B41FA5}">
                      <a16:colId xmlns:a16="http://schemas.microsoft.com/office/drawing/2014/main" val="477026619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ADC2FD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08</a:t>
                      </a:r>
                      <a:endParaRPr b="1" dirty="0">
                        <a:solidFill>
                          <a:srgbClr val="ADC2FD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Q&amp;A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195901"/>
                  </a:ext>
                </a:extLst>
              </a:tr>
            </a:tbl>
          </a:graphicData>
        </a:graphic>
      </p:graphicFrame>
      <p:sp>
        <p:nvSpPr>
          <p:cNvPr id="1184" name="Google Shape;1184;p29"/>
          <p:cNvSpPr txBox="1">
            <a:spLocks noGrp="1"/>
          </p:cNvSpPr>
          <p:nvPr>
            <p:ph type="title"/>
          </p:nvPr>
        </p:nvSpPr>
        <p:spPr>
          <a:xfrm>
            <a:off x="438150" y="2336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able of content</a:t>
            </a:r>
            <a:endParaRPr dirty="0"/>
          </a:p>
        </p:txBody>
      </p:sp>
      <p:graphicFrame>
        <p:nvGraphicFramePr>
          <p:cNvPr id="1185" name="Google Shape;1185;p29"/>
          <p:cNvGraphicFramePr/>
          <p:nvPr>
            <p:extLst>
              <p:ext uri="{D42A27DB-BD31-4B8C-83A1-F6EECF244321}">
                <p14:modId xmlns:p14="http://schemas.microsoft.com/office/powerpoint/2010/main" val="1633056884"/>
              </p:ext>
            </p:extLst>
          </p:nvPr>
        </p:nvGraphicFramePr>
        <p:xfrm>
          <a:off x="387309" y="859928"/>
          <a:ext cx="4586325" cy="1981050"/>
        </p:xfrm>
        <a:graphic>
          <a:graphicData uri="http://schemas.openxmlformats.org/drawingml/2006/table">
            <a:tbl>
              <a:tblPr>
                <a:noFill/>
                <a:tableStyleId>{9A74EE30-E31C-47A6-95D2-D029E1ED9AEF}</a:tableStyleId>
              </a:tblPr>
              <a:tblGrid>
                <a:gridCol w="44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032259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b="1" dirty="0">
                        <a:solidFill>
                          <a:srgbClr val="032259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Introduction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253869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b="1" dirty="0">
                        <a:solidFill>
                          <a:srgbClr val="253869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Litreture Review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0D3E8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b="1" dirty="0">
                        <a:solidFill>
                          <a:srgbClr val="0D3E8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Dataset Characteristics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400" b="1" i="0" u="none" strike="noStrike" cap="none" dirty="0">
                          <a:solidFill>
                            <a:srgbClr val="104EA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04</a:t>
                      </a:r>
                      <a:endParaRPr sz="1400" b="1" i="0" u="none" strike="noStrike" cap="none" dirty="0">
                        <a:solidFill>
                          <a:srgbClr val="104EA8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Model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400" b="1" i="0" u="none" strike="noStrike" cap="none" dirty="0">
                          <a:solidFill>
                            <a:srgbClr val="1256BA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05</a:t>
                      </a:r>
                      <a:endParaRPr sz="1400" b="1" i="0" u="none" strike="noStrike" cap="none" dirty="0">
                        <a:solidFill>
                          <a:srgbClr val="1256BA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Model development and evaluation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7" name="Tabelle 76">
            <a:extLst>
              <a:ext uri="{FF2B5EF4-FFF2-40B4-BE49-F238E27FC236}">
                <a16:creationId xmlns:a16="http://schemas.microsoft.com/office/drawing/2014/main" id="{6F9B89CF-448C-4B21-A24D-8FFB26A65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06662"/>
              </p:ext>
            </p:extLst>
          </p:nvPr>
        </p:nvGraphicFramePr>
        <p:xfrm>
          <a:off x="403169" y="2819235"/>
          <a:ext cx="4586325" cy="396210"/>
        </p:xfrm>
        <a:graphic>
          <a:graphicData uri="http://schemas.openxmlformats.org/drawingml/2006/table">
            <a:tbl>
              <a:tblPr>
                <a:noFill/>
                <a:tableStyleId>{9A74EE30-E31C-47A6-95D2-D029E1ED9AEF}</a:tableStyleId>
              </a:tblPr>
              <a:tblGrid>
                <a:gridCol w="449525">
                  <a:extLst>
                    <a:ext uri="{9D8B030D-6E8A-4147-A177-3AD203B41FA5}">
                      <a16:colId xmlns:a16="http://schemas.microsoft.com/office/drawing/2014/main" val="3981402468"/>
                    </a:ext>
                  </a:extLst>
                </a:gridCol>
                <a:gridCol w="4136800">
                  <a:extLst>
                    <a:ext uri="{9D8B030D-6E8A-4147-A177-3AD203B41FA5}">
                      <a16:colId xmlns:a16="http://schemas.microsoft.com/office/drawing/2014/main" val="477026619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400" b="1" i="0" u="none" strike="noStrike" cap="none" dirty="0">
                          <a:solidFill>
                            <a:srgbClr val="1563D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06</a:t>
                      </a:r>
                      <a:endParaRPr sz="1400" b="1" i="0" u="none" strike="noStrike" cap="none" dirty="0">
                        <a:solidFill>
                          <a:srgbClr val="1563D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Results,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Fira Sans Extra Condensed"/>
                          <a:ea typeface="Arial"/>
                          <a:cs typeface="Arial"/>
                          <a:sym typeface="Arial"/>
                        </a:rPr>
                        <a:t>Challenges and Errors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195901"/>
                  </a:ext>
                </a:extLst>
              </a:tr>
            </a:tbl>
          </a:graphicData>
        </a:graphic>
      </p:graphicFrame>
      <p:graphicFrame>
        <p:nvGraphicFramePr>
          <p:cNvPr id="78" name="Tabelle 77">
            <a:extLst>
              <a:ext uri="{FF2B5EF4-FFF2-40B4-BE49-F238E27FC236}">
                <a16:creationId xmlns:a16="http://schemas.microsoft.com/office/drawing/2014/main" id="{31B5CF18-ACC0-4133-AEE3-704D03D5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560795"/>
              </p:ext>
            </p:extLst>
          </p:nvPr>
        </p:nvGraphicFramePr>
        <p:xfrm>
          <a:off x="403169" y="3231935"/>
          <a:ext cx="4586325" cy="396210"/>
        </p:xfrm>
        <a:graphic>
          <a:graphicData uri="http://schemas.openxmlformats.org/drawingml/2006/table">
            <a:tbl>
              <a:tblPr>
                <a:noFill/>
                <a:tableStyleId>{9A74EE30-E31C-47A6-95D2-D029E1ED9AEF}</a:tableStyleId>
              </a:tblPr>
              <a:tblGrid>
                <a:gridCol w="449525">
                  <a:extLst>
                    <a:ext uri="{9D8B030D-6E8A-4147-A177-3AD203B41FA5}">
                      <a16:colId xmlns:a16="http://schemas.microsoft.com/office/drawing/2014/main" val="3981402468"/>
                    </a:ext>
                  </a:extLst>
                </a:gridCol>
                <a:gridCol w="4136800">
                  <a:extLst>
                    <a:ext uri="{9D8B030D-6E8A-4147-A177-3AD203B41FA5}">
                      <a16:colId xmlns:a16="http://schemas.microsoft.com/office/drawing/2014/main" val="477026619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400" b="1" i="0" u="none" strike="noStrike" cap="none" dirty="0">
                          <a:solidFill>
                            <a:srgbClr val="1566DD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07</a:t>
                      </a:r>
                      <a:endParaRPr sz="1400" b="1" i="0" u="none" strike="noStrike" cap="none" dirty="0">
                        <a:solidFill>
                          <a:srgbClr val="1566DD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Discussion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195901"/>
                  </a:ext>
                </a:extLst>
              </a:tr>
            </a:tbl>
          </a:graphicData>
        </a:graphic>
      </p:graphicFrame>
      <p:graphicFrame>
        <p:nvGraphicFramePr>
          <p:cNvPr id="79" name="Tabelle 78">
            <a:extLst>
              <a:ext uri="{FF2B5EF4-FFF2-40B4-BE49-F238E27FC236}">
                <a16:creationId xmlns:a16="http://schemas.microsoft.com/office/drawing/2014/main" id="{986B6874-4BD7-4808-8BCB-32EA0E89E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323399"/>
              </p:ext>
            </p:extLst>
          </p:nvPr>
        </p:nvGraphicFramePr>
        <p:xfrm>
          <a:off x="404622" y="3655805"/>
          <a:ext cx="4586325" cy="396210"/>
        </p:xfrm>
        <a:graphic>
          <a:graphicData uri="http://schemas.openxmlformats.org/drawingml/2006/table">
            <a:tbl>
              <a:tblPr>
                <a:noFill/>
                <a:tableStyleId>{9A74EE30-E31C-47A6-95D2-D029E1ED9AEF}</a:tableStyleId>
              </a:tblPr>
              <a:tblGrid>
                <a:gridCol w="449525">
                  <a:extLst>
                    <a:ext uri="{9D8B030D-6E8A-4147-A177-3AD203B41FA5}">
                      <a16:colId xmlns:a16="http://schemas.microsoft.com/office/drawing/2014/main" val="3981402468"/>
                    </a:ext>
                  </a:extLst>
                </a:gridCol>
                <a:gridCol w="4136800">
                  <a:extLst>
                    <a:ext uri="{9D8B030D-6E8A-4147-A177-3AD203B41FA5}">
                      <a16:colId xmlns:a16="http://schemas.microsoft.com/office/drawing/2014/main" val="477026619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400" b="1" i="0" u="none" strike="noStrike" cap="none" dirty="0">
                        <a:solidFill>
                          <a:srgbClr val="69A0F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195901"/>
                  </a:ext>
                </a:extLst>
              </a:tr>
            </a:tbl>
          </a:graphicData>
        </a:graphic>
      </p:graphicFrame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ADC906B0-CC81-4C56-8614-0D7CDE03D036}"/>
              </a:ext>
            </a:extLst>
          </p:cNvPr>
          <p:cNvCxnSpPr/>
          <p:nvPr/>
        </p:nvCxnSpPr>
        <p:spPr>
          <a:xfrm>
            <a:off x="387309" y="1257300"/>
            <a:ext cx="4925726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6" name="Google Shape;1186;p29"/>
          <p:cNvGrpSpPr/>
          <p:nvPr/>
        </p:nvGrpSpPr>
        <p:grpSpPr>
          <a:xfrm>
            <a:off x="4552950" y="819218"/>
            <a:ext cx="4114785" cy="3734967"/>
            <a:chOff x="457200" y="997005"/>
            <a:chExt cx="4114785" cy="3734967"/>
          </a:xfrm>
        </p:grpSpPr>
        <p:sp>
          <p:nvSpPr>
            <p:cNvPr id="1187" name="Google Shape;1187;p29"/>
            <p:cNvSpPr/>
            <p:nvPr/>
          </p:nvSpPr>
          <p:spPr>
            <a:xfrm>
              <a:off x="457200" y="4475703"/>
              <a:ext cx="3036451" cy="256268"/>
            </a:xfrm>
            <a:custGeom>
              <a:avLst/>
              <a:gdLst/>
              <a:ahLst/>
              <a:cxnLst/>
              <a:rect l="l" t="t" r="r" b="b"/>
              <a:pathLst>
                <a:path w="85915" h="7251" extrusionOk="0">
                  <a:moveTo>
                    <a:pt x="40754" y="1"/>
                  </a:moveTo>
                  <a:lnTo>
                    <a:pt x="38564" y="14"/>
                  </a:lnTo>
                  <a:lnTo>
                    <a:pt x="36414" y="42"/>
                  </a:lnTo>
                  <a:lnTo>
                    <a:pt x="34306" y="69"/>
                  </a:lnTo>
                  <a:lnTo>
                    <a:pt x="32225" y="110"/>
                  </a:lnTo>
                  <a:lnTo>
                    <a:pt x="30184" y="164"/>
                  </a:lnTo>
                  <a:lnTo>
                    <a:pt x="28185" y="219"/>
                  </a:lnTo>
                  <a:lnTo>
                    <a:pt x="26240" y="287"/>
                  </a:lnTo>
                  <a:lnTo>
                    <a:pt x="24335" y="355"/>
                  </a:lnTo>
                  <a:lnTo>
                    <a:pt x="22485" y="436"/>
                  </a:lnTo>
                  <a:lnTo>
                    <a:pt x="20690" y="518"/>
                  </a:lnTo>
                  <a:lnTo>
                    <a:pt x="18935" y="613"/>
                  </a:lnTo>
                  <a:lnTo>
                    <a:pt x="17262" y="722"/>
                  </a:lnTo>
                  <a:lnTo>
                    <a:pt x="15630" y="831"/>
                  </a:lnTo>
                  <a:lnTo>
                    <a:pt x="14079" y="939"/>
                  </a:lnTo>
                  <a:lnTo>
                    <a:pt x="12583" y="1062"/>
                  </a:lnTo>
                  <a:lnTo>
                    <a:pt x="11168" y="1184"/>
                  </a:lnTo>
                  <a:lnTo>
                    <a:pt x="9808" y="1320"/>
                  </a:lnTo>
                  <a:lnTo>
                    <a:pt x="8543" y="1456"/>
                  </a:lnTo>
                  <a:lnTo>
                    <a:pt x="7332" y="1592"/>
                  </a:lnTo>
                  <a:lnTo>
                    <a:pt x="6217" y="1742"/>
                  </a:lnTo>
                  <a:lnTo>
                    <a:pt x="5183" y="1892"/>
                  </a:lnTo>
                  <a:lnTo>
                    <a:pt x="4244" y="2055"/>
                  </a:lnTo>
                  <a:lnTo>
                    <a:pt x="3374" y="2218"/>
                  </a:lnTo>
                  <a:lnTo>
                    <a:pt x="2612" y="2381"/>
                  </a:lnTo>
                  <a:lnTo>
                    <a:pt x="1932" y="2545"/>
                  </a:lnTo>
                  <a:lnTo>
                    <a:pt x="1361" y="2721"/>
                  </a:lnTo>
                  <a:lnTo>
                    <a:pt x="1102" y="2803"/>
                  </a:lnTo>
                  <a:lnTo>
                    <a:pt x="871" y="2898"/>
                  </a:lnTo>
                  <a:lnTo>
                    <a:pt x="667" y="2980"/>
                  </a:lnTo>
                  <a:lnTo>
                    <a:pt x="504" y="3075"/>
                  </a:lnTo>
                  <a:lnTo>
                    <a:pt x="354" y="3157"/>
                  </a:lnTo>
                  <a:lnTo>
                    <a:pt x="218" y="3252"/>
                  </a:lnTo>
                  <a:lnTo>
                    <a:pt x="123" y="3347"/>
                  </a:lnTo>
                  <a:lnTo>
                    <a:pt x="55" y="3442"/>
                  </a:lnTo>
                  <a:lnTo>
                    <a:pt x="14" y="3538"/>
                  </a:lnTo>
                  <a:lnTo>
                    <a:pt x="0" y="3619"/>
                  </a:lnTo>
                  <a:lnTo>
                    <a:pt x="14" y="3714"/>
                  </a:lnTo>
                  <a:lnTo>
                    <a:pt x="55" y="3810"/>
                  </a:lnTo>
                  <a:lnTo>
                    <a:pt x="123" y="3905"/>
                  </a:lnTo>
                  <a:lnTo>
                    <a:pt x="218" y="4000"/>
                  </a:lnTo>
                  <a:lnTo>
                    <a:pt x="354" y="4082"/>
                  </a:lnTo>
                  <a:lnTo>
                    <a:pt x="504" y="4177"/>
                  </a:lnTo>
                  <a:lnTo>
                    <a:pt x="667" y="4272"/>
                  </a:lnTo>
                  <a:lnTo>
                    <a:pt x="871" y="4354"/>
                  </a:lnTo>
                  <a:lnTo>
                    <a:pt x="1102" y="4449"/>
                  </a:lnTo>
                  <a:lnTo>
                    <a:pt x="1361" y="4531"/>
                  </a:lnTo>
                  <a:lnTo>
                    <a:pt x="1932" y="4707"/>
                  </a:lnTo>
                  <a:lnTo>
                    <a:pt x="2612" y="4871"/>
                  </a:lnTo>
                  <a:lnTo>
                    <a:pt x="3374" y="5034"/>
                  </a:lnTo>
                  <a:lnTo>
                    <a:pt x="4244" y="5197"/>
                  </a:lnTo>
                  <a:lnTo>
                    <a:pt x="5183" y="5360"/>
                  </a:lnTo>
                  <a:lnTo>
                    <a:pt x="6217" y="5510"/>
                  </a:lnTo>
                  <a:lnTo>
                    <a:pt x="7332" y="5646"/>
                  </a:lnTo>
                  <a:lnTo>
                    <a:pt x="8543" y="5796"/>
                  </a:lnTo>
                  <a:lnTo>
                    <a:pt x="9808" y="5932"/>
                  </a:lnTo>
                  <a:lnTo>
                    <a:pt x="11168" y="6068"/>
                  </a:lnTo>
                  <a:lnTo>
                    <a:pt x="12583" y="6190"/>
                  </a:lnTo>
                  <a:lnTo>
                    <a:pt x="14079" y="6312"/>
                  </a:lnTo>
                  <a:lnTo>
                    <a:pt x="15630" y="6421"/>
                  </a:lnTo>
                  <a:lnTo>
                    <a:pt x="17262" y="6530"/>
                  </a:lnTo>
                  <a:lnTo>
                    <a:pt x="18935" y="6639"/>
                  </a:lnTo>
                  <a:lnTo>
                    <a:pt x="20690" y="6721"/>
                  </a:lnTo>
                  <a:lnTo>
                    <a:pt x="22485" y="6816"/>
                  </a:lnTo>
                  <a:lnTo>
                    <a:pt x="24335" y="6897"/>
                  </a:lnTo>
                  <a:lnTo>
                    <a:pt x="26240" y="6965"/>
                  </a:lnTo>
                  <a:lnTo>
                    <a:pt x="28185" y="7033"/>
                  </a:lnTo>
                  <a:lnTo>
                    <a:pt x="30184" y="7088"/>
                  </a:lnTo>
                  <a:lnTo>
                    <a:pt x="32225" y="7142"/>
                  </a:lnTo>
                  <a:lnTo>
                    <a:pt x="34306" y="7183"/>
                  </a:lnTo>
                  <a:lnTo>
                    <a:pt x="36414" y="7210"/>
                  </a:lnTo>
                  <a:lnTo>
                    <a:pt x="38564" y="7237"/>
                  </a:lnTo>
                  <a:lnTo>
                    <a:pt x="40754" y="7251"/>
                  </a:lnTo>
                  <a:lnTo>
                    <a:pt x="45175" y="7251"/>
                  </a:lnTo>
                  <a:lnTo>
                    <a:pt x="47351" y="7237"/>
                  </a:lnTo>
                  <a:lnTo>
                    <a:pt x="49500" y="7210"/>
                  </a:lnTo>
                  <a:lnTo>
                    <a:pt x="51622" y="7183"/>
                  </a:lnTo>
                  <a:lnTo>
                    <a:pt x="53690" y="7142"/>
                  </a:lnTo>
                  <a:lnTo>
                    <a:pt x="55730" y="7088"/>
                  </a:lnTo>
                  <a:lnTo>
                    <a:pt x="57730" y="7033"/>
                  </a:lnTo>
                  <a:lnTo>
                    <a:pt x="59675" y="6965"/>
                  </a:lnTo>
                  <a:lnTo>
                    <a:pt x="61579" y="6897"/>
                  </a:lnTo>
                  <a:lnTo>
                    <a:pt x="63429" y="6816"/>
                  </a:lnTo>
                  <a:lnTo>
                    <a:pt x="65238" y="6721"/>
                  </a:lnTo>
                  <a:lnTo>
                    <a:pt x="66980" y="6639"/>
                  </a:lnTo>
                  <a:lnTo>
                    <a:pt x="68666" y="6530"/>
                  </a:lnTo>
                  <a:lnTo>
                    <a:pt x="70285" y="6421"/>
                  </a:lnTo>
                  <a:lnTo>
                    <a:pt x="71836" y="6312"/>
                  </a:lnTo>
                  <a:lnTo>
                    <a:pt x="73332" y="6190"/>
                  </a:lnTo>
                  <a:lnTo>
                    <a:pt x="74760" y="6068"/>
                  </a:lnTo>
                  <a:lnTo>
                    <a:pt x="76107" y="5932"/>
                  </a:lnTo>
                  <a:lnTo>
                    <a:pt x="77386" y="5796"/>
                  </a:lnTo>
                  <a:lnTo>
                    <a:pt x="78583" y="5646"/>
                  </a:lnTo>
                  <a:lnTo>
                    <a:pt x="79698" y="5510"/>
                  </a:lnTo>
                  <a:lnTo>
                    <a:pt x="80732" y="5360"/>
                  </a:lnTo>
                  <a:lnTo>
                    <a:pt x="81684" y="5197"/>
                  </a:lnTo>
                  <a:lnTo>
                    <a:pt x="82541" y="5034"/>
                  </a:lnTo>
                  <a:lnTo>
                    <a:pt x="83303" y="4871"/>
                  </a:lnTo>
                  <a:lnTo>
                    <a:pt x="83983" y="4707"/>
                  </a:lnTo>
                  <a:lnTo>
                    <a:pt x="84568" y="4531"/>
                  </a:lnTo>
                  <a:lnTo>
                    <a:pt x="84813" y="4449"/>
                  </a:lnTo>
                  <a:lnTo>
                    <a:pt x="85044" y="4354"/>
                  </a:lnTo>
                  <a:lnTo>
                    <a:pt x="85248" y="4272"/>
                  </a:lnTo>
                  <a:lnTo>
                    <a:pt x="85425" y="4177"/>
                  </a:lnTo>
                  <a:lnTo>
                    <a:pt x="85574" y="4082"/>
                  </a:lnTo>
                  <a:lnTo>
                    <a:pt x="85697" y="4000"/>
                  </a:lnTo>
                  <a:lnTo>
                    <a:pt x="85792" y="3905"/>
                  </a:lnTo>
                  <a:lnTo>
                    <a:pt x="85860" y="3810"/>
                  </a:lnTo>
                  <a:lnTo>
                    <a:pt x="85901" y="3714"/>
                  </a:lnTo>
                  <a:lnTo>
                    <a:pt x="85914" y="3619"/>
                  </a:lnTo>
                  <a:lnTo>
                    <a:pt x="85901" y="3538"/>
                  </a:lnTo>
                  <a:lnTo>
                    <a:pt x="85860" y="3442"/>
                  </a:lnTo>
                  <a:lnTo>
                    <a:pt x="85792" y="3347"/>
                  </a:lnTo>
                  <a:lnTo>
                    <a:pt x="85697" y="3252"/>
                  </a:lnTo>
                  <a:lnTo>
                    <a:pt x="85574" y="3157"/>
                  </a:lnTo>
                  <a:lnTo>
                    <a:pt x="85425" y="3075"/>
                  </a:lnTo>
                  <a:lnTo>
                    <a:pt x="85248" y="2980"/>
                  </a:lnTo>
                  <a:lnTo>
                    <a:pt x="85044" y="2898"/>
                  </a:lnTo>
                  <a:lnTo>
                    <a:pt x="84813" y="2803"/>
                  </a:lnTo>
                  <a:lnTo>
                    <a:pt x="84568" y="2721"/>
                  </a:lnTo>
                  <a:lnTo>
                    <a:pt x="83983" y="2545"/>
                  </a:lnTo>
                  <a:lnTo>
                    <a:pt x="83303" y="2381"/>
                  </a:lnTo>
                  <a:lnTo>
                    <a:pt x="82541" y="2218"/>
                  </a:lnTo>
                  <a:lnTo>
                    <a:pt x="81684" y="2055"/>
                  </a:lnTo>
                  <a:lnTo>
                    <a:pt x="80732" y="1892"/>
                  </a:lnTo>
                  <a:lnTo>
                    <a:pt x="79698" y="1742"/>
                  </a:lnTo>
                  <a:lnTo>
                    <a:pt x="78583" y="1592"/>
                  </a:lnTo>
                  <a:lnTo>
                    <a:pt x="77386" y="1456"/>
                  </a:lnTo>
                  <a:lnTo>
                    <a:pt x="76107" y="1320"/>
                  </a:lnTo>
                  <a:lnTo>
                    <a:pt x="74760" y="1184"/>
                  </a:lnTo>
                  <a:lnTo>
                    <a:pt x="73332" y="1062"/>
                  </a:lnTo>
                  <a:lnTo>
                    <a:pt x="71836" y="939"/>
                  </a:lnTo>
                  <a:lnTo>
                    <a:pt x="70285" y="831"/>
                  </a:lnTo>
                  <a:lnTo>
                    <a:pt x="68666" y="722"/>
                  </a:lnTo>
                  <a:lnTo>
                    <a:pt x="66980" y="613"/>
                  </a:lnTo>
                  <a:lnTo>
                    <a:pt x="65238" y="518"/>
                  </a:lnTo>
                  <a:lnTo>
                    <a:pt x="63429" y="436"/>
                  </a:lnTo>
                  <a:lnTo>
                    <a:pt x="61579" y="355"/>
                  </a:lnTo>
                  <a:lnTo>
                    <a:pt x="59675" y="287"/>
                  </a:lnTo>
                  <a:lnTo>
                    <a:pt x="57730" y="219"/>
                  </a:lnTo>
                  <a:lnTo>
                    <a:pt x="55730" y="164"/>
                  </a:lnTo>
                  <a:lnTo>
                    <a:pt x="53690" y="110"/>
                  </a:lnTo>
                  <a:lnTo>
                    <a:pt x="51622" y="69"/>
                  </a:lnTo>
                  <a:lnTo>
                    <a:pt x="49500" y="42"/>
                  </a:lnTo>
                  <a:lnTo>
                    <a:pt x="47351" y="14"/>
                  </a:lnTo>
                  <a:lnTo>
                    <a:pt x="45175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125429" y="3092593"/>
              <a:ext cx="204386" cy="1191325"/>
            </a:xfrm>
            <a:custGeom>
              <a:avLst/>
              <a:gdLst/>
              <a:ahLst/>
              <a:cxnLst/>
              <a:rect l="l" t="t" r="r" b="b"/>
              <a:pathLst>
                <a:path w="5783" h="33708" extrusionOk="0">
                  <a:moveTo>
                    <a:pt x="531" y="0"/>
                  </a:moveTo>
                  <a:lnTo>
                    <a:pt x="423" y="14"/>
                  </a:lnTo>
                  <a:lnTo>
                    <a:pt x="327" y="41"/>
                  </a:lnTo>
                  <a:lnTo>
                    <a:pt x="232" y="96"/>
                  </a:lnTo>
                  <a:lnTo>
                    <a:pt x="151" y="164"/>
                  </a:lnTo>
                  <a:lnTo>
                    <a:pt x="96" y="245"/>
                  </a:lnTo>
                  <a:lnTo>
                    <a:pt x="42" y="327"/>
                  </a:lnTo>
                  <a:lnTo>
                    <a:pt x="15" y="422"/>
                  </a:lnTo>
                  <a:lnTo>
                    <a:pt x="1" y="531"/>
                  </a:lnTo>
                  <a:lnTo>
                    <a:pt x="1" y="10420"/>
                  </a:lnTo>
                  <a:lnTo>
                    <a:pt x="15" y="10529"/>
                  </a:lnTo>
                  <a:lnTo>
                    <a:pt x="42" y="10624"/>
                  </a:lnTo>
                  <a:lnTo>
                    <a:pt x="83" y="10719"/>
                  </a:lnTo>
                  <a:lnTo>
                    <a:pt x="151" y="10801"/>
                  </a:lnTo>
                  <a:lnTo>
                    <a:pt x="4721" y="15371"/>
                  </a:lnTo>
                  <a:lnTo>
                    <a:pt x="4721" y="19983"/>
                  </a:lnTo>
                  <a:lnTo>
                    <a:pt x="341" y="24376"/>
                  </a:lnTo>
                  <a:lnTo>
                    <a:pt x="273" y="24444"/>
                  </a:lnTo>
                  <a:lnTo>
                    <a:pt x="219" y="24539"/>
                  </a:lnTo>
                  <a:lnTo>
                    <a:pt x="191" y="24635"/>
                  </a:lnTo>
                  <a:lnTo>
                    <a:pt x="178" y="24743"/>
                  </a:lnTo>
                  <a:lnTo>
                    <a:pt x="178" y="33177"/>
                  </a:lnTo>
                  <a:lnTo>
                    <a:pt x="191" y="33286"/>
                  </a:lnTo>
                  <a:lnTo>
                    <a:pt x="219" y="33395"/>
                  </a:lnTo>
                  <a:lnTo>
                    <a:pt x="273" y="33476"/>
                  </a:lnTo>
                  <a:lnTo>
                    <a:pt x="341" y="33558"/>
                  </a:lnTo>
                  <a:lnTo>
                    <a:pt x="409" y="33626"/>
                  </a:lnTo>
                  <a:lnTo>
                    <a:pt x="504" y="33667"/>
                  </a:lnTo>
                  <a:lnTo>
                    <a:pt x="599" y="33707"/>
                  </a:lnTo>
                  <a:lnTo>
                    <a:pt x="817" y="33707"/>
                  </a:lnTo>
                  <a:lnTo>
                    <a:pt x="912" y="33667"/>
                  </a:lnTo>
                  <a:lnTo>
                    <a:pt x="1007" y="33626"/>
                  </a:lnTo>
                  <a:lnTo>
                    <a:pt x="1089" y="33558"/>
                  </a:lnTo>
                  <a:lnTo>
                    <a:pt x="1144" y="33476"/>
                  </a:lnTo>
                  <a:lnTo>
                    <a:pt x="1198" y="33395"/>
                  </a:lnTo>
                  <a:lnTo>
                    <a:pt x="1225" y="33286"/>
                  </a:lnTo>
                  <a:lnTo>
                    <a:pt x="1239" y="33177"/>
                  </a:lnTo>
                  <a:lnTo>
                    <a:pt x="1239" y="24961"/>
                  </a:lnTo>
                  <a:lnTo>
                    <a:pt x="5632" y="20581"/>
                  </a:lnTo>
                  <a:lnTo>
                    <a:pt x="5700" y="20499"/>
                  </a:lnTo>
                  <a:lnTo>
                    <a:pt x="5741" y="20404"/>
                  </a:lnTo>
                  <a:lnTo>
                    <a:pt x="5768" y="20309"/>
                  </a:lnTo>
                  <a:lnTo>
                    <a:pt x="5782" y="20200"/>
                  </a:lnTo>
                  <a:lnTo>
                    <a:pt x="5782" y="15154"/>
                  </a:lnTo>
                  <a:lnTo>
                    <a:pt x="5768" y="15045"/>
                  </a:lnTo>
                  <a:lnTo>
                    <a:pt x="5741" y="14950"/>
                  </a:lnTo>
                  <a:lnTo>
                    <a:pt x="5700" y="14854"/>
                  </a:lnTo>
                  <a:lnTo>
                    <a:pt x="5632" y="14773"/>
                  </a:lnTo>
                  <a:lnTo>
                    <a:pt x="1062" y="10202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45"/>
                  </a:lnTo>
                  <a:lnTo>
                    <a:pt x="899" y="164"/>
                  </a:lnTo>
                  <a:lnTo>
                    <a:pt x="831" y="96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484583" y="3638253"/>
              <a:ext cx="111541" cy="667302"/>
            </a:xfrm>
            <a:custGeom>
              <a:avLst/>
              <a:gdLst/>
              <a:ahLst/>
              <a:cxnLst/>
              <a:rect l="l" t="t" r="r" b="b"/>
              <a:pathLst>
                <a:path w="3156" h="18881" extrusionOk="0">
                  <a:moveTo>
                    <a:pt x="2517" y="0"/>
                  </a:moveTo>
                  <a:lnTo>
                    <a:pt x="2421" y="41"/>
                  </a:lnTo>
                  <a:lnTo>
                    <a:pt x="2326" y="82"/>
                  </a:lnTo>
                  <a:lnTo>
                    <a:pt x="2244" y="150"/>
                  </a:lnTo>
                  <a:lnTo>
                    <a:pt x="2176" y="232"/>
                  </a:lnTo>
                  <a:lnTo>
                    <a:pt x="2136" y="313"/>
                  </a:lnTo>
                  <a:lnTo>
                    <a:pt x="2108" y="422"/>
                  </a:lnTo>
                  <a:lnTo>
                    <a:pt x="2095" y="531"/>
                  </a:lnTo>
                  <a:lnTo>
                    <a:pt x="2095" y="6489"/>
                  </a:lnTo>
                  <a:lnTo>
                    <a:pt x="163" y="8420"/>
                  </a:lnTo>
                  <a:lnTo>
                    <a:pt x="95" y="8502"/>
                  </a:lnTo>
                  <a:lnTo>
                    <a:pt x="41" y="8583"/>
                  </a:lnTo>
                  <a:lnTo>
                    <a:pt x="14" y="8692"/>
                  </a:lnTo>
                  <a:lnTo>
                    <a:pt x="0" y="8787"/>
                  </a:lnTo>
                  <a:lnTo>
                    <a:pt x="0" y="18350"/>
                  </a:lnTo>
                  <a:lnTo>
                    <a:pt x="14" y="18459"/>
                  </a:lnTo>
                  <a:lnTo>
                    <a:pt x="41" y="18568"/>
                  </a:lnTo>
                  <a:lnTo>
                    <a:pt x="95" y="18649"/>
                  </a:lnTo>
                  <a:lnTo>
                    <a:pt x="163" y="18731"/>
                  </a:lnTo>
                  <a:lnTo>
                    <a:pt x="245" y="18799"/>
                  </a:lnTo>
                  <a:lnTo>
                    <a:pt x="327" y="18840"/>
                  </a:lnTo>
                  <a:lnTo>
                    <a:pt x="422" y="18881"/>
                  </a:lnTo>
                  <a:lnTo>
                    <a:pt x="639" y="18881"/>
                  </a:lnTo>
                  <a:lnTo>
                    <a:pt x="735" y="18840"/>
                  </a:lnTo>
                  <a:lnTo>
                    <a:pt x="830" y="18799"/>
                  </a:lnTo>
                  <a:lnTo>
                    <a:pt x="911" y="18731"/>
                  </a:lnTo>
                  <a:lnTo>
                    <a:pt x="979" y="18649"/>
                  </a:lnTo>
                  <a:lnTo>
                    <a:pt x="1020" y="18568"/>
                  </a:lnTo>
                  <a:lnTo>
                    <a:pt x="1047" y="18459"/>
                  </a:lnTo>
                  <a:lnTo>
                    <a:pt x="1061" y="18350"/>
                  </a:lnTo>
                  <a:lnTo>
                    <a:pt x="1061" y="9005"/>
                  </a:lnTo>
                  <a:lnTo>
                    <a:pt x="2993" y="7074"/>
                  </a:lnTo>
                  <a:lnTo>
                    <a:pt x="3061" y="6992"/>
                  </a:lnTo>
                  <a:lnTo>
                    <a:pt x="3115" y="6910"/>
                  </a:lnTo>
                  <a:lnTo>
                    <a:pt x="3142" y="6802"/>
                  </a:lnTo>
                  <a:lnTo>
                    <a:pt x="3156" y="6706"/>
                  </a:lnTo>
                  <a:lnTo>
                    <a:pt x="3156" y="531"/>
                  </a:lnTo>
                  <a:lnTo>
                    <a:pt x="3142" y="422"/>
                  </a:lnTo>
                  <a:lnTo>
                    <a:pt x="3115" y="313"/>
                  </a:lnTo>
                  <a:lnTo>
                    <a:pt x="3061" y="232"/>
                  </a:lnTo>
                  <a:lnTo>
                    <a:pt x="2993" y="150"/>
                  </a:lnTo>
                  <a:lnTo>
                    <a:pt x="2925" y="82"/>
                  </a:lnTo>
                  <a:lnTo>
                    <a:pt x="2829" y="41"/>
                  </a:lnTo>
                  <a:lnTo>
                    <a:pt x="27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1689360" y="3070009"/>
              <a:ext cx="205799" cy="1235538"/>
            </a:xfrm>
            <a:custGeom>
              <a:avLst/>
              <a:gdLst/>
              <a:ahLst/>
              <a:cxnLst/>
              <a:rect l="l" t="t" r="r" b="b"/>
              <a:pathLst>
                <a:path w="5823" h="34959" extrusionOk="0">
                  <a:moveTo>
                    <a:pt x="531" y="0"/>
                  </a:moveTo>
                  <a:lnTo>
                    <a:pt x="422" y="14"/>
                  </a:lnTo>
                  <a:lnTo>
                    <a:pt x="327" y="41"/>
                  </a:lnTo>
                  <a:lnTo>
                    <a:pt x="232" y="95"/>
                  </a:lnTo>
                  <a:lnTo>
                    <a:pt x="164" y="150"/>
                  </a:lnTo>
                  <a:lnTo>
                    <a:pt x="96" y="231"/>
                  </a:lnTo>
                  <a:lnTo>
                    <a:pt x="42" y="327"/>
                  </a:lnTo>
                  <a:lnTo>
                    <a:pt x="14" y="422"/>
                  </a:lnTo>
                  <a:lnTo>
                    <a:pt x="1" y="531"/>
                  </a:lnTo>
                  <a:lnTo>
                    <a:pt x="1" y="7726"/>
                  </a:lnTo>
                  <a:lnTo>
                    <a:pt x="14" y="7835"/>
                  </a:lnTo>
                  <a:lnTo>
                    <a:pt x="42" y="7930"/>
                  </a:lnTo>
                  <a:lnTo>
                    <a:pt x="96" y="8026"/>
                  </a:lnTo>
                  <a:lnTo>
                    <a:pt x="164" y="8107"/>
                  </a:lnTo>
                  <a:lnTo>
                    <a:pt x="4762" y="12705"/>
                  </a:lnTo>
                  <a:lnTo>
                    <a:pt x="4762" y="34428"/>
                  </a:lnTo>
                  <a:lnTo>
                    <a:pt x="4775" y="34537"/>
                  </a:lnTo>
                  <a:lnTo>
                    <a:pt x="4802" y="34646"/>
                  </a:lnTo>
                  <a:lnTo>
                    <a:pt x="4857" y="34727"/>
                  </a:lnTo>
                  <a:lnTo>
                    <a:pt x="4911" y="34809"/>
                  </a:lnTo>
                  <a:lnTo>
                    <a:pt x="4993" y="34877"/>
                  </a:lnTo>
                  <a:lnTo>
                    <a:pt x="5088" y="34918"/>
                  </a:lnTo>
                  <a:lnTo>
                    <a:pt x="5183" y="34959"/>
                  </a:lnTo>
                  <a:lnTo>
                    <a:pt x="5401" y="34959"/>
                  </a:lnTo>
                  <a:lnTo>
                    <a:pt x="5496" y="34918"/>
                  </a:lnTo>
                  <a:lnTo>
                    <a:pt x="5591" y="34877"/>
                  </a:lnTo>
                  <a:lnTo>
                    <a:pt x="5673" y="34809"/>
                  </a:lnTo>
                  <a:lnTo>
                    <a:pt x="5727" y="34727"/>
                  </a:lnTo>
                  <a:lnTo>
                    <a:pt x="5782" y="34646"/>
                  </a:lnTo>
                  <a:lnTo>
                    <a:pt x="5809" y="34537"/>
                  </a:lnTo>
                  <a:lnTo>
                    <a:pt x="5823" y="34428"/>
                  </a:lnTo>
                  <a:lnTo>
                    <a:pt x="5823" y="12487"/>
                  </a:lnTo>
                  <a:lnTo>
                    <a:pt x="5809" y="12392"/>
                  </a:lnTo>
                  <a:lnTo>
                    <a:pt x="5782" y="12283"/>
                  </a:lnTo>
                  <a:lnTo>
                    <a:pt x="5727" y="12202"/>
                  </a:lnTo>
                  <a:lnTo>
                    <a:pt x="5673" y="12120"/>
                  </a:lnTo>
                  <a:lnTo>
                    <a:pt x="1062" y="7509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31"/>
                  </a:lnTo>
                  <a:lnTo>
                    <a:pt x="912" y="150"/>
                  </a:lnTo>
                  <a:lnTo>
                    <a:pt x="831" y="95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2097995" y="3230077"/>
              <a:ext cx="167842" cy="1103852"/>
            </a:xfrm>
            <a:custGeom>
              <a:avLst/>
              <a:gdLst/>
              <a:ahLst/>
              <a:cxnLst/>
              <a:rect l="l" t="t" r="r" b="b"/>
              <a:pathLst>
                <a:path w="4749" h="31233" extrusionOk="0">
                  <a:moveTo>
                    <a:pt x="4041" y="1"/>
                  </a:moveTo>
                  <a:lnTo>
                    <a:pt x="3932" y="14"/>
                  </a:lnTo>
                  <a:lnTo>
                    <a:pt x="3823" y="42"/>
                  </a:lnTo>
                  <a:lnTo>
                    <a:pt x="3742" y="96"/>
                  </a:lnTo>
                  <a:lnTo>
                    <a:pt x="3660" y="150"/>
                  </a:lnTo>
                  <a:lnTo>
                    <a:pt x="3592" y="232"/>
                  </a:lnTo>
                  <a:lnTo>
                    <a:pt x="3551" y="327"/>
                  </a:lnTo>
                  <a:lnTo>
                    <a:pt x="3510" y="422"/>
                  </a:lnTo>
                  <a:lnTo>
                    <a:pt x="3510" y="531"/>
                  </a:lnTo>
                  <a:lnTo>
                    <a:pt x="3510" y="6856"/>
                  </a:lnTo>
                  <a:lnTo>
                    <a:pt x="151" y="10203"/>
                  </a:lnTo>
                  <a:lnTo>
                    <a:pt x="96" y="10284"/>
                  </a:lnTo>
                  <a:lnTo>
                    <a:pt x="42" y="10379"/>
                  </a:lnTo>
                  <a:lnTo>
                    <a:pt x="15" y="10475"/>
                  </a:lnTo>
                  <a:lnTo>
                    <a:pt x="1" y="10570"/>
                  </a:lnTo>
                  <a:lnTo>
                    <a:pt x="1" y="20731"/>
                  </a:lnTo>
                  <a:lnTo>
                    <a:pt x="15" y="20826"/>
                  </a:lnTo>
                  <a:lnTo>
                    <a:pt x="42" y="20921"/>
                  </a:lnTo>
                  <a:lnTo>
                    <a:pt x="96" y="21017"/>
                  </a:lnTo>
                  <a:lnTo>
                    <a:pt x="151" y="21098"/>
                  </a:lnTo>
                  <a:lnTo>
                    <a:pt x="3701" y="24635"/>
                  </a:lnTo>
                  <a:lnTo>
                    <a:pt x="3701" y="30702"/>
                  </a:lnTo>
                  <a:lnTo>
                    <a:pt x="3701" y="30810"/>
                  </a:lnTo>
                  <a:lnTo>
                    <a:pt x="3742" y="30919"/>
                  </a:lnTo>
                  <a:lnTo>
                    <a:pt x="3783" y="31001"/>
                  </a:lnTo>
                  <a:lnTo>
                    <a:pt x="3851" y="31082"/>
                  </a:lnTo>
                  <a:lnTo>
                    <a:pt x="3932" y="31151"/>
                  </a:lnTo>
                  <a:lnTo>
                    <a:pt x="4014" y="31191"/>
                  </a:lnTo>
                  <a:lnTo>
                    <a:pt x="4123" y="31232"/>
                  </a:lnTo>
                  <a:lnTo>
                    <a:pt x="4327" y="31232"/>
                  </a:lnTo>
                  <a:lnTo>
                    <a:pt x="4435" y="31191"/>
                  </a:lnTo>
                  <a:lnTo>
                    <a:pt x="4517" y="31151"/>
                  </a:lnTo>
                  <a:lnTo>
                    <a:pt x="4599" y="31082"/>
                  </a:lnTo>
                  <a:lnTo>
                    <a:pt x="4667" y="31001"/>
                  </a:lnTo>
                  <a:lnTo>
                    <a:pt x="4707" y="30919"/>
                  </a:lnTo>
                  <a:lnTo>
                    <a:pt x="4748" y="30810"/>
                  </a:lnTo>
                  <a:lnTo>
                    <a:pt x="4748" y="30702"/>
                  </a:lnTo>
                  <a:lnTo>
                    <a:pt x="4748" y="24417"/>
                  </a:lnTo>
                  <a:lnTo>
                    <a:pt x="4748" y="24308"/>
                  </a:lnTo>
                  <a:lnTo>
                    <a:pt x="4721" y="24213"/>
                  </a:lnTo>
                  <a:lnTo>
                    <a:pt x="4667" y="24118"/>
                  </a:lnTo>
                  <a:lnTo>
                    <a:pt x="4599" y="24050"/>
                  </a:lnTo>
                  <a:lnTo>
                    <a:pt x="1062" y="20500"/>
                  </a:lnTo>
                  <a:lnTo>
                    <a:pt x="1062" y="10801"/>
                  </a:lnTo>
                  <a:lnTo>
                    <a:pt x="4408" y="7441"/>
                  </a:lnTo>
                  <a:lnTo>
                    <a:pt x="4476" y="7360"/>
                  </a:lnTo>
                  <a:lnTo>
                    <a:pt x="4531" y="7278"/>
                  </a:lnTo>
                  <a:lnTo>
                    <a:pt x="4558" y="7183"/>
                  </a:lnTo>
                  <a:lnTo>
                    <a:pt x="4558" y="7074"/>
                  </a:lnTo>
                  <a:lnTo>
                    <a:pt x="4558" y="531"/>
                  </a:lnTo>
                  <a:lnTo>
                    <a:pt x="4558" y="422"/>
                  </a:lnTo>
                  <a:lnTo>
                    <a:pt x="4517" y="327"/>
                  </a:lnTo>
                  <a:lnTo>
                    <a:pt x="4476" y="232"/>
                  </a:lnTo>
                  <a:lnTo>
                    <a:pt x="4408" y="150"/>
                  </a:lnTo>
                  <a:lnTo>
                    <a:pt x="4327" y="96"/>
                  </a:lnTo>
                  <a:lnTo>
                    <a:pt x="4245" y="42"/>
                  </a:lnTo>
                  <a:lnTo>
                    <a:pt x="4136" y="14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2493659" y="3432946"/>
              <a:ext cx="163989" cy="913003"/>
            </a:xfrm>
            <a:custGeom>
              <a:avLst/>
              <a:gdLst/>
              <a:ahLst/>
              <a:cxnLst/>
              <a:rect l="l" t="t" r="r" b="b"/>
              <a:pathLst>
                <a:path w="4640" h="25833" extrusionOk="0">
                  <a:moveTo>
                    <a:pt x="599" y="1"/>
                  </a:moveTo>
                  <a:lnTo>
                    <a:pt x="504" y="42"/>
                  </a:lnTo>
                  <a:lnTo>
                    <a:pt x="423" y="83"/>
                  </a:lnTo>
                  <a:lnTo>
                    <a:pt x="341" y="151"/>
                  </a:lnTo>
                  <a:lnTo>
                    <a:pt x="273" y="232"/>
                  </a:lnTo>
                  <a:lnTo>
                    <a:pt x="219" y="314"/>
                  </a:lnTo>
                  <a:lnTo>
                    <a:pt x="191" y="423"/>
                  </a:lnTo>
                  <a:lnTo>
                    <a:pt x="178" y="531"/>
                  </a:lnTo>
                  <a:lnTo>
                    <a:pt x="178" y="9577"/>
                  </a:lnTo>
                  <a:lnTo>
                    <a:pt x="191" y="9672"/>
                  </a:lnTo>
                  <a:lnTo>
                    <a:pt x="219" y="9768"/>
                  </a:lnTo>
                  <a:lnTo>
                    <a:pt x="273" y="9863"/>
                  </a:lnTo>
                  <a:lnTo>
                    <a:pt x="341" y="9944"/>
                  </a:lnTo>
                  <a:lnTo>
                    <a:pt x="3578" y="13182"/>
                  </a:lnTo>
                  <a:lnTo>
                    <a:pt x="3578" y="18473"/>
                  </a:lnTo>
                  <a:lnTo>
                    <a:pt x="151" y="21901"/>
                  </a:lnTo>
                  <a:lnTo>
                    <a:pt x="83" y="21983"/>
                  </a:lnTo>
                  <a:lnTo>
                    <a:pt x="42" y="22064"/>
                  </a:lnTo>
                  <a:lnTo>
                    <a:pt x="1" y="22173"/>
                  </a:lnTo>
                  <a:lnTo>
                    <a:pt x="1" y="22268"/>
                  </a:lnTo>
                  <a:lnTo>
                    <a:pt x="1" y="25302"/>
                  </a:lnTo>
                  <a:lnTo>
                    <a:pt x="1" y="25411"/>
                  </a:lnTo>
                  <a:lnTo>
                    <a:pt x="42" y="25506"/>
                  </a:lnTo>
                  <a:lnTo>
                    <a:pt x="83" y="25601"/>
                  </a:lnTo>
                  <a:lnTo>
                    <a:pt x="151" y="25669"/>
                  </a:lnTo>
                  <a:lnTo>
                    <a:pt x="232" y="25737"/>
                  </a:lnTo>
                  <a:lnTo>
                    <a:pt x="314" y="25791"/>
                  </a:lnTo>
                  <a:lnTo>
                    <a:pt x="423" y="25819"/>
                  </a:lnTo>
                  <a:lnTo>
                    <a:pt x="531" y="25832"/>
                  </a:lnTo>
                  <a:lnTo>
                    <a:pt x="627" y="25819"/>
                  </a:lnTo>
                  <a:lnTo>
                    <a:pt x="735" y="25791"/>
                  </a:lnTo>
                  <a:lnTo>
                    <a:pt x="817" y="25737"/>
                  </a:lnTo>
                  <a:lnTo>
                    <a:pt x="899" y="25669"/>
                  </a:lnTo>
                  <a:lnTo>
                    <a:pt x="967" y="25601"/>
                  </a:lnTo>
                  <a:lnTo>
                    <a:pt x="1021" y="25506"/>
                  </a:lnTo>
                  <a:lnTo>
                    <a:pt x="1048" y="25411"/>
                  </a:lnTo>
                  <a:lnTo>
                    <a:pt x="1062" y="25302"/>
                  </a:lnTo>
                  <a:lnTo>
                    <a:pt x="1062" y="22486"/>
                  </a:lnTo>
                  <a:lnTo>
                    <a:pt x="4476" y="19072"/>
                  </a:lnTo>
                  <a:lnTo>
                    <a:pt x="4544" y="18990"/>
                  </a:lnTo>
                  <a:lnTo>
                    <a:pt x="4599" y="18895"/>
                  </a:lnTo>
                  <a:lnTo>
                    <a:pt x="4626" y="18800"/>
                  </a:lnTo>
                  <a:lnTo>
                    <a:pt x="4639" y="18691"/>
                  </a:lnTo>
                  <a:lnTo>
                    <a:pt x="4639" y="12964"/>
                  </a:lnTo>
                  <a:lnTo>
                    <a:pt x="4626" y="12855"/>
                  </a:lnTo>
                  <a:lnTo>
                    <a:pt x="4599" y="12760"/>
                  </a:lnTo>
                  <a:lnTo>
                    <a:pt x="4544" y="12665"/>
                  </a:lnTo>
                  <a:lnTo>
                    <a:pt x="4476" y="12597"/>
                  </a:lnTo>
                  <a:lnTo>
                    <a:pt x="1239" y="9346"/>
                  </a:lnTo>
                  <a:lnTo>
                    <a:pt x="1239" y="531"/>
                  </a:lnTo>
                  <a:lnTo>
                    <a:pt x="1225" y="423"/>
                  </a:lnTo>
                  <a:lnTo>
                    <a:pt x="1198" y="314"/>
                  </a:lnTo>
                  <a:lnTo>
                    <a:pt x="1157" y="232"/>
                  </a:lnTo>
                  <a:lnTo>
                    <a:pt x="1089" y="151"/>
                  </a:lnTo>
                  <a:lnTo>
                    <a:pt x="1008" y="83"/>
                  </a:lnTo>
                  <a:lnTo>
                    <a:pt x="912" y="4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2641251" y="3274786"/>
              <a:ext cx="118786" cy="1009134"/>
            </a:xfrm>
            <a:custGeom>
              <a:avLst/>
              <a:gdLst/>
              <a:ahLst/>
              <a:cxnLst/>
              <a:rect l="l" t="t" r="r" b="b"/>
              <a:pathLst>
                <a:path w="3361" h="28553" extrusionOk="0">
                  <a:moveTo>
                    <a:pt x="2545" y="1"/>
                  </a:moveTo>
                  <a:lnTo>
                    <a:pt x="2449" y="14"/>
                  </a:lnTo>
                  <a:lnTo>
                    <a:pt x="2341" y="42"/>
                  </a:lnTo>
                  <a:lnTo>
                    <a:pt x="2259" y="96"/>
                  </a:lnTo>
                  <a:lnTo>
                    <a:pt x="2177" y="150"/>
                  </a:lnTo>
                  <a:lnTo>
                    <a:pt x="2109" y="232"/>
                  </a:lnTo>
                  <a:lnTo>
                    <a:pt x="2069" y="327"/>
                  </a:lnTo>
                  <a:lnTo>
                    <a:pt x="2028" y="422"/>
                  </a:lnTo>
                  <a:lnTo>
                    <a:pt x="2028" y="531"/>
                  </a:lnTo>
                  <a:lnTo>
                    <a:pt x="2028" y="7441"/>
                  </a:lnTo>
                  <a:lnTo>
                    <a:pt x="151" y="9318"/>
                  </a:lnTo>
                  <a:lnTo>
                    <a:pt x="83" y="9400"/>
                  </a:lnTo>
                  <a:lnTo>
                    <a:pt x="42" y="9482"/>
                  </a:lnTo>
                  <a:lnTo>
                    <a:pt x="15" y="9591"/>
                  </a:lnTo>
                  <a:lnTo>
                    <a:pt x="1" y="9686"/>
                  </a:lnTo>
                  <a:lnTo>
                    <a:pt x="1" y="12284"/>
                  </a:lnTo>
                  <a:lnTo>
                    <a:pt x="15" y="12379"/>
                  </a:lnTo>
                  <a:lnTo>
                    <a:pt x="42" y="12488"/>
                  </a:lnTo>
                  <a:lnTo>
                    <a:pt x="83" y="12569"/>
                  </a:lnTo>
                  <a:lnTo>
                    <a:pt x="151" y="12651"/>
                  </a:lnTo>
                  <a:lnTo>
                    <a:pt x="2300" y="14800"/>
                  </a:lnTo>
                  <a:lnTo>
                    <a:pt x="2300" y="28022"/>
                  </a:lnTo>
                  <a:lnTo>
                    <a:pt x="2313" y="28131"/>
                  </a:lnTo>
                  <a:lnTo>
                    <a:pt x="2341" y="28240"/>
                  </a:lnTo>
                  <a:lnTo>
                    <a:pt x="2395" y="28321"/>
                  </a:lnTo>
                  <a:lnTo>
                    <a:pt x="2463" y="28403"/>
                  </a:lnTo>
                  <a:lnTo>
                    <a:pt x="2545" y="28471"/>
                  </a:lnTo>
                  <a:lnTo>
                    <a:pt x="2626" y="28512"/>
                  </a:lnTo>
                  <a:lnTo>
                    <a:pt x="2721" y="28552"/>
                  </a:lnTo>
                  <a:lnTo>
                    <a:pt x="2939" y="28552"/>
                  </a:lnTo>
                  <a:lnTo>
                    <a:pt x="3034" y="28512"/>
                  </a:lnTo>
                  <a:lnTo>
                    <a:pt x="3130" y="28471"/>
                  </a:lnTo>
                  <a:lnTo>
                    <a:pt x="3211" y="28403"/>
                  </a:lnTo>
                  <a:lnTo>
                    <a:pt x="3279" y="28321"/>
                  </a:lnTo>
                  <a:lnTo>
                    <a:pt x="3320" y="28240"/>
                  </a:lnTo>
                  <a:lnTo>
                    <a:pt x="3347" y="28131"/>
                  </a:lnTo>
                  <a:lnTo>
                    <a:pt x="3361" y="28022"/>
                  </a:lnTo>
                  <a:lnTo>
                    <a:pt x="3361" y="14583"/>
                  </a:lnTo>
                  <a:lnTo>
                    <a:pt x="3361" y="14487"/>
                  </a:lnTo>
                  <a:lnTo>
                    <a:pt x="3320" y="14379"/>
                  </a:lnTo>
                  <a:lnTo>
                    <a:pt x="3279" y="14297"/>
                  </a:lnTo>
                  <a:lnTo>
                    <a:pt x="3211" y="14215"/>
                  </a:lnTo>
                  <a:lnTo>
                    <a:pt x="1062" y="12066"/>
                  </a:lnTo>
                  <a:lnTo>
                    <a:pt x="1062" y="9903"/>
                  </a:lnTo>
                  <a:lnTo>
                    <a:pt x="2925" y="8040"/>
                  </a:lnTo>
                  <a:lnTo>
                    <a:pt x="2994" y="7958"/>
                  </a:lnTo>
                  <a:lnTo>
                    <a:pt x="3034" y="7877"/>
                  </a:lnTo>
                  <a:lnTo>
                    <a:pt x="3075" y="7768"/>
                  </a:lnTo>
                  <a:lnTo>
                    <a:pt x="3075" y="7673"/>
                  </a:lnTo>
                  <a:lnTo>
                    <a:pt x="3075" y="531"/>
                  </a:lnTo>
                  <a:lnTo>
                    <a:pt x="3075" y="422"/>
                  </a:lnTo>
                  <a:lnTo>
                    <a:pt x="3034" y="327"/>
                  </a:lnTo>
                  <a:lnTo>
                    <a:pt x="2994" y="232"/>
                  </a:lnTo>
                  <a:lnTo>
                    <a:pt x="2925" y="150"/>
                  </a:lnTo>
                  <a:lnTo>
                    <a:pt x="2844" y="96"/>
                  </a:lnTo>
                  <a:lnTo>
                    <a:pt x="2762" y="42"/>
                  </a:lnTo>
                  <a:lnTo>
                    <a:pt x="2653" y="14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1060539" y="3002222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41"/>
                  </a:lnTo>
                  <a:lnTo>
                    <a:pt x="1660" y="109"/>
                  </a:lnTo>
                  <a:lnTo>
                    <a:pt x="1442" y="177"/>
                  </a:lnTo>
                  <a:lnTo>
                    <a:pt x="1238" y="286"/>
                  </a:lnTo>
                  <a:lnTo>
                    <a:pt x="1048" y="395"/>
                  </a:lnTo>
                  <a:lnTo>
                    <a:pt x="858" y="531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34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77"/>
                  </a:lnTo>
                  <a:lnTo>
                    <a:pt x="14" y="2122"/>
                  </a:lnTo>
                  <a:lnTo>
                    <a:pt x="1" y="2353"/>
                  </a:lnTo>
                  <a:lnTo>
                    <a:pt x="14" y="2598"/>
                  </a:lnTo>
                  <a:lnTo>
                    <a:pt x="55" y="2829"/>
                  </a:lnTo>
                  <a:lnTo>
                    <a:pt x="109" y="3061"/>
                  </a:lnTo>
                  <a:lnTo>
                    <a:pt x="191" y="3278"/>
                  </a:lnTo>
                  <a:lnTo>
                    <a:pt x="286" y="3482"/>
                  </a:lnTo>
                  <a:lnTo>
                    <a:pt x="409" y="3673"/>
                  </a:lnTo>
                  <a:lnTo>
                    <a:pt x="545" y="3863"/>
                  </a:lnTo>
                  <a:lnTo>
                    <a:pt x="694" y="4026"/>
                  </a:lnTo>
                  <a:lnTo>
                    <a:pt x="858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1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0"/>
                  </a:lnTo>
                  <a:lnTo>
                    <a:pt x="2612" y="4707"/>
                  </a:lnTo>
                  <a:lnTo>
                    <a:pt x="2843" y="4666"/>
                  </a:lnTo>
                  <a:lnTo>
                    <a:pt x="3061" y="4611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6"/>
                  </a:lnTo>
                  <a:lnTo>
                    <a:pt x="4190" y="3863"/>
                  </a:lnTo>
                  <a:lnTo>
                    <a:pt x="4326" y="3673"/>
                  </a:lnTo>
                  <a:lnTo>
                    <a:pt x="4435" y="3482"/>
                  </a:lnTo>
                  <a:lnTo>
                    <a:pt x="4544" y="3278"/>
                  </a:lnTo>
                  <a:lnTo>
                    <a:pt x="4612" y="3061"/>
                  </a:lnTo>
                  <a:lnTo>
                    <a:pt x="4680" y="2829"/>
                  </a:lnTo>
                  <a:lnTo>
                    <a:pt x="4707" y="2598"/>
                  </a:lnTo>
                  <a:lnTo>
                    <a:pt x="4721" y="2353"/>
                  </a:lnTo>
                  <a:lnTo>
                    <a:pt x="4707" y="2122"/>
                  </a:lnTo>
                  <a:lnTo>
                    <a:pt x="4680" y="1877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34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31"/>
                  </a:lnTo>
                  <a:lnTo>
                    <a:pt x="3687" y="395"/>
                  </a:lnTo>
                  <a:lnTo>
                    <a:pt x="3483" y="286"/>
                  </a:lnTo>
                  <a:lnTo>
                    <a:pt x="3279" y="177"/>
                  </a:lnTo>
                  <a:lnTo>
                    <a:pt x="3061" y="109"/>
                  </a:lnTo>
                  <a:lnTo>
                    <a:pt x="2843" y="41"/>
                  </a:lnTo>
                  <a:lnTo>
                    <a:pt x="2612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1493702" y="3526711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1" y="2354"/>
                  </a:lnTo>
                  <a:lnTo>
                    <a:pt x="14" y="2599"/>
                  </a:lnTo>
                  <a:lnTo>
                    <a:pt x="55" y="2830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9" y="3673"/>
                  </a:lnTo>
                  <a:lnTo>
                    <a:pt x="545" y="3864"/>
                  </a:lnTo>
                  <a:lnTo>
                    <a:pt x="694" y="4027"/>
                  </a:lnTo>
                  <a:lnTo>
                    <a:pt x="857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1"/>
                  </a:lnTo>
                  <a:lnTo>
                    <a:pt x="2599" y="4707"/>
                  </a:lnTo>
                  <a:lnTo>
                    <a:pt x="2843" y="4666"/>
                  </a:lnTo>
                  <a:lnTo>
                    <a:pt x="3061" y="4612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7"/>
                  </a:lnTo>
                  <a:lnTo>
                    <a:pt x="4190" y="3864"/>
                  </a:lnTo>
                  <a:lnTo>
                    <a:pt x="4326" y="3673"/>
                  </a:lnTo>
                  <a:lnTo>
                    <a:pt x="4435" y="3483"/>
                  </a:lnTo>
                  <a:lnTo>
                    <a:pt x="4544" y="3279"/>
                  </a:lnTo>
                  <a:lnTo>
                    <a:pt x="4612" y="3061"/>
                  </a:lnTo>
                  <a:lnTo>
                    <a:pt x="4680" y="2830"/>
                  </a:lnTo>
                  <a:lnTo>
                    <a:pt x="4707" y="2599"/>
                  </a:lnTo>
                  <a:lnTo>
                    <a:pt x="4721" y="2354"/>
                  </a:lnTo>
                  <a:lnTo>
                    <a:pt x="4707" y="2122"/>
                  </a:lnTo>
                  <a:lnTo>
                    <a:pt x="4680" y="1891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48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45"/>
                  </a:lnTo>
                  <a:lnTo>
                    <a:pt x="3687" y="409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9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1624966" y="2976245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1"/>
                  </a:moveTo>
                  <a:lnTo>
                    <a:pt x="2108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24" y="286"/>
                  </a:lnTo>
                  <a:lnTo>
                    <a:pt x="1034" y="409"/>
                  </a:lnTo>
                  <a:lnTo>
                    <a:pt x="857" y="545"/>
                  </a:lnTo>
                  <a:lnTo>
                    <a:pt x="680" y="694"/>
                  </a:lnTo>
                  <a:lnTo>
                    <a:pt x="531" y="858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95" y="1660"/>
                  </a:lnTo>
                  <a:lnTo>
                    <a:pt x="41" y="1891"/>
                  </a:lnTo>
                  <a:lnTo>
                    <a:pt x="14" y="2123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4"/>
                  </a:lnTo>
                  <a:lnTo>
                    <a:pt x="95" y="3061"/>
                  </a:lnTo>
                  <a:lnTo>
                    <a:pt x="177" y="3279"/>
                  </a:lnTo>
                  <a:lnTo>
                    <a:pt x="286" y="3483"/>
                  </a:lnTo>
                  <a:lnTo>
                    <a:pt x="394" y="3687"/>
                  </a:lnTo>
                  <a:lnTo>
                    <a:pt x="531" y="3864"/>
                  </a:lnTo>
                  <a:lnTo>
                    <a:pt x="680" y="4027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24" y="4435"/>
                  </a:lnTo>
                  <a:lnTo>
                    <a:pt x="1442" y="4544"/>
                  </a:lnTo>
                  <a:lnTo>
                    <a:pt x="1660" y="4612"/>
                  </a:lnTo>
                  <a:lnTo>
                    <a:pt x="1877" y="4680"/>
                  </a:lnTo>
                  <a:lnTo>
                    <a:pt x="2108" y="4707"/>
                  </a:lnTo>
                  <a:lnTo>
                    <a:pt x="2353" y="4721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12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50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4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50" y="545"/>
                  </a:lnTo>
                  <a:lnTo>
                    <a:pt x="3673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2157159" y="3143063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1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4" y="858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3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3"/>
                  </a:lnTo>
                  <a:lnTo>
                    <a:pt x="0" y="2368"/>
                  </a:lnTo>
                  <a:lnTo>
                    <a:pt x="14" y="2599"/>
                  </a:lnTo>
                  <a:lnTo>
                    <a:pt x="55" y="2844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27"/>
                  </a:lnTo>
                  <a:lnTo>
                    <a:pt x="857" y="4190"/>
                  </a:lnTo>
                  <a:lnTo>
                    <a:pt x="1048" y="4326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67" y="4721"/>
                  </a:lnTo>
                  <a:lnTo>
                    <a:pt x="2598" y="4707"/>
                  </a:lnTo>
                  <a:lnTo>
                    <a:pt x="2843" y="4680"/>
                  </a:lnTo>
                  <a:lnTo>
                    <a:pt x="3061" y="4612"/>
                  </a:lnTo>
                  <a:lnTo>
                    <a:pt x="3278" y="4530"/>
                  </a:lnTo>
                  <a:lnTo>
                    <a:pt x="3482" y="4435"/>
                  </a:lnTo>
                  <a:lnTo>
                    <a:pt x="3686" y="4326"/>
                  </a:lnTo>
                  <a:lnTo>
                    <a:pt x="3863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599"/>
                  </a:lnTo>
                  <a:lnTo>
                    <a:pt x="4720" y="2368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3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63" y="545"/>
                  </a:lnTo>
                  <a:lnTo>
                    <a:pt x="3686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8" y="14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2435520" y="3343069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0"/>
                  </a:moveTo>
                  <a:lnTo>
                    <a:pt x="2122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31" y="871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109" y="1660"/>
                  </a:lnTo>
                  <a:lnTo>
                    <a:pt x="41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3"/>
                  </a:lnTo>
                  <a:lnTo>
                    <a:pt x="109" y="3074"/>
                  </a:lnTo>
                  <a:lnTo>
                    <a:pt x="177" y="3279"/>
                  </a:lnTo>
                  <a:lnTo>
                    <a:pt x="286" y="3496"/>
                  </a:lnTo>
                  <a:lnTo>
                    <a:pt x="394" y="3687"/>
                  </a:lnTo>
                  <a:lnTo>
                    <a:pt x="531" y="3863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77" y="4680"/>
                  </a:lnTo>
                  <a:lnTo>
                    <a:pt x="2122" y="4707"/>
                  </a:lnTo>
                  <a:lnTo>
                    <a:pt x="2353" y="4720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25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63" y="4190"/>
                  </a:lnTo>
                  <a:lnTo>
                    <a:pt x="4026" y="4040"/>
                  </a:lnTo>
                  <a:lnTo>
                    <a:pt x="4176" y="3863"/>
                  </a:lnTo>
                  <a:lnTo>
                    <a:pt x="4312" y="3687"/>
                  </a:lnTo>
                  <a:lnTo>
                    <a:pt x="4434" y="3496"/>
                  </a:lnTo>
                  <a:lnTo>
                    <a:pt x="4530" y="3279"/>
                  </a:lnTo>
                  <a:lnTo>
                    <a:pt x="4611" y="3074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6" y="694"/>
                  </a:lnTo>
                  <a:lnTo>
                    <a:pt x="3863" y="544"/>
                  </a:lnTo>
                  <a:lnTo>
                    <a:pt x="3673" y="408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2648002" y="3165188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4" y="0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44" y="871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55" y="2843"/>
                  </a:lnTo>
                  <a:lnTo>
                    <a:pt x="109" y="3075"/>
                  </a:lnTo>
                  <a:lnTo>
                    <a:pt x="191" y="3279"/>
                  </a:lnTo>
                  <a:lnTo>
                    <a:pt x="286" y="3496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54" y="4720"/>
                  </a:lnTo>
                  <a:lnTo>
                    <a:pt x="2598" y="4707"/>
                  </a:lnTo>
                  <a:lnTo>
                    <a:pt x="2830" y="4680"/>
                  </a:lnTo>
                  <a:lnTo>
                    <a:pt x="3061" y="4625"/>
                  </a:lnTo>
                  <a:lnTo>
                    <a:pt x="3279" y="4544"/>
                  </a:lnTo>
                  <a:lnTo>
                    <a:pt x="3483" y="4435"/>
                  </a:lnTo>
                  <a:lnTo>
                    <a:pt x="3673" y="4326"/>
                  </a:lnTo>
                  <a:lnTo>
                    <a:pt x="3864" y="4190"/>
                  </a:lnTo>
                  <a:lnTo>
                    <a:pt x="4027" y="4040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96"/>
                  </a:lnTo>
                  <a:lnTo>
                    <a:pt x="4530" y="3279"/>
                  </a:lnTo>
                  <a:lnTo>
                    <a:pt x="4612" y="3075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2" y="1660"/>
                  </a:lnTo>
                  <a:lnTo>
                    <a:pt x="4530" y="1442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7" y="694"/>
                  </a:lnTo>
                  <a:lnTo>
                    <a:pt x="3864" y="544"/>
                  </a:lnTo>
                  <a:lnTo>
                    <a:pt x="3673" y="408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30" y="55"/>
                  </a:lnTo>
                  <a:lnTo>
                    <a:pt x="2598" y="14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658160" y="4315141"/>
              <a:ext cx="2634536" cy="317340"/>
            </a:xfrm>
            <a:custGeom>
              <a:avLst/>
              <a:gdLst/>
              <a:ahLst/>
              <a:cxnLst/>
              <a:rect l="l" t="t" r="r" b="b"/>
              <a:pathLst>
                <a:path w="74543" h="8979" extrusionOk="0">
                  <a:moveTo>
                    <a:pt x="2830" y="1"/>
                  </a:moveTo>
                  <a:lnTo>
                    <a:pt x="2544" y="28"/>
                  </a:lnTo>
                  <a:lnTo>
                    <a:pt x="2258" y="69"/>
                  </a:lnTo>
                  <a:lnTo>
                    <a:pt x="1986" y="137"/>
                  </a:lnTo>
                  <a:lnTo>
                    <a:pt x="1728" y="232"/>
                  </a:lnTo>
                  <a:lnTo>
                    <a:pt x="1483" y="354"/>
                  </a:lnTo>
                  <a:lnTo>
                    <a:pt x="1252" y="490"/>
                  </a:lnTo>
                  <a:lnTo>
                    <a:pt x="1034" y="654"/>
                  </a:lnTo>
                  <a:lnTo>
                    <a:pt x="830" y="844"/>
                  </a:lnTo>
                  <a:lnTo>
                    <a:pt x="639" y="1034"/>
                  </a:lnTo>
                  <a:lnTo>
                    <a:pt x="476" y="1252"/>
                  </a:lnTo>
                  <a:lnTo>
                    <a:pt x="340" y="1497"/>
                  </a:lnTo>
                  <a:lnTo>
                    <a:pt x="218" y="1742"/>
                  </a:lnTo>
                  <a:lnTo>
                    <a:pt x="123" y="2000"/>
                  </a:lnTo>
                  <a:lnTo>
                    <a:pt x="55" y="2272"/>
                  </a:lnTo>
                  <a:lnTo>
                    <a:pt x="14" y="2544"/>
                  </a:lnTo>
                  <a:lnTo>
                    <a:pt x="0" y="2844"/>
                  </a:lnTo>
                  <a:lnTo>
                    <a:pt x="0" y="6135"/>
                  </a:lnTo>
                  <a:lnTo>
                    <a:pt x="14" y="6435"/>
                  </a:lnTo>
                  <a:lnTo>
                    <a:pt x="55" y="6707"/>
                  </a:lnTo>
                  <a:lnTo>
                    <a:pt x="123" y="6979"/>
                  </a:lnTo>
                  <a:lnTo>
                    <a:pt x="218" y="7237"/>
                  </a:lnTo>
                  <a:lnTo>
                    <a:pt x="340" y="7482"/>
                  </a:lnTo>
                  <a:lnTo>
                    <a:pt x="476" y="7727"/>
                  </a:lnTo>
                  <a:lnTo>
                    <a:pt x="639" y="7944"/>
                  </a:lnTo>
                  <a:lnTo>
                    <a:pt x="830" y="8135"/>
                  </a:lnTo>
                  <a:lnTo>
                    <a:pt x="1034" y="8325"/>
                  </a:lnTo>
                  <a:lnTo>
                    <a:pt x="1252" y="8489"/>
                  </a:lnTo>
                  <a:lnTo>
                    <a:pt x="1483" y="8625"/>
                  </a:lnTo>
                  <a:lnTo>
                    <a:pt x="1728" y="8747"/>
                  </a:lnTo>
                  <a:lnTo>
                    <a:pt x="1986" y="8842"/>
                  </a:lnTo>
                  <a:lnTo>
                    <a:pt x="2258" y="8910"/>
                  </a:lnTo>
                  <a:lnTo>
                    <a:pt x="2544" y="8951"/>
                  </a:lnTo>
                  <a:lnTo>
                    <a:pt x="2830" y="8978"/>
                  </a:lnTo>
                  <a:lnTo>
                    <a:pt x="71713" y="8978"/>
                  </a:lnTo>
                  <a:lnTo>
                    <a:pt x="72012" y="8951"/>
                  </a:lnTo>
                  <a:lnTo>
                    <a:pt x="72284" y="8910"/>
                  </a:lnTo>
                  <a:lnTo>
                    <a:pt x="72556" y="8842"/>
                  </a:lnTo>
                  <a:lnTo>
                    <a:pt x="72815" y="8747"/>
                  </a:lnTo>
                  <a:lnTo>
                    <a:pt x="73060" y="8625"/>
                  </a:lnTo>
                  <a:lnTo>
                    <a:pt x="73291" y="8489"/>
                  </a:lnTo>
                  <a:lnTo>
                    <a:pt x="73509" y="8325"/>
                  </a:lnTo>
                  <a:lnTo>
                    <a:pt x="73713" y="8135"/>
                  </a:lnTo>
                  <a:lnTo>
                    <a:pt x="73903" y="7944"/>
                  </a:lnTo>
                  <a:lnTo>
                    <a:pt x="74066" y="7727"/>
                  </a:lnTo>
                  <a:lnTo>
                    <a:pt x="74202" y="7482"/>
                  </a:lnTo>
                  <a:lnTo>
                    <a:pt x="74325" y="7237"/>
                  </a:lnTo>
                  <a:lnTo>
                    <a:pt x="74420" y="6979"/>
                  </a:lnTo>
                  <a:lnTo>
                    <a:pt x="74488" y="6707"/>
                  </a:lnTo>
                  <a:lnTo>
                    <a:pt x="74529" y="6435"/>
                  </a:lnTo>
                  <a:lnTo>
                    <a:pt x="74542" y="6135"/>
                  </a:lnTo>
                  <a:lnTo>
                    <a:pt x="74542" y="2844"/>
                  </a:lnTo>
                  <a:lnTo>
                    <a:pt x="74529" y="2544"/>
                  </a:lnTo>
                  <a:lnTo>
                    <a:pt x="74488" y="2272"/>
                  </a:lnTo>
                  <a:lnTo>
                    <a:pt x="74420" y="2000"/>
                  </a:lnTo>
                  <a:lnTo>
                    <a:pt x="74325" y="1742"/>
                  </a:lnTo>
                  <a:lnTo>
                    <a:pt x="74202" y="1497"/>
                  </a:lnTo>
                  <a:lnTo>
                    <a:pt x="74066" y="1252"/>
                  </a:lnTo>
                  <a:lnTo>
                    <a:pt x="73903" y="1034"/>
                  </a:lnTo>
                  <a:lnTo>
                    <a:pt x="73713" y="844"/>
                  </a:lnTo>
                  <a:lnTo>
                    <a:pt x="73509" y="654"/>
                  </a:lnTo>
                  <a:lnTo>
                    <a:pt x="73291" y="490"/>
                  </a:lnTo>
                  <a:lnTo>
                    <a:pt x="73060" y="354"/>
                  </a:lnTo>
                  <a:lnTo>
                    <a:pt x="72815" y="232"/>
                  </a:lnTo>
                  <a:lnTo>
                    <a:pt x="72556" y="137"/>
                  </a:lnTo>
                  <a:lnTo>
                    <a:pt x="72284" y="69"/>
                  </a:lnTo>
                  <a:lnTo>
                    <a:pt x="72012" y="28"/>
                  </a:lnTo>
                  <a:lnTo>
                    <a:pt x="71713" y="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658160" y="4469483"/>
              <a:ext cx="2634536" cy="163000"/>
            </a:xfrm>
            <a:custGeom>
              <a:avLst/>
              <a:gdLst/>
              <a:ahLst/>
              <a:cxnLst/>
              <a:rect l="l" t="t" r="r" b="b"/>
              <a:pathLst>
                <a:path w="74543" h="4612" extrusionOk="0">
                  <a:moveTo>
                    <a:pt x="0" y="0"/>
                  </a:moveTo>
                  <a:lnTo>
                    <a:pt x="0" y="1768"/>
                  </a:lnTo>
                  <a:lnTo>
                    <a:pt x="14" y="2068"/>
                  </a:lnTo>
                  <a:lnTo>
                    <a:pt x="55" y="2340"/>
                  </a:lnTo>
                  <a:lnTo>
                    <a:pt x="123" y="2612"/>
                  </a:lnTo>
                  <a:lnTo>
                    <a:pt x="218" y="2870"/>
                  </a:lnTo>
                  <a:lnTo>
                    <a:pt x="340" y="3115"/>
                  </a:lnTo>
                  <a:lnTo>
                    <a:pt x="476" y="3360"/>
                  </a:lnTo>
                  <a:lnTo>
                    <a:pt x="639" y="3577"/>
                  </a:lnTo>
                  <a:lnTo>
                    <a:pt x="830" y="3768"/>
                  </a:lnTo>
                  <a:lnTo>
                    <a:pt x="1034" y="3958"/>
                  </a:lnTo>
                  <a:lnTo>
                    <a:pt x="1252" y="4122"/>
                  </a:lnTo>
                  <a:lnTo>
                    <a:pt x="1483" y="4258"/>
                  </a:lnTo>
                  <a:lnTo>
                    <a:pt x="1728" y="4380"/>
                  </a:lnTo>
                  <a:lnTo>
                    <a:pt x="1986" y="4475"/>
                  </a:lnTo>
                  <a:lnTo>
                    <a:pt x="2258" y="4543"/>
                  </a:lnTo>
                  <a:lnTo>
                    <a:pt x="2544" y="4584"/>
                  </a:lnTo>
                  <a:lnTo>
                    <a:pt x="2830" y="4611"/>
                  </a:lnTo>
                  <a:lnTo>
                    <a:pt x="71713" y="4611"/>
                  </a:lnTo>
                  <a:lnTo>
                    <a:pt x="72012" y="4584"/>
                  </a:lnTo>
                  <a:lnTo>
                    <a:pt x="72284" y="4543"/>
                  </a:lnTo>
                  <a:lnTo>
                    <a:pt x="72556" y="4475"/>
                  </a:lnTo>
                  <a:lnTo>
                    <a:pt x="72815" y="4380"/>
                  </a:lnTo>
                  <a:lnTo>
                    <a:pt x="73060" y="4258"/>
                  </a:lnTo>
                  <a:lnTo>
                    <a:pt x="73291" y="4122"/>
                  </a:lnTo>
                  <a:lnTo>
                    <a:pt x="73509" y="3958"/>
                  </a:lnTo>
                  <a:lnTo>
                    <a:pt x="73713" y="3768"/>
                  </a:lnTo>
                  <a:lnTo>
                    <a:pt x="73903" y="3577"/>
                  </a:lnTo>
                  <a:lnTo>
                    <a:pt x="74066" y="3360"/>
                  </a:lnTo>
                  <a:lnTo>
                    <a:pt x="74202" y="3115"/>
                  </a:lnTo>
                  <a:lnTo>
                    <a:pt x="74325" y="2870"/>
                  </a:lnTo>
                  <a:lnTo>
                    <a:pt x="74420" y="2612"/>
                  </a:lnTo>
                  <a:lnTo>
                    <a:pt x="74488" y="2340"/>
                  </a:lnTo>
                  <a:lnTo>
                    <a:pt x="74529" y="2068"/>
                  </a:lnTo>
                  <a:lnTo>
                    <a:pt x="74542" y="1768"/>
                  </a:lnTo>
                  <a:lnTo>
                    <a:pt x="7454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883153" y="997005"/>
              <a:ext cx="2198975" cy="3376799"/>
            </a:xfrm>
            <a:custGeom>
              <a:avLst/>
              <a:gdLst/>
              <a:ahLst/>
              <a:cxnLst/>
              <a:rect l="l" t="t" r="r" b="b"/>
              <a:pathLst>
                <a:path w="62219" h="95545" extrusionOk="0">
                  <a:moveTo>
                    <a:pt x="31273" y="3061"/>
                  </a:moveTo>
                  <a:lnTo>
                    <a:pt x="31994" y="3074"/>
                  </a:lnTo>
                  <a:lnTo>
                    <a:pt x="32714" y="3101"/>
                  </a:lnTo>
                  <a:lnTo>
                    <a:pt x="33435" y="3156"/>
                  </a:lnTo>
                  <a:lnTo>
                    <a:pt x="34143" y="3224"/>
                  </a:lnTo>
                  <a:lnTo>
                    <a:pt x="34836" y="3305"/>
                  </a:lnTo>
                  <a:lnTo>
                    <a:pt x="35544" y="3414"/>
                  </a:lnTo>
                  <a:lnTo>
                    <a:pt x="36238" y="3537"/>
                  </a:lnTo>
                  <a:lnTo>
                    <a:pt x="36918" y="3673"/>
                  </a:lnTo>
                  <a:lnTo>
                    <a:pt x="37598" y="3822"/>
                  </a:lnTo>
                  <a:lnTo>
                    <a:pt x="38264" y="3999"/>
                  </a:lnTo>
                  <a:lnTo>
                    <a:pt x="38931" y="4190"/>
                  </a:lnTo>
                  <a:lnTo>
                    <a:pt x="39597" y="4380"/>
                  </a:lnTo>
                  <a:lnTo>
                    <a:pt x="40250" y="4611"/>
                  </a:lnTo>
                  <a:lnTo>
                    <a:pt x="40890" y="4842"/>
                  </a:lnTo>
                  <a:lnTo>
                    <a:pt x="41529" y="5087"/>
                  </a:lnTo>
                  <a:lnTo>
                    <a:pt x="42155" y="5359"/>
                  </a:lnTo>
                  <a:lnTo>
                    <a:pt x="42780" y="5631"/>
                  </a:lnTo>
                  <a:lnTo>
                    <a:pt x="43393" y="5931"/>
                  </a:lnTo>
                  <a:lnTo>
                    <a:pt x="44005" y="6244"/>
                  </a:lnTo>
                  <a:lnTo>
                    <a:pt x="44603" y="6556"/>
                  </a:lnTo>
                  <a:lnTo>
                    <a:pt x="45188" y="6896"/>
                  </a:lnTo>
                  <a:lnTo>
                    <a:pt x="45773" y="7250"/>
                  </a:lnTo>
                  <a:lnTo>
                    <a:pt x="46331" y="7617"/>
                  </a:lnTo>
                  <a:lnTo>
                    <a:pt x="46902" y="7998"/>
                  </a:lnTo>
                  <a:lnTo>
                    <a:pt x="47446" y="8379"/>
                  </a:lnTo>
                  <a:lnTo>
                    <a:pt x="47990" y="8787"/>
                  </a:lnTo>
                  <a:lnTo>
                    <a:pt x="48521" y="9209"/>
                  </a:lnTo>
                  <a:lnTo>
                    <a:pt x="49038" y="9631"/>
                  </a:lnTo>
                  <a:lnTo>
                    <a:pt x="49554" y="10079"/>
                  </a:lnTo>
                  <a:lnTo>
                    <a:pt x="50058" y="10528"/>
                  </a:lnTo>
                  <a:lnTo>
                    <a:pt x="50547" y="10991"/>
                  </a:lnTo>
                  <a:lnTo>
                    <a:pt x="51024" y="11467"/>
                  </a:lnTo>
                  <a:lnTo>
                    <a:pt x="51486" y="11957"/>
                  </a:lnTo>
                  <a:lnTo>
                    <a:pt x="51935" y="12460"/>
                  </a:lnTo>
                  <a:lnTo>
                    <a:pt x="52384" y="12963"/>
                  </a:lnTo>
                  <a:lnTo>
                    <a:pt x="52819" y="13480"/>
                  </a:lnTo>
                  <a:lnTo>
                    <a:pt x="53227" y="14011"/>
                  </a:lnTo>
                  <a:lnTo>
                    <a:pt x="53635" y="14555"/>
                  </a:lnTo>
                  <a:lnTo>
                    <a:pt x="54030" y="15112"/>
                  </a:lnTo>
                  <a:lnTo>
                    <a:pt x="54411" y="15670"/>
                  </a:lnTo>
                  <a:lnTo>
                    <a:pt x="54778" y="16241"/>
                  </a:lnTo>
                  <a:lnTo>
                    <a:pt x="55132" y="16813"/>
                  </a:lnTo>
                  <a:lnTo>
                    <a:pt x="55485" y="17398"/>
                  </a:lnTo>
                  <a:lnTo>
                    <a:pt x="55812" y="17996"/>
                  </a:lnTo>
                  <a:lnTo>
                    <a:pt x="56125" y="18608"/>
                  </a:lnTo>
                  <a:lnTo>
                    <a:pt x="56424" y="19220"/>
                  </a:lnTo>
                  <a:lnTo>
                    <a:pt x="56709" y="19832"/>
                  </a:lnTo>
                  <a:lnTo>
                    <a:pt x="56982" y="20472"/>
                  </a:lnTo>
                  <a:lnTo>
                    <a:pt x="57226" y="21111"/>
                  </a:lnTo>
                  <a:lnTo>
                    <a:pt x="57471" y="21750"/>
                  </a:lnTo>
                  <a:lnTo>
                    <a:pt x="57702" y="22403"/>
                  </a:lnTo>
                  <a:lnTo>
                    <a:pt x="57906" y="23056"/>
                  </a:lnTo>
                  <a:lnTo>
                    <a:pt x="58097" y="23723"/>
                  </a:lnTo>
                  <a:lnTo>
                    <a:pt x="58287" y="24389"/>
                  </a:lnTo>
                  <a:lnTo>
                    <a:pt x="58451" y="25069"/>
                  </a:lnTo>
                  <a:lnTo>
                    <a:pt x="58587" y="25763"/>
                  </a:lnTo>
                  <a:lnTo>
                    <a:pt x="58723" y="26443"/>
                  </a:lnTo>
                  <a:lnTo>
                    <a:pt x="58831" y="27137"/>
                  </a:lnTo>
                  <a:lnTo>
                    <a:pt x="58927" y="27844"/>
                  </a:lnTo>
                  <a:lnTo>
                    <a:pt x="59008" y="28552"/>
                  </a:lnTo>
                  <a:lnTo>
                    <a:pt x="59076" y="29259"/>
                  </a:lnTo>
                  <a:lnTo>
                    <a:pt x="59117" y="29966"/>
                  </a:lnTo>
                  <a:lnTo>
                    <a:pt x="59144" y="30687"/>
                  </a:lnTo>
                  <a:lnTo>
                    <a:pt x="59158" y="31408"/>
                  </a:lnTo>
                  <a:lnTo>
                    <a:pt x="59158" y="90634"/>
                  </a:lnTo>
                  <a:lnTo>
                    <a:pt x="59144" y="90810"/>
                  </a:lnTo>
                  <a:lnTo>
                    <a:pt x="59117" y="91001"/>
                  </a:lnTo>
                  <a:lnTo>
                    <a:pt x="59076" y="91178"/>
                  </a:lnTo>
                  <a:lnTo>
                    <a:pt x="59008" y="91341"/>
                  </a:lnTo>
                  <a:lnTo>
                    <a:pt x="58927" y="91504"/>
                  </a:lnTo>
                  <a:lnTo>
                    <a:pt x="58845" y="91667"/>
                  </a:lnTo>
                  <a:lnTo>
                    <a:pt x="58736" y="91803"/>
                  </a:lnTo>
                  <a:lnTo>
                    <a:pt x="58614" y="91939"/>
                  </a:lnTo>
                  <a:lnTo>
                    <a:pt x="58478" y="92048"/>
                  </a:lnTo>
                  <a:lnTo>
                    <a:pt x="58342" y="92157"/>
                  </a:lnTo>
                  <a:lnTo>
                    <a:pt x="58192" y="92252"/>
                  </a:lnTo>
                  <a:lnTo>
                    <a:pt x="58029" y="92334"/>
                  </a:lnTo>
                  <a:lnTo>
                    <a:pt x="57852" y="92388"/>
                  </a:lnTo>
                  <a:lnTo>
                    <a:pt x="57675" y="92443"/>
                  </a:lnTo>
                  <a:lnTo>
                    <a:pt x="57498" y="92470"/>
                  </a:lnTo>
                  <a:lnTo>
                    <a:pt x="4720" y="92470"/>
                  </a:lnTo>
                  <a:lnTo>
                    <a:pt x="4543" y="92443"/>
                  </a:lnTo>
                  <a:lnTo>
                    <a:pt x="4367" y="92388"/>
                  </a:lnTo>
                  <a:lnTo>
                    <a:pt x="4203" y="92334"/>
                  </a:lnTo>
                  <a:lnTo>
                    <a:pt x="4040" y="92252"/>
                  </a:lnTo>
                  <a:lnTo>
                    <a:pt x="3877" y="92157"/>
                  </a:lnTo>
                  <a:lnTo>
                    <a:pt x="3741" y="92048"/>
                  </a:lnTo>
                  <a:lnTo>
                    <a:pt x="3605" y="91939"/>
                  </a:lnTo>
                  <a:lnTo>
                    <a:pt x="3496" y="91803"/>
                  </a:lnTo>
                  <a:lnTo>
                    <a:pt x="3387" y="91667"/>
                  </a:lnTo>
                  <a:lnTo>
                    <a:pt x="3292" y="91504"/>
                  </a:lnTo>
                  <a:lnTo>
                    <a:pt x="3210" y="91341"/>
                  </a:lnTo>
                  <a:lnTo>
                    <a:pt x="3156" y="91178"/>
                  </a:lnTo>
                  <a:lnTo>
                    <a:pt x="3102" y="91001"/>
                  </a:lnTo>
                  <a:lnTo>
                    <a:pt x="3074" y="90810"/>
                  </a:lnTo>
                  <a:lnTo>
                    <a:pt x="3074" y="90634"/>
                  </a:lnTo>
                  <a:lnTo>
                    <a:pt x="3074" y="31109"/>
                  </a:lnTo>
                  <a:lnTo>
                    <a:pt x="3074" y="30374"/>
                  </a:lnTo>
                  <a:lnTo>
                    <a:pt x="3102" y="29654"/>
                  </a:lnTo>
                  <a:lnTo>
                    <a:pt x="3156" y="28946"/>
                  </a:lnTo>
                  <a:lnTo>
                    <a:pt x="3210" y="28239"/>
                  </a:lnTo>
                  <a:lnTo>
                    <a:pt x="3292" y="27532"/>
                  </a:lnTo>
                  <a:lnTo>
                    <a:pt x="3387" y="26824"/>
                  </a:lnTo>
                  <a:lnTo>
                    <a:pt x="3510" y="26130"/>
                  </a:lnTo>
                  <a:lnTo>
                    <a:pt x="3646" y="25437"/>
                  </a:lnTo>
                  <a:lnTo>
                    <a:pt x="3795" y="24757"/>
                  </a:lnTo>
                  <a:lnTo>
                    <a:pt x="3959" y="24076"/>
                  </a:lnTo>
                  <a:lnTo>
                    <a:pt x="4135" y="23410"/>
                  </a:lnTo>
                  <a:lnTo>
                    <a:pt x="4339" y="22743"/>
                  </a:lnTo>
                  <a:lnTo>
                    <a:pt x="4557" y="22090"/>
                  </a:lnTo>
                  <a:lnTo>
                    <a:pt x="4788" y="21438"/>
                  </a:lnTo>
                  <a:lnTo>
                    <a:pt x="5033" y="20798"/>
                  </a:lnTo>
                  <a:lnTo>
                    <a:pt x="5292" y="20159"/>
                  </a:lnTo>
                  <a:lnTo>
                    <a:pt x="5564" y="19533"/>
                  </a:lnTo>
                  <a:lnTo>
                    <a:pt x="5863" y="18921"/>
                  </a:lnTo>
                  <a:lnTo>
                    <a:pt x="6162" y="18309"/>
                  </a:lnTo>
                  <a:lnTo>
                    <a:pt x="6475" y="17710"/>
                  </a:lnTo>
                  <a:lnTo>
                    <a:pt x="6815" y="17112"/>
                  </a:lnTo>
                  <a:lnTo>
                    <a:pt x="7155" y="16527"/>
                  </a:lnTo>
                  <a:lnTo>
                    <a:pt x="7522" y="15956"/>
                  </a:lnTo>
                  <a:lnTo>
                    <a:pt x="7890" y="15384"/>
                  </a:lnTo>
                  <a:lnTo>
                    <a:pt x="8284" y="14840"/>
                  </a:lnTo>
                  <a:lnTo>
                    <a:pt x="8679" y="14283"/>
                  </a:lnTo>
                  <a:lnTo>
                    <a:pt x="9100" y="13752"/>
                  </a:lnTo>
                  <a:lnTo>
                    <a:pt x="9522" y="13222"/>
                  </a:lnTo>
                  <a:lnTo>
                    <a:pt x="9957" y="12705"/>
                  </a:lnTo>
                  <a:lnTo>
                    <a:pt x="10406" y="12201"/>
                  </a:lnTo>
                  <a:lnTo>
                    <a:pt x="10869" y="11712"/>
                  </a:lnTo>
                  <a:lnTo>
                    <a:pt x="11345" y="11236"/>
                  </a:lnTo>
                  <a:lnTo>
                    <a:pt x="11834" y="10760"/>
                  </a:lnTo>
                  <a:lnTo>
                    <a:pt x="12324" y="10297"/>
                  </a:lnTo>
                  <a:lnTo>
                    <a:pt x="12827" y="9848"/>
                  </a:lnTo>
                  <a:lnTo>
                    <a:pt x="13344" y="9413"/>
                  </a:lnTo>
                  <a:lnTo>
                    <a:pt x="13875" y="8991"/>
                  </a:lnTo>
                  <a:lnTo>
                    <a:pt x="14419" y="8583"/>
                  </a:lnTo>
                  <a:lnTo>
                    <a:pt x="14963" y="8189"/>
                  </a:lnTo>
                  <a:lnTo>
                    <a:pt x="15521" y="7808"/>
                  </a:lnTo>
                  <a:lnTo>
                    <a:pt x="16092" y="7427"/>
                  </a:lnTo>
                  <a:lnTo>
                    <a:pt x="16663" y="7073"/>
                  </a:lnTo>
                  <a:lnTo>
                    <a:pt x="17248" y="6733"/>
                  </a:lnTo>
                  <a:lnTo>
                    <a:pt x="17847" y="6407"/>
                  </a:lnTo>
                  <a:lnTo>
                    <a:pt x="18445" y="6080"/>
                  </a:lnTo>
                  <a:lnTo>
                    <a:pt x="19057" y="5781"/>
                  </a:lnTo>
                  <a:lnTo>
                    <a:pt x="19683" y="5495"/>
                  </a:lnTo>
                  <a:lnTo>
                    <a:pt x="20309" y="5223"/>
                  </a:lnTo>
                  <a:lnTo>
                    <a:pt x="20948" y="4965"/>
                  </a:lnTo>
                  <a:lnTo>
                    <a:pt x="21588" y="4720"/>
                  </a:lnTo>
                  <a:lnTo>
                    <a:pt x="22240" y="4502"/>
                  </a:lnTo>
                  <a:lnTo>
                    <a:pt x="22907" y="4285"/>
                  </a:lnTo>
                  <a:lnTo>
                    <a:pt x="23574" y="4094"/>
                  </a:lnTo>
                  <a:lnTo>
                    <a:pt x="24240" y="3918"/>
                  </a:lnTo>
                  <a:lnTo>
                    <a:pt x="24920" y="3754"/>
                  </a:lnTo>
                  <a:lnTo>
                    <a:pt x="25600" y="3605"/>
                  </a:lnTo>
                  <a:lnTo>
                    <a:pt x="26294" y="3482"/>
                  </a:lnTo>
                  <a:lnTo>
                    <a:pt x="26988" y="3360"/>
                  </a:lnTo>
                  <a:lnTo>
                    <a:pt x="27695" y="3265"/>
                  </a:lnTo>
                  <a:lnTo>
                    <a:pt x="28402" y="3197"/>
                  </a:lnTo>
                  <a:lnTo>
                    <a:pt x="29110" y="3129"/>
                  </a:lnTo>
                  <a:lnTo>
                    <a:pt x="29831" y="3088"/>
                  </a:lnTo>
                  <a:lnTo>
                    <a:pt x="30552" y="3074"/>
                  </a:lnTo>
                  <a:lnTo>
                    <a:pt x="31273" y="3061"/>
                  </a:lnTo>
                  <a:close/>
                  <a:moveTo>
                    <a:pt x="30933" y="0"/>
                  </a:moveTo>
                  <a:lnTo>
                    <a:pt x="30130" y="14"/>
                  </a:lnTo>
                  <a:lnTo>
                    <a:pt x="29327" y="41"/>
                  </a:lnTo>
                  <a:lnTo>
                    <a:pt x="28538" y="95"/>
                  </a:lnTo>
                  <a:lnTo>
                    <a:pt x="27750" y="177"/>
                  </a:lnTo>
                  <a:lnTo>
                    <a:pt x="26974" y="272"/>
                  </a:lnTo>
                  <a:lnTo>
                    <a:pt x="26199" y="381"/>
                  </a:lnTo>
                  <a:lnTo>
                    <a:pt x="25437" y="517"/>
                  </a:lnTo>
                  <a:lnTo>
                    <a:pt x="24675" y="667"/>
                  </a:lnTo>
                  <a:lnTo>
                    <a:pt x="23914" y="843"/>
                  </a:lnTo>
                  <a:lnTo>
                    <a:pt x="23165" y="1034"/>
                  </a:lnTo>
                  <a:lnTo>
                    <a:pt x="22431" y="1238"/>
                  </a:lnTo>
                  <a:lnTo>
                    <a:pt x="21696" y="1469"/>
                  </a:lnTo>
                  <a:lnTo>
                    <a:pt x="20975" y="1700"/>
                  </a:lnTo>
                  <a:lnTo>
                    <a:pt x="20268" y="1972"/>
                  </a:lnTo>
                  <a:lnTo>
                    <a:pt x="19547" y="2244"/>
                  </a:lnTo>
                  <a:lnTo>
                    <a:pt x="18853" y="2544"/>
                  </a:lnTo>
                  <a:lnTo>
                    <a:pt x="18160" y="2843"/>
                  </a:lnTo>
                  <a:lnTo>
                    <a:pt x="17480" y="3169"/>
                  </a:lnTo>
                  <a:lnTo>
                    <a:pt x="16813" y="3523"/>
                  </a:lnTo>
                  <a:lnTo>
                    <a:pt x="16146" y="3877"/>
                  </a:lnTo>
                  <a:lnTo>
                    <a:pt x="15494" y="4258"/>
                  </a:lnTo>
                  <a:lnTo>
                    <a:pt x="14854" y="4638"/>
                  </a:lnTo>
                  <a:lnTo>
                    <a:pt x="14229" y="5047"/>
                  </a:lnTo>
                  <a:lnTo>
                    <a:pt x="13603" y="5468"/>
                  </a:lnTo>
                  <a:lnTo>
                    <a:pt x="12991" y="5903"/>
                  </a:lnTo>
                  <a:lnTo>
                    <a:pt x="12392" y="6352"/>
                  </a:lnTo>
                  <a:lnTo>
                    <a:pt x="11794" y="6815"/>
                  </a:lnTo>
                  <a:lnTo>
                    <a:pt x="11222" y="7291"/>
                  </a:lnTo>
                  <a:lnTo>
                    <a:pt x="10651" y="7781"/>
                  </a:lnTo>
                  <a:lnTo>
                    <a:pt x="10107" y="8270"/>
                  </a:lnTo>
                  <a:lnTo>
                    <a:pt x="9563" y="8787"/>
                  </a:lnTo>
                  <a:lnTo>
                    <a:pt x="9032" y="9318"/>
                  </a:lnTo>
                  <a:lnTo>
                    <a:pt x="8515" y="9862"/>
                  </a:lnTo>
                  <a:lnTo>
                    <a:pt x="8012" y="10420"/>
                  </a:lnTo>
                  <a:lnTo>
                    <a:pt x="7509" y="10977"/>
                  </a:lnTo>
                  <a:lnTo>
                    <a:pt x="7033" y="11562"/>
                  </a:lnTo>
                  <a:lnTo>
                    <a:pt x="6570" y="12147"/>
                  </a:lnTo>
                  <a:lnTo>
                    <a:pt x="6121" y="12746"/>
                  </a:lnTo>
                  <a:lnTo>
                    <a:pt x="5686" y="13358"/>
                  </a:lnTo>
                  <a:lnTo>
                    <a:pt x="5264" y="13983"/>
                  </a:lnTo>
                  <a:lnTo>
                    <a:pt x="4856" y="14609"/>
                  </a:lnTo>
                  <a:lnTo>
                    <a:pt x="4462" y="15248"/>
                  </a:lnTo>
                  <a:lnTo>
                    <a:pt x="4081" y="15901"/>
                  </a:lnTo>
                  <a:lnTo>
                    <a:pt x="3714" y="16568"/>
                  </a:lnTo>
                  <a:lnTo>
                    <a:pt x="3374" y="17234"/>
                  </a:lnTo>
                  <a:lnTo>
                    <a:pt x="3034" y="17915"/>
                  </a:lnTo>
                  <a:lnTo>
                    <a:pt x="2721" y="18608"/>
                  </a:lnTo>
                  <a:lnTo>
                    <a:pt x="2421" y="19302"/>
                  </a:lnTo>
                  <a:lnTo>
                    <a:pt x="2136" y="20009"/>
                  </a:lnTo>
                  <a:lnTo>
                    <a:pt x="1864" y="20730"/>
                  </a:lnTo>
                  <a:lnTo>
                    <a:pt x="1619" y="21451"/>
                  </a:lnTo>
                  <a:lnTo>
                    <a:pt x="1388" y="22186"/>
                  </a:lnTo>
                  <a:lnTo>
                    <a:pt x="1170" y="22920"/>
                  </a:lnTo>
                  <a:lnTo>
                    <a:pt x="966" y="23668"/>
                  </a:lnTo>
                  <a:lnTo>
                    <a:pt x="789" y="24417"/>
                  </a:lnTo>
                  <a:lnTo>
                    <a:pt x="626" y="25178"/>
                  </a:lnTo>
                  <a:lnTo>
                    <a:pt x="476" y="25940"/>
                  </a:lnTo>
                  <a:lnTo>
                    <a:pt x="354" y="26702"/>
                  </a:lnTo>
                  <a:lnTo>
                    <a:pt x="245" y="27491"/>
                  </a:lnTo>
                  <a:lnTo>
                    <a:pt x="163" y="28266"/>
                  </a:lnTo>
                  <a:lnTo>
                    <a:pt x="95" y="29055"/>
                  </a:lnTo>
                  <a:lnTo>
                    <a:pt x="41" y="29844"/>
                  </a:lnTo>
                  <a:lnTo>
                    <a:pt x="14" y="30646"/>
                  </a:lnTo>
                  <a:lnTo>
                    <a:pt x="0" y="31449"/>
                  </a:lnTo>
                  <a:lnTo>
                    <a:pt x="0" y="92048"/>
                  </a:lnTo>
                  <a:lnTo>
                    <a:pt x="0" y="92225"/>
                  </a:lnTo>
                  <a:lnTo>
                    <a:pt x="14" y="92402"/>
                  </a:lnTo>
                  <a:lnTo>
                    <a:pt x="41" y="92579"/>
                  </a:lnTo>
                  <a:lnTo>
                    <a:pt x="68" y="92742"/>
                  </a:lnTo>
                  <a:lnTo>
                    <a:pt x="109" y="92919"/>
                  </a:lnTo>
                  <a:lnTo>
                    <a:pt x="163" y="93082"/>
                  </a:lnTo>
                  <a:lnTo>
                    <a:pt x="218" y="93245"/>
                  </a:lnTo>
                  <a:lnTo>
                    <a:pt x="272" y="93409"/>
                  </a:lnTo>
                  <a:lnTo>
                    <a:pt x="340" y="93558"/>
                  </a:lnTo>
                  <a:lnTo>
                    <a:pt x="422" y="93708"/>
                  </a:lnTo>
                  <a:lnTo>
                    <a:pt x="503" y="93857"/>
                  </a:lnTo>
                  <a:lnTo>
                    <a:pt x="599" y="93993"/>
                  </a:lnTo>
                  <a:lnTo>
                    <a:pt x="803" y="94265"/>
                  </a:lnTo>
                  <a:lnTo>
                    <a:pt x="1020" y="94524"/>
                  </a:lnTo>
                  <a:lnTo>
                    <a:pt x="1279" y="94742"/>
                  </a:lnTo>
                  <a:lnTo>
                    <a:pt x="1537" y="94946"/>
                  </a:lnTo>
                  <a:lnTo>
                    <a:pt x="1687" y="95041"/>
                  </a:lnTo>
                  <a:lnTo>
                    <a:pt x="1837" y="95122"/>
                  </a:lnTo>
                  <a:lnTo>
                    <a:pt x="1986" y="95204"/>
                  </a:lnTo>
                  <a:lnTo>
                    <a:pt x="2136" y="95272"/>
                  </a:lnTo>
                  <a:lnTo>
                    <a:pt x="2299" y="95326"/>
                  </a:lnTo>
                  <a:lnTo>
                    <a:pt x="2462" y="95381"/>
                  </a:lnTo>
                  <a:lnTo>
                    <a:pt x="2625" y="95435"/>
                  </a:lnTo>
                  <a:lnTo>
                    <a:pt x="2789" y="95476"/>
                  </a:lnTo>
                  <a:lnTo>
                    <a:pt x="2966" y="95503"/>
                  </a:lnTo>
                  <a:lnTo>
                    <a:pt x="3142" y="95531"/>
                  </a:lnTo>
                  <a:lnTo>
                    <a:pt x="3319" y="95544"/>
                  </a:lnTo>
                  <a:lnTo>
                    <a:pt x="58899" y="95544"/>
                  </a:lnTo>
                  <a:lnTo>
                    <a:pt x="59076" y="95531"/>
                  </a:lnTo>
                  <a:lnTo>
                    <a:pt x="59253" y="95503"/>
                  </a:lnTo>
                  <a:lnTo>
                    <a:pt x="59430" y="95476"/>
                  </a:lnTo>
                  <a:lnTo>
                    <a:pt x="59593" y="95435"/>
                  </a:lnTo>
                  <a:lnTo>
                    <a:pt x="59770" y="95381"/>
                  </a:lnTo>
                  <a:lnTo>
                    <a:pt x="59920" y="95326"/>
                  </a:lnTo>
                  <a:lnTo>
                    <a:pt x="60083" y="95272"/>
                  </a:lnTo>
                  <a:lnTo>
                    <a:pt x="60246" y="95204"/>
                  </a:lnTo>
                  <a:lnTo>
                    <a:pt x="60396" y="95122"/>
                  </a:lnTo>
                  <a:lnTo>
                    <a:pt x="60532" y="95041"/>
                  </a:lnTo>
                  <a:lnTo>
                    <a:pt x="60681" y="94946"/>
                  </a:lnTo>
                  <a:lnTo>
                    <a:pt x="60953" y="94742"/>
                  </a:lnTo>
                  <a:lnTo>
                    <a:pt x="61198" y="94524"/>
                  </a:lnTo>
                  <a:lnTo>
                    <a:pt x="61430" y="94265"/>
                  </a:lnTo>
                  <a:lnTo>
                    <a:pt x="61620" y="93993"/>
                  </a:lnTo>
                  <a:lnTo>
                    <a:pt x="61715" y="93857"/>
                  </a:lnTo>
                  <a:lnTo>
                    <a:pt x="61797" y="93708"/>
                  </a:lnTo>
                  <a:lnTo>
                    <a:pt x="61878" y="93558"/>
                  </a:lnTo>
                  <a:lnTo>
                    <a:pt x="61946" y="93409"/>
                  </a:lnTo>
                  <a:lnTo>
                    <a:pt x="62014" y="93245"/>
                  </a:lnTo>
                  <a:lnTo>
                    <a:pt x="62069" y="93082"/>
                  </a:lnTo>
                  <a:lnTo>
                    <a:pt x="62110" y="92919"/>
                  </a:lnTo>
                  <a:lnTo>
                    <a:pt x="62151" y="92742"/>
                  </a:lnTo>
                  <a:lnTo>
                    <a:pt x="62178" y="92579"/>
                  </a:lnTo>
                  <a:lnTo>
                    <a:pt x="62205" y="92402"/>
                  </a:lnTo>
                  <a:lnTo>
                    <a:pt x="62219" y="92225"/>
                  </a:lnTo>
                  <a:lnTo>
                    <a:pt x="62219" y="92048"/>
                  </a:lnTo>
                  <a:lnTo>
                    <a:pt x="62219" y="31109"/>
                  </a:lnTo>
                  <a:lnTo>
                    <a:pt x="62219" y="30306"/>
                  </a:lnTo>
                  <a:lnTo>
                    <a:pt x="62178" y="29504"/>
                  </a:lnTo>
                  <a:lnTo>
                    <a:pt x="62137" y="28701"/>
                  </a:lnTo>
                  <a:lnTo>
                    <a:pt x="62055" y="27912"/>
                  </a:lnTo>
                  <a:lnTo>
                    <a:pt x="61974" y="27137"/>
                  </a:lnTo>
                  <a:lnTo>
                    <a:pt x="61865" y="26362"/>
                  </a:lnTo>
                  <a:lnTo>
                    <a:pt x="61729" y="25586"/>
                  </a:lnTo>
                  <a:lnTo>
                    <a:pt x="61579" y="24825"/>
                  </a:lnTo>
                  <a:lnTo>
                    <a:pt x="61416" y="24063"/>
                  </a:lnTo>
                  <a:lnTo>
                    <a:pt x="61239" y="23315"/>
                  </a:lnTo>
                  <a:lnTo>
                    <a:pt x="61035" y="22567"/>
                  </a:lnTo>
                  <a:lnTo>
                    <a:pt x="60817" y="21832"/>
                  </a:lnTo>
                  <a:lnTo>
                    <a:pt x="60573" y="21111"/>
                  </a:lnTo>
                  <a:lnTo>
                    <a:pt x="60314" y="20390"/>
                  </a:lnTo>
                  <a:lnTo>
                    <a:pt x="60042" y="19669"/>
                  </a:lnTo>
                  <a:lnTo>
                    <a:pt x="59756" y="18962"/>
                  </a:lnTo>
                  <a:lnTo>
                    <a:pt x="59457" y="18268"/>
                  </a:lnTo>
                  <a:lnTo>
                    <a:pt x="59131" y="17588"/>
                  </a:lnTo>
                  <a:lnTo>
                    <a:pt x="58791" y="16908"/>
                  </a:lnTo>
                  <a:lnTo>
                    <a:pt x="58437" y="16241"/>
                  </a:lnTo>
                  <a:lnTo>
                    <a:pt x="58070" y="15588"/>
                  </a:lnTo>
                  <a:lnTo>
                    <a:pt x="57675" y="14936"/>
                  </a:lnTo>
                  <a:lnTo>
                    <a:pt x="57281" y="14296"/>
                  </a:lnTo>
                  <a:lnTo>
                    <a:pt x="56873" y="13671"/>
                  </a:lnTo>
                  <a:lnTo>
                    <a:pt x="56437" y="13058"/>
                  </a:lnTo>
                  <a:lnTo>
                    <a:pt x="55989" y="12446"/>
                  </a:lnTo>
                  <a:lnTo>
                    <a:pt x="55540" y="11848"/>
                  </a:lnTo>
                  <a:lnTo>
                    <a:pt x="55064" y="11276"/>
                  </a:lnTo>
                  <a:lnTo>
                    <a:pt x="54574" y="10705"/>
                  </a:lnTo>
                  <a:lnTo>
                    <a:pt x="54084" y="10134"/>
                  </a:lnTo>
                  <a:lnTo>
                    <a:pt x="53567" y="9590"/>
                  </a:lnTo>
                  <a:lnTo>
                    <a:pt x="53037" y="9059"/>
                  </a:lnTo>
                  <a:lnTo>
                    <a:pt x="52506" y="8542"/>
                  </a:lnTo>
                  <a:lnTo>
                    <a:pt x="51949" y="8025"/>
                  </a:lnTo>
                  <a:lnTo>
                    <a:pt x="51391" y="7536"/>
                  </a:lnTo>
                  <a:lnTo>
                    <a:pt x="50820" y="7046"/>
                  </a:lnTo>
                  <a:lnTo>
                    <a:pt x="50235" y="6584"/>
                  </a:lnTo>
                  <a:lnTo>
                    <a:pt x="49636" y="6121"/>
                  </a:lnTo>
                  <a:lnTo>
                    <a:pt x="49024" y="5686"/>
                  </a:lnTo>
                  <a:lnTo>
                    <a:pt x="48412" y="5251"/>
                  </a:lnTo>
                  <a:lnTo>
                    <a:pt x="47773" y="4842"/>
                  </a:lnTo>
                  <a:lnTo>
                    <a:pt x="47133" y="4448"/>
                  </a:lnTo>
                  <a:lnTo>
                    <a:pt x="46480" y="4067"/>
                  </a:lnTo>
                  <a:lnTo>
                    <a:pt x="45827" y="3700"/>
                  </a:lnTo>
                  <a:lnTo>
                    <a:pt x="45161" y="3346"/>
                  </a:lnTo>
                  <a:lnTo>
                    <a:pt x="44481" y="3020"/>
                  </a:lnTo>
                  <a:lnTo>
                    <a:pt x="43787" y="2693"/>
                  </a:lnTo>
                  <a:lnTo>
                    <a:pt x="43093" y="2394"/>
                  </a:lnTo>
                  <a:lnTo>
                    <a:pt x="42386" y="2108"/>
                  </a:lnTo>
                  <a:lnTo>
                    <a:pt x="41665" y="1836"/>
                  </a:lnTo>
                  <a:lnTo>
                    <a:pt x="40944" y="1591"/>
                  </a:lnTo>
                  <a:lnTo>
                    <a:pt x="40223" y="1360"/>
                  </a:lnTo>
                  <a:lnTo>
                    <a:pt x="39475" y="1143"/>
                  </a:lnTo>
                  <a:lnTo>
                    <a:pt x="38740" y="939"/>
                  </a:lnTo>
                  <a:lnTo>
                    <a:pt x="37979" y="762"/>
                  </a:lnTo>
                  <a:lnTo>
                    <a:pt x="37217" y="599"/>
                  </a:lnTo>
                  <a:lnTo>
                    <a:pt x="36455" y="449"/>
                  </a:lnTo>
                  <a:lnTo>
                    <a:pt x="35680" y="326"/>
                  </a:lnTo>
                  <a:lnTo>
                    <a:pt x="34904" y="231"/>
                  </a:lnTo>
                  <a:lnTo>
                    <a:pt x="34116" y="136"/>
                  </a:lnTo>
                  <a:lnTo>
                    <a:pt x="33327" y="68"/>
                  </a:lnTo>
                  <a:lnTo>
                    <a:pt x="32538" y="27"/>
                  </a:lnTo>
                  <a:lnTo>
                    <a:pt x="31735" y="0"/>
                  </a:lnTo>
                  <a:close/>
                </a:path>
              </a:pathLst>
            </a:custGeom>
            <a:gradFill>
              <a:gsLst>
                <a:gs pos="0">
                  <a:srgbClr val="032259"/>
                </a:gs>
                <a:gs pos="100000">
                  <a:srgbClr val="ADC2FD"/>
                </a:gs>
                <a:gs pos="85000">
                  <a:srgbClr val="69A0F1"/>
                </a:gs>
                <a:gs pos="66000">
                  <a:srgbClr val="1566DD"/>
                </a:gs>
                <a:gs pos="43000">
                  <a:srgbClr val="1256BA"/>
                </a:gs>
                <a:gs pos="29000">
                  <a:srgbClr val="104EA8"/>
                </a:gs>
                <a:gs pos="17000">
                  <a:srgbClr val="0D3E85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1217285" y="1476291"/>
              <a:ext cx="1552843" cy="922581"/>
            </a:xfrm>
            <a:custGeom>
              <a:avLst/>
              <a:gdLst/>
              <a:ahLst/>
              <a:cxnLst/>
              <a:rect l="l" t="t" r="r" b="b"/>
              <a:pathLst>
                <a:path w="43937" h="26104" extrusionOk="0">
                  <a:moveTo>
                    <a:pt x="19778" y="1"/>
                  </a:moveTo>
                  <a:lnTo>
                    <a:pt x="19207" y="28"/>
                  </a:lnTo>
                  <a:lnTo>
                    <a:pt x="18636" y="69"/>
                  </a:lnTo>
                  <a:lnTo>
                    <a:pt x="18078" y="123"/>
                  </a:lnTo>
                  <a:lnTo>
                    <a:pt x="17507" y="191"/>
                  </a:lnTo>
                  <a:lnTo>
                    <a:pt x="16935" y="273"/>
                  </a:lnTo>
                  <a:lnTo>
                    <a:pt x="16214" y="409"/>
                  </a:lnTo>
                  <a:lnTo>
                    <a:pt x="15507" y="572"/>
                  </a:lnTo>
                  <a:lnTo>
                    <a:pt x="14800" y="762"/>
                  </a:lnTo>
                  <a:lnTo>
                    <a:pt x="14120" y="966"/>
                  </a:lnTo>
                  <a:lnTo>
                    <a:pt x="13439" y="1198"/>
                  </a:lnTo>
                  <a:lnTo>
                    <a:pt x="12759" y="1456"/>
                  </a:lnTo>
                  <a:lnTo>
                    <a:pt x="12106" y="1728"/>
                  </a:lnTo>
                  <a:lnTo>
                    <a:pt x="11467" y="2027"/>
                  </a:lnTo>
                  <a:lnTo>
                    <a:pt x="10937" y="2300"/>
                  </a:lnTo>
                  <a:lnTo>
                    <a:pt x="10433" y="2572"/>
                  </a:lnTo>
                  <a:lnTo>
                    <a:pt x="9930" y="2871"/>
                  </a:lnTo>
                  <a:lnTo>
                    <a:pt x="9427" y="3170"/>
                  </a:lnTo>
                  <a:lnTo>
                    <a:pt x="8991" y="3456"/>
                  </a:lnTo>
                  <a:lnTo>
                    <a:pt x="8556" y="3755"/>
                  </a:lnTo>
                  <a:lnTo>
                    <a:pt x="8121" y="4068"/>
                  </a:lnTo>
                  <a:lnTo>
                    <a:pt x="7713" y="4394"/>
                  </a:lnTo>
                  <a:lnTo>
                    <a:pt x="7209" y="4802"/>
                  </a:lnTo>
                  <a:lnTo>
                    <a:pt x="6720" y="5238"/>
                  </a:lnTo>
                  <a:lnTo>
                    <a:pt x="6257" y="5673"/>
                  </a:lnTo>
                  <a:lnTo>
                    <a:pt x="5795" y="6135"/>
                  </a:lnTo>
                  <a:lnTo>
                    <a:pt x="5523" y="6408"/>
                  </a:lnTo>
                  <a:lnTo>
                    <a:pt x="5264" y="6693"/>
                  </a:lnTo>
                  <a:lnTo>
                    <a:pt x="4761" y="7264"/>
                  </a:lnTo>
                  <a:lnTo>
                    <a:pt x="4394" y="7713"/>
                  </a:lnTo>
                  <a:lnTo>
                    <a:pt x="4040" y="8176"/>
                  </a:lnTo>
                  <a:lnTo>
                    <a:pt x="3700" y="8638"/>
                  </a:lnTo>
                  <a:lnTo>
                    <a:pt x="3373" y="9114"/>
                  </a:lnTo>
                  <a:lnTo>
                    <a:pt x="3061" y="9604"/>
                  </a:lnTo>
                  <a:lnTo>
                    <a:pt x="2761" y="10107"/>
                  </a:lnTo>
                  <a:lnTo>
                    <a:pt x="2476" y="10611"/>
                  </a:lnTo>
                  <a:lnTo>
                    <a:pt x="2217" y="11128"/>
                  </a:lnTo>
                  <a:lnTo>
                    <a:pt x="1932" y="11685"/>
                  </a:lnTo>
                  <a:lnTo>
                    <a:pt x="1673" y="12257"/>
                  </a:lnTo>
                  <a:lnTo>
                    <a:pt x="1510" y="12665"/>
                  </a:lnTo>
                  <a:lnTo>
                    <a:pt x="1347" y="13059"/>
                  </a:lnTo>
                  <a:lnTo>
                    <a:pt x="1197" y="13467"/>
                  </a:lnTo>
                  <a:lnTo>
                    <a:pt x="1047" y="13889"/>
                  </a:lnTo>
                  <a:lnTo>
                    <a:pt x="911" y="14297"/>
                  </a:lnTo>
                  <a:lnTo>
                    <a:pt x="789" y="14719"/>
                  </a:lnTo>
                  <a:lnTo>
                    <a:pt x="680" y="15140"/>
                  </a:lnTo>
                  <a:lnTo>
                    <a:pt x="571" y="15576"/>
                  </a:lnTo>
                  <a:lnTo>
                    <a:pt x="435" y="16133"/>
                  </a:lnTo>
                  <a:lnTo>
                    <a:pt x="326" y="16705"/>
                  </a:lnTo>
                  <a:lnTo>
                    <a:pt x="245" y="17222"/>
                  </a:lnTo>
                  <a:lnTo>
                    <a:pt x="163" y="17752"/>
                  </a:lnTo>
                  <a:lnTo>
                    <a:pt x="109" y="18269"/>
                  </a:lnTo>
                  <a:lnTo>
                    <a:pt x="68" y="18799"/>
                  </a:lnTo>
                  <a:lnTo>
                    <a:pt x="27" y="19357"/>
                  </a:lnTo>
                  <a:lnTo>
                    <a:pt x="14" y="19928"/>
                  </a:lnTo>
                  <a:lnTo>
                    <a:pt x="0" y="20336"/>
                  </a:lnTo>
                  <a:lnTo>
                    <a:pt x="0" y="22690"/>
                  </a:lnTo>
                  <a:lnTo>
                    <a:pt x="14" y="22867"/>
                  </a:lnTo>
                  <a:lnTo>
                    <a:pt x="27" y="23043"/>
                  </a:lnTo>
                  <a:lnTo>
                    <a:pt x="41" y="23207"/>
                  </a:lnTo>
                  <a:lnTo>
                    <a:pt x="82" y="23383"/>
                  </a:lnTo>
                  <a:lnTo>
                    <a:pt x="109" y="23547"/>
                  </a:lnTo>
                  <a:lnTo>
                    <a:pt x="163" y="23710"/>
                  </a:lnTo>
                  <a:lnTo>
                    <a:pt x="218" y="23860"/>
                  </a:lnTo>
                  <a:lnTo>
                    <a:pt x="272" y="24023"/>
                  </a:lnTo>
                  <a:lnTo>
                    <a:pt x="422" y="24322"/>
                  </a:lnTo>
                  <a:lnTo>
                    <a:pt x="585" y="24594"/>
                  </a:lnTo>
                  <a:lnTo>
                    <a:pt x="789" y="24866"/>
                  </a:lnTo>
                  <a:lnTo>
                    <a:pt x="1007" y="25097"/>
                  </a:lnTo>
                  <a:lnTo>
                    <a:pt x="1251" y="25329"/>
                  </a:lnTo>
                  <a:lnTo>
                    <a:pt x="1510" y="25519"/>
                  </a:lnTo>
                  <a:lnTo>
                    <a:pt x="1796" y="25696"/>
                  </a:lnTo>
                  <a:lnTo>
                    <a:pt x="2095" y="25832"/>
                  </a:lnTo>
                  <a:lnTo>
                    <a:pt x="2244" y="25900"/>
                  </a:lnTo>
                  <a:lnTo>
                    <a:pt x="2408" y="25954"/>
                  </a:lnTo>
                  <a:lnTo>
                    <a:pt x="2571" y="25995"/>
                  </a:lnTo>
                  <a:lnTo>
                    <a:pt x="2734" y="26036"/>
                  </a:lnTo>
                  <a:lnTo>
                    <a:pt x="2897" y="26063"/>
                  </a:lnTo>
                  <a:lnTo>
                    <a:pt x="3074" y="26090"/>
                  </a:lnTo>
                  <a:lnTo>
                    <a:pt x="3237" y="26104"/>
                  </a:lnTo>
                  <a:lnTo>
                    <a:pt x="43936" y="26104"/>
                  </a:lnTo>
                  <a:lnTo>
                    <a:pt x="43936" y="18772"/>
                  </a:lnTo>
                  <a:lnTo>
                    <a:pt x="43936" y="18459"/>
                  </a:lnTo>
                  <a:lnTo>
                    <a:pt x="43909" y="17888"/>
                  </a:lnTo>
                  <a:lnTo>
                    <a:pt x="43882" y="17317"/>
                  </a:lnTo>
                  <a:lnTo>
                    <a:pt x="43841" y="16922"/>
                  </a:lnTo>
                  <a:lnTo>
                    <a:pt x="43800" y="16528"/>
                  </a:lnTo>
                  <a:lnTo>
                    <a:pt x="43760" y="16133"/>
                  </a:lnTo>
                  <a:lnTo>
                    <a:pt x="43692" y="15752"/>
                  </a:lnTo>
                  <a:lnTo>
                    <a:pt x="43624" y="15358"/>
                  </a:lnTo>
                  <a:lnTo>
                    <a:pt x="43556" y="14977"/>
                  </a:lnTo>
                  <a:lnTo>
                    <a:pt x="43474" y="14596"/>
                  </a:lnTo>
                  <a:lnTo>
                    <a:pt x="43379" y="14215"/>
                  </a:lnTo>
                  <a:lnTo>
                    <a:pt x="43175" y="13467"/>
                  </a:lnTo>
                  <a:lnTo>
                    <a:pt x="42943" y="12733"/>
                  </a:lnTo>
                  <a:lnTo>
                    <a:pt x="42685" y="12012"/>
                  </a:lnTo>
                  <a:lnTo>
                    <a:pt x="42399" y="11318"/>
                  </a:lnTo>
                  <a:lnTo>
                    <a:pt x="42141" y="10733"/>
                  </a:lnTo>
                  <a:lnTo>
                    <a:pt x="41855" y="10175"/>
                  </a:lnTo>
                  <a:lnTo>
                    <a:pt x="41651" y="9795"/>
                  </a:lnTo>
                  <a:lnTo>
                    <a:pt x="41447" y="9414"/>
                  </a:lnTo>
                  <a:lnTo>
                    <a:pt x="41230" y="9046"/>
                  </a:lnTo>
                  <a:lnTo>
                    <a:pt x="40998" y="8679"/>
                  </a:lnTo>
                  <a:lnTo>
                    <a:pt x="40753" y="8312"/>
                  </a:lnTo>
                  <a:lnTo>
                    <a:pt x="40509" y="7958"/>
                  </a:lnTo>
                  <a:lnTo>
                    <a:pt x="40264" y="7605"/>
                  </a:lnTo>
                  <a:lnTo>
                    <a:pt x="40005" y="7264"/>
                  </a:lnTo>
                  <a:lnTo>
                    <a:pt x="39774" y="6979"/>
                  </a:lnTo>
                  <a:lnTo>
                    <a:pt x="39529" y="6693"/>
                  </a:lnTo>
                  <a:lnTo>
                    <a:pt x="39298" y="6408"/>
                  </a:lnTo>
                  <a:lnTo>
                    <a:pt x="39039" y="6135"/>
                  </a:lnTo>
                  <a:lnTo>
                    <a:pt x="38767" y="5836"/>
                  </a:lnTo>
                  <a:lnTo>
                    <a:pt x="38495" y="5551"/>
                  </a:lnTo>
                  <a:lnTo>
                    <a:pt x="38210" y="5278"/>
                  </a:lnTo>
                  <a:lnTo>
                    <a:pt x="37924" y="5006"/>
                  </a:lnTo>
                  <a:lnTo>
                    <a:pt x="37638" y="4734"/>
                  </a:lnTo>
                  <a:lnTo>
                    <a:pt x="37339" y="4476"/>
                  </a:lnTo>
                  <a:lnTo>
                    <a:pt x="37026" y="4217"/>
                  </a:lnTo>
                  <a:lnTo>
                    <a:pt x="36713" y="3973"/>
                  </a:lnTo>
                  <a:lnTo>
                    <a:pt x="36401" y="3728"/>
                  </a:lnTo>
                  <a:lnTo>
                    <a:pt x="36088" y="3497"/>
                  </a:lnTo>
                  <a:lnTo>
                    <a:pt x="35761" y="3265"/>
                  </a:lnTo>
                  <a:lnTo>
                    <a:pt x="35421" y="3048"/>
                  </a:lnTo>
                  <a:lnTo>
                    <a:pt x="35095" y="2830"/>
                  </a:lnTo>
                  <a:lnTo>
                    <a:pt x="34755" y="2626"/>
                  </a:lnTo>
                  <a:lnTo>
                    <a:pt x="34401" y="2422"/>
                  </a:lnTo>
                  <a:lnTo>
                    <a:pt x="34061" y="2232"/>
                  </a:lnTo>
                  <a:lnTo>
                    <a:pt x="33707" y="2041"/>
                  </a:lnTo>
                  <a:lnTo>
                    <a:pt x="33340" y="1864"/>
                  </a:lnTo>
                  <a:lnTo>
                    <a:pt x="32986" y="1687"/>
                  </a:lnTo>
                  <a:lnTo>
                    <a:pt x="32619" y="1524"/>
                  </a:lnTo>
                  <a:lnTo>
                    <a:pt x="32238" y="1375"/>
                  </a:lnTo>
                  <a:lnTo>
                    <a:pt x="31871" y="1225"/>
                  </a:lnTo>
                  <a:lnTo>
                    <a:pt x="31490" y="1089"/>
                  </a:lnTo>
                  <a:lnTo>
                    <a:pt x="31109" y="953"/>
                  </a:lnTo>
                  <a:lnTo>
                    <a:pt x="30715" y="830"/>
                  </a:lnTo>
                  <a:lnTo>
                    <a:pt x="30334" y="708"/>
                  </a:lnTo>
                  <a:lnTo>
                    <a:pt x="29939" y="599"/>
                  </a:lnTo>
                  <a:lnTo>
                    <a:pt x="29531" y="504"/>
                  </a:lnTo>
                  <a:lnTo>
                    <a:pt x="29137" y="409"/>
                  </a:lnTo>
                  <a:lnTo>
                    <a:pt x="28729" y="327"/>
                  </a:lnTo>
                  <a:lnTo>
                    <a:pt x="28321" y="259"/>
                  </a:lnTo>
                  <a:lnTo>
                    <a:pt x="27913" y="191"/>
                  </a:lnTo>
                  <a:lnTo>
                    <a:pt x="27355" y="123"/>
                  </a:lnTo>
                  <a:lnTo>
                    <a:pt x="26784" y="69"/>
                  </a:lnTo>
                  <a:lnTo>
                    <a:pt x="26389" y="42"/>
                  </a:lnTo>
                  <a:lnTo>
                    <a:pt x="25981" y="14"/>
                  </a:lnTo>
                  <a:lnTo>
                    <a:pt x="25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FF53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E33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2075411" y="2583938"/>
              <a:ext cx="573079" cy="155825"/>
            </a:xfrm>
            <a:custGeom>
              <a:avLst/>
              <a:gdLst/>
              <a:ahLst/>
              <a:cxnLst/>
              <a:rect l="l" t="t" r="r" b="b"/>
              <a:pathLst>
                <a:path w="16215" h="4409" extrusionOk="0">
                  <a:moveTo>
                    <a:pt x="1" y="1"/>
                  </a:moveTo>
                  <a:lnTo>
                    <a:pt x="191" y="191"/>
                  </a:lnTo>
                  <a:lnTo>
                    <a:pt x="966" y="980"/>
                  </a:lnTo>
                  <a:lnTo>
                    <a:pt x="1347" y="1361"/>
                  </a:lnTo>
                  <a:lnTo>
                    <a:pt x="1728" y="1742"/>
                  </a:lnTo>
                  <a:lnTo>
                    <a:pt x="2109" y="2096"/>
                  </a:lnTo>
                  <a:lnTo>
                    <a:pt x="2504" y="2449"/>
                  </a:lnTo>
                  <a:lnTo>
                    <a:pt x="2912" y="2776"/>
                  </a:lnTo>
                  <a:lnTo>
                    <a:pt x="3347" y="3089"/>
                  </a:lnTo>
                  <a:lnTo>
                    <a:pt x="3565" y="3238"/>
                  </a:lnTo>
                  <a:lnTo>
                    <a:pt x="3782" y="3374"/>
                  </a:lnTo>
                  <a:lnTo>
                    <a:pt x="4013" y="3497"/>
                  </a:lnTo>
                  <a:lnTo>
                    <a:pt x="4258" y="3633"/>
                  </a:lnTo>
                  <a:lnTo>
                    <a:pt x="4503" y="3742"/>
                  </a:lnTo>
                  <a:lnTo>
                    <a:pt x="4748" y="3850"/>
                  </a:lnTo>
                  <a:lnTo>
                    <a:pt x="5020" y="3946"/>
                  </a:lnTo>
                  <a:lnTo>
                    <a:pt x="5278" y="4041"/>
                  </a:lnTo>
                  <a:lnTo>
                    <a:pt x="5564" y="4122"/>
                  </a:lnTo>
                  <a:lnTo>
                    <a:pt x="5850" y="4191"/>
                  </a:lnTo>
                  <a:lnTo>
                    <a:pt x="6149" y="4259"/>
                  </a:lnTo>
                  <a:lnTo>
                    <a:pt x="6448" y="4313"/>
                  </a:lnTo>
                  <a:lnTo>
                    <a:pt x="6775" y="4354"/>
                  </a:lnTo>
                  <a:lnTo>
                    <a:pt x="7101" y="4381"/>
                  </a:lnTo>
                  <a:lnTo>
                    <a:pt x="7441" y="4395"/>
                  </a:lnTo>
                  <a:lnTo>
                    <a:pt x="7795" y="4408"/>
                  </a:lnTo>
                  <a:lnTo>
                    <a:pt x="8271" y="4395"/>
                  </a:lnTo>
                  <a:lnTo>
                    <a:pt x="8747" y="4354"/>
                  </a:lnTo>
                  <a:lnTo>
                    <a:pt x="9223" y="4299"/>
                  </a:lnTo>
                  <a:lnTo>
                    <a:pt x="9686" y="4218"/>
                  </a:lnTo>
                  <a:lnTo>
                    <a:pt x="10148" y="4109"/>
                  </a:lnTo>
                  <a:lnTo>
                    <a:pt x="10611" y="3986"/>
                  </a:lnTo>
                  <a:lnTo>
                    <a:pt x="11060" y="3837"/>
                  </a:lnTo>
                  <a:lnTo>
                    <a:pt x="11495" y="3660"/>
                  </a:lnTo>
                  <a:lnTo>
                    <a:pt x="11930" y="3470"/>
                  </a:lnTo>
                  <a:lnTo>
                    <a:pt x="12352" y="3266"/>
                  </a:lnTo>
                  <a:lnTo>
                    <a:pt x="12760" y="3034"/>
                  </a:lnTo>
                  <a:lnTo>
                    <a:pt x="13168" y="2776"/>
                  </a:lnTo>
                  <a:lnTo>
                    <a:pt x="13549" y="2504"/>
                  </a:lnTo>
                  <a:lnTo>
                    <a:pt x="13930" y="2205"/>
                  </a:lnTo>
                  <a:lnTo>
                    <a:pt x="14283" y="1905"/>
                  </a:lnTo>
                  <a:lnTo>
                    <a:pt x="14637" y="1565"/>
                  </a:lnTo>
                  <a:lnTo>
                    <a:pt x="162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1217744" y="2140702"/>
              <a:ext cx="235593" cy="133665"/>
            </a:xfrm>
            <a:custGeom>
              <a:avLst/>
              <a:gdLst/>
              <a:ahLst/>
              <a:cxnLst/>
              <a:rect l="l" t="t" r="r" b="b"/>
              <a:pathLst>
                <a:path w="6666" h="3782" extrusionOk="0">
                  <a:moveTo>
                    <a:pt x="55" y="0"/>
                  </a:moveTo>
                  <a:lnTo>
                    <a:pt x="14" y="558"/>
                  </a:lnTo>
                  <a:lnTo>
                    <a:pt x="1" y="1129"/>
                  </a:lnTo>
                  <a:lnTo>
                    <a:pt x="2884" y="1129"/>
                  </a:lnTo>
                  <a:lnTo>
                    <a:pt x="3156" y="1143"/>
                  </a:lnTo>
                  <a:lnTo>
                    <a:pt x="3415" y="1184"/>
                  </a:lnTo>
                  <a:lnTo>
                    <a:pt x="3673" y="1252"/>
                  </a:lnTo>
                  <a:lnTo>
                    <a:pt x="3918" y="1347"/>
                  </a:lnTo>
                  <a:lnTo>
                    <a:pt x="4149" y="1456"/>
                  </a:lnTo>
                  <a:lnTo>
                    <a:pt x="4367" y="1592"/>
                  </a:lnTo>
                  <a:lnTo>
                    <a:pt x="4571" y="1742"/>
                  </a:lnTo>
                  <a:lnTo>
                    <a:pt x="4762" y="1905"/>
                  </a:lnTo>
                  <a:lnTo>
                    <a:pt x="4925" y="2095"/>
                  </a:lnTo>
                  <a:lnTo>
                    <a:pt x="5074" y="2299"/>
                  </a:lnTo>
                  <a:lnTo>
                    <a:pt x="5210" y="2517"/>
                  </a:lnTo>
                  <a:lnTo>
                    <a:pt x="5319" y="2748"/>
                  </a:lnTo>
                  <a:lnTo>
                    <a:pt x="5414" y="2993"/>
                  </a:lnTo>
                  <a:lnTo>
                    <a:pt x="5482" y="3251"/>
                  </a:lnTo>
                  <a:lnTo>
                    <a:pt x="5523" y="3510"/>
                  </a:lnTo>
                  <a:lnTo>
                    <a:pt x="5537" y="3782"/>
                  </a:lnTo>
                  <a:lnTo>
                    <a:pt x="6666" y="3782"/>
                  </a:lnTo>
                  <a:lnTo>
                    <a:pt x="6666" y="3591"/>
                  </a:lnTo>
                  <a:lnTo>
                    <a:pt x="6652" y="3387"/>
                  </a:lnTo>
                  <a:lnTo>
                    <a:pt x="6625" y="3211"/>
                  </a:lnTo>
                  <a:lnTo>
                    <a:pt x="6598" y="3020"/>
                  </a:lnTo>
                  <a:lnTo>
                    <a:pt x="6543" y="2830"/>
                  </a:lnTo>
                  <a:lnTo>
                    <a:pt x="6503" y="2653"/>
                  </a:lnTo>
                  <a:lnTo>
                    <a:pt x="6435" y="2476"/>
                  </a:lnTo>
                  <a:lnTo>
                    <a:pt x="6367" y="2313"/>
                  </a:lnTo>
                  <a:lnTo>
                    <a:pt x="6299" y="2136"/>
                  </a:lnTo>
                  <a:lnTo>
                    <a:pt x="6217" y="1973"/>
                  </a:lnTo>
                  <a:lnTo>
                    <a:pt x="6122" y="1823"/>
                  </a:lnTo>
                  <a:lnTo>
                    <a:pt x="6027" y="1660"/>
                  </a:lnTo>
                  <a:lnTo>
                    <a:pt x="5918" y="1524"/>
                  </a:lnTo>
                  <a:lnTo>
                    <a:pt x="5809" y="1374"/>
                  </a:lnTo>
                  <a:lnTo>
                    <a:pt x="5686" y="1238"/>
                  </a:lnTo>
                  <a:lnTo>
                    <a:pt x="5564" y="1102"/>
                  </a:lnTo>
                  <a:lnTo>
                    <a:pt x="5428" y="980"/>
                  </a:lnTo>
                  <a:lnTo>
                    <a:pt x="5292" y="857"/>
                  </a:lnTo>
                  <a:lnTo>
                    <a:pt x="5142" y="749"/>
                  </a:lnTo>
                  <a:lnTo>
                    <a:pt x="4993" y="640"/>
                  </a:lnTo>
                  <a:lnTo>
                    <a:pt x="4843" y="545"/>
                  </a:lnTo>
                  <a:lnTo>
                    <a:pt x="4694" y="449"/>
                  </a:lnTo>
                  <a:lnTo>
                    <a:pt x="4530" y="368"/>
                  </a:lnTo>
                  <a:lnTo>
                    <a:pt x="4353" y="300"/>
                  </a:lnTo>
                  <a:lnTo>
                    <a:pt x="4190" y="232"/>
                  </a:lnTo>
                  <a:lnTo>
                    <a:pt x="4013" y="164"/>
                  </a:lnTo>
                  <a:lnTo>
                    <a:pt x="3823" y="109"/>
                  </a:lnTo>
                  <a:lnTo>
                    <a:pt x="3646" y="68"/>
                  </a:lnTo>
                  <a:lnTo>
                    <a:pt x="3456" y="41"/>
                  </a:lnTo>
                  <a:lnTo>
                    <a:pt x="3265" y="1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1228807" y="1835905"/>
              <a:ext cx="411069" cy="230787"/>
            </a:xfrm>
            <a:custGeom>
              <a:avLst/>
              <a:gdLst/>
              <a:ahLst/>
              <a:cxnLst/>
              <a:rect l="l" t="t" r="r" b="b"/>
              <a:pathLst>
                <a:path w="11631" h="6530" extrusionOk="0">
                  <a:moveTo>
                    <a:pt x="10502" y="0"/>
                  </a:moveTo>
                  <a:lnTo>
                    <a:pt x="10488" y="272"/>
                  </a:lnTo>
                  <a:lnTo>
                    <a:pt x="10474" y="558"/>
                  </a:lnTo>
                  <a:lnTo>
                    <a:pt x="10434" y="817"/>
                  </a:lnTo>
                  <a:lnTo>
                    <a:pt x="10393" y="1089"/>
                  </a:lnTo>
                  <a:lnTo>
                    <a:pt x="10325" y="1347"/>
                  </a:lnTo>
                  <a:lnTo>
                    <a:pt x="10257" y="1606"/>
                  </a:lnTo>
                  <a:lnTo>
                    <a:pt x="10175" y="1850"/>
                  </a:lnTo>
                  <a:lnTo>
                    <a:pt x="10080" y="2095"/>
                  </a:lnTo>
                  <a:lnTo>
                    <a:pt x="9971" y="2340"/>
                  </a:lnTo>
                  <a:lnTo>
                    <a:pt x="9849" y="2571"/>
                  </a:lnTo>
                  <a:lnTo>
                    <a:pt x="9713" y="2803"/>
                  </a:lnTo>
                  <a:lnTo>
                    <a:pt x="9577" y="3020"/>
                  </a:lnTo>
                  <a:lnTo>
                    <a:pt x="9427" y="3224"/>
                  </a:lnTo>
                  <a:lnTo>
                    <a:pt x="9264" y="3428"/>
                  </a:lnTo>
                  <a:lnTo>
                    <a:pt x="9101" y="3632"/>
                  </a:lnTo>
                  <a:lnTo>
                    <a:pt x="8910" y="3823"/>
                  </a:lnTo>
                  <a:lnTo>
                    <a:pt x="8733" y="4000"/>
                  </a:lnTo>
                  <a:lnTo>
                    <a:pt x="8529" y="4163"/>
                  </a:lnTo>
                  <a:lnTo>
                    <a:pt x="8325" y="4326"/>
                  </a:lnTo>
                  <a:lnTo>
                    <a:pt x="8121" y="4476"/>
                  </a:lnTo>
                  <a:lnTo>
                    <a:pt x="7904" y="4612"/>
                  </a:lnTo>
                  <a:lnTo>
                    <a:pt x="7672" y="4748"/>
                  </a:lnTo>
                  <a:lnTo>
                    <a:pt x="7441" y="4870"/>
                  </a:lnTo>
                  <a:lnTo>
                    <a:pt x="7196" y="4979"/>
                  </a:lnTo>
                  <a:lnTo>
                    <a:pt x="6951" y="5074"/>
                  </a:lnTo>
                  <a:lnTo>
                    <a:pt x="6707" y="5156"/>
                  </a:lnTo>
                  <a:lnTo>
                    <a:pt x="6448" y="5224"/>
                  </a:lnTo>
                  <a:lnTo>
                    <a:pt x="6190" y="5292"/>
                  </a:lnTo>
                  <a:lnTo>
                    <a:pt x="5918" y="5333"/>
                  </a:lnTo>
                  <a:lnTo>
                    <a:pt x="5646" y="5373"/>
                  </a:lnTo>
                  <a:lnTo>
                    <a:pt x="5373" y="5387"/>
                  </a:lnTo>
                  <a:lnTo>
                    <a:pt x="5101" y="5401"/>
                  </a:lnTo>
                  <a:lnTo>
                    <a:pt x="245" y="5401"/>
                  </a:lnTo>
                  <a:lnTo>
                    <a:pt x="109" y="5958"/>
                  </a:lnTo>
                  <a:lnTo>
                    <a:pt x="0" y="6530"/>
                  </a:lnTo>
                  <a:lnTo>
                    <a:pt x="5101" y="6530"/>
                  </a:lnTo>
                  <a:lnTo>
                    <a:pt x="5523" y="6516"/>
                  </a:lnTo>
                  <a:lnTo>
                    <a:pt x="5945" y="6475"/>
                  </a:lnTo>
                  <a:lnTo>
                    <a:pt x="6353" y="6407"/>
                  </a:lnTo>
                  <a:lnTo>
                    <a:pt x="6761" y="6326"/>
                  </a:lnTo>
                  <a:lnTo>
                    <a:pt x="7155" y="6203"/>
                  </a:lnTo>
                  <a:lnTo>
                    <a:pt x="7536" y="6067"/>
                  </a:lnTo>
                  <a:lnTo>
                    <a:pt x="7904" y="5904"/>
                  </a:lnTo>
                  <a:lnTo>
                    <a:pt x="8271" y="5713"/>
                  </a:lnTo>
                  <a:lnTo>
                    <a:pt x="8611" y="5509"/>
                  </a:lnTo>
                  <a:lnTo>
                    <a:pt x="8937" y="5278"/>
                  </a:lnTo>
                  <a:lnTo>
                    <a:pt x="9250" y="5033"/>
                  </a:lnTo>
                  <a:lnTo>
                    <a:pt x="9549" y="4775"/>
                  </a:lnTo>
                  <a:lnTo>
                    <a:pt x="9835" y="4489"/>
                  </a:lnTo>
                  <a:lnTo>
                    <a:pt x="10107" y="4190"/>
                  </a:lnTo>
                  <a:lnTo>
                    <a:pt x="10352" y="3877"/>
                  </a:lnTo>
                  <a:lnTo>
                    <a:pt x="10583" y="3551"/>
                  </a:lnTo>
                  <a:lnTo>
                    <a:pt x="10747" y="3279"/>
                  </a:lnTo>
                  <a:lnTo>
                    <a:pt x="10910" y="2993"/>
                  </a:lnTo>
                  <a:lnTo>
                    <a:pt x="11046" y="2707"/>
                  </a:lnTo>
                  <a:lnTo>
                    <a:pt x="11168" y="2422"/>
                  </a:lnTo>
                  <a:lnTo>
                    <a:pt x="11277" y="2136"/>
                  </a:lnTo>
                  <a:lnTo>
                    <a:pt x="11372" y="1850"/>
                  </a:lnTo>
                  <a:lnTo>
                    <a:pt x="11454" y="1551"/>
                  </a:lnTo>
                  <a:lnTo>
                    <a:pt x="11508" y="1252"/>
                  </a:lnTo>
                  <a:lnTo>
                    <a:pt x="11563" y="939"/>
                  </a:lnTo>
                  <a:lnTo>
                    <a:pt x="11603" y="640"/>
                  </a:lnTo>
                  <a:lnTo>
                    <a:pt x="11631" y="313"/>
                  </a:lnTo>
                  <a:lnTo>
                    <a:pt x="116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2330234" y="2121935"/>
              <a:ext cx="439908" cy="172648"/>
            </a:xfrm>
            <a:custGeom>
              <a:avLst/>
              <a:gdLst/>
              <a:ahLst/>
              <a:cxnLst/>
              <a:rect l="l" t="t" r="r" b="b"/>
              <a:pathLst>
                <a:path w="12447" h="4885" extrusionOk="0">
                  <a:moveTo>
                    <a:pt x="0" y="1"/>
                  </a:moveTo>
                  <a:lnTo>
                    <a:pt x="14" y="246"/>
                  </a:lnTo>
                  <a:lnTo>
                    <a:pt x="27" y="491"/>
                  </a:lnTo>
                  <a:lnTo>
                    <a:pt x="54" y="735"/>
                  </a:lnTo>
                  <a:lnTo>
                    <a:pt x="109" y="980"/>
                  </a:lnTo>
                  <a:lnTo>
                    <a:pt x="150" y="1212"/>
                  </a:lnTo>
                  <a:lnTo>
                    <a:pt x="218" y="1443"/>
                  </a:lnTo>
                  <a:lnTo>
                    <a:pt x="299" y="1660"/>
                  </a:lnTo>
                  <a:lnTo>
                    <a:pt x="381" y="1878"/>
                  </a:lnTo>
                  <a:lnTo>
                    <a:pt x="476" y="2096"/>
                  </a:lnTo>
                  <a:lnTo>
                    <a:pt x="585" y="2300"/>
                  </a:lnTo>
                  <a:lnTo>
                    <a:pt x="694" y="2504"/>
                  </a:lnTo>
                  <a:lnTo>
                    <a:pt x="816" y="2708"/>
                  </a:lnTo>
                  <a:lnTo>
                    <a:pt x="952" y="2898"/>
                  </a:lnTo>
                  <a:lnTo>
                    <a:pt x="1102" y="3075"/>
                  </a:lnTo>
                  <a:lnTo>
                    <a:pt x="1251" y="3252"/>
                  </a:lnTo>
                  <a:lnTo>
                    <a:pt x="1401" y="3415"/>
                  </a:lnTo>
                  <a:lnTo>
                    <a:pt x="1564" y="3578"/>
                  </a:lnTo>
                  <a:lnTo>
                    <a:pt x="1741" y="3728"/>
                  </a:lnTo>
                  <a:lnTo>
                    <a:pt x="1918" y="3878"/>
                  </a:lnTo>
                  <a:lnTo>
                    <a:pt x="2108" y="4014"/>
                  </a:lnTo>
                  <a:lnTo>
                    <a:pt x="2312" y="4150"/>
                  </a:lnTo>
                  <a:lnTo>
                    <a:pt x="2503" y="4258"/>
                  </a:lnTo>
                  <a:lnTo>
                    <a:pt x="2707" y="4367"/>
                  </a:lnTo>
                  <a:lnTo>
                    <a:pt x="2925" y="4476"/>
                  </a:lnTo>
                  <a:lnTo>
                    <a:pt x="3142" y="4558"/>
                  </a:lnTo>
                  <a:lnTo>
                    <a:pt x="3360" y="4639"/>
                  </a:lnTo>
                  <a:lnTo>
                    <a:pt x="3591" y="4707"/>
                  </a:lnTo>
                  <a:lnTo>
                    <a:pt x="3822" y="4762"/>
                  </a:lnTo>
                  <a:lnTo>
                    <a:pt x="4054" y="4816"/>
                  </a:lnTo>
                  <a:lnTo>
                    <a:pt x="4298" y="4843"/>
                  </a:lnTo>
                  <a:lnTo>
                    <a:pt x="4543" y="4871"/>
                  </a:lnTo>
                  <a:lnTo>
                    <a:pt x="4788" y="4884"/>
                  </a:lnTo>
                  <a:lnTo>
                    <a:pt x="12446" y="4884"/>
                  </a:lnTo>
                  <a:lnTo>
                    <a:pt x="12446" y="3742"/>
                  </a:lnTo>
                  <a:lnTo>
                    <a:pt x="4693" y="3742"/>
                  </a:lnTo>
                  <a:lnTo>
                    <a:pt x="4503" y="3728"/>
                  </a:lnTo>
                  <a:lnTo>
                    <a:pt x="4312" y="3701"/>
                  </a:lnTo>
                  <a:lnTo>
                    <a:pt x="4122" y="3674"/>
                  </a:lnTo>
                  <a:lnTo>
                    <a:pt x="3945" y="3619"/>
                  </a:lnTo>
                  <a:lnTo>
                    <a:pt x="3768" y="3578"/>
                  </a:lnTo>
                  <a:lnTo>
                    <a:pt x="3591" y="3510"/>
                  </a:lnTo>
                  <a:lnTo>
                    <a:pt x="3428" y="3442"/>
                  </a:lnTo>
                  <a:lnTo>
                    <a:pt x="3265" y="3374"/>
                  </a:lnTo>
                  <a:lnTo>
                    <a:pt x="3101" y="3293"/>
                  </a:lnTo>
                  <a:lnTo>
                    <a:pt x="2938" y="3197"/>
                  </a:lnTo>
                  <a:lnTo>
                    <a:pt x="2789" y="3102"/>
                  </a:lnTo>
                  <a:lnTo>
                    <a:pt x="2639" y="2993"/>
                  </a:lnTo>
                  <a:lnTo>
                    <a:pt x="2503" y="2885"/>
                  </a:lnTo>
                  <a:lnTo>
                    <a:pt x="2367" y="2776"/>
                  </a:lnTo>
                  <a:lnTo>
                    <a:pt x="2231" y="2653"/>
                  </a:lnTo>
                  <a:lnTo>
                    <a:pt x="2108" y="2517"/>
                  </a:lnTo>
                  <a:lnTo>
                    <a:pt x="2000" y="2381"/>
                  </a:lnTo>
                  <a:lnTo>
                    <a:pt x="1891" y="2245"/>
                  </a:lnTo>
                  <a:lnTo>
                    <a:pt x="1782" y="2096"/>
                  </a:lnTo>
                  <a:lnTo>
                    <a:pt x="1687" y="1946"/>
                  </a:lnTo>
                  <a:lnTo>
                    <a:pt x="1592" y="1783"/>
                  </a:lnTo>
                  <a:lnTo>
                    <a:pt x="1510" y="1620"/>
                  </a:lnTo>
                  <a:lnTo>
                    <a:pt x="1442" y="1456"/>
                  </a:lnTo>
                  <a:lnTo>
                    <a:pt x="1374" y="1293"/>
                  </a:lnTo>
                  <a:lnTo>
                    <a:pt x="1306" y="1116"/>
                  </a:lnTo>
                  <a:lnTo>
                    <a:pt x="1265" y="939"/>
                  </a:lnTo>
                  <a:lnTo>
                    <a:pt x="1224" y="763"/>
                  </a:lnTo>
                  <a:lnTo>
                    <a:pt x="1183" y="572"/>
                  </a:lnTo>
                  <a:lnTo>
                    <a:pt x="1156" y="382"/>
                  </a:lnTo>
                  <a:lnTo>
                    <a:pt x="1143" y="191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1276414" y="1869552"/>
              <a:ext cx="189931" cy="39937"/>
            </a:xfrm>
            <a:custGeom>
              <a:avLst/>
              <a:gdLst/>
              <a:ahLst/>
              <a:cxnLst/>
              <a:rect l="l" t="t" r="r" b="b"/>
              <a:pathLst>
                <a:path w="5374" h="1130" extrusionOk="0">
                  <a:moveTo>
                    <a:pt x="544" y="1"/>
                  </a:moveTo>
                  <a:lnTo>
                    <a:pt x="259" y="558"/>
                  </a:lnTo>
                  <a:lnTo>
                    <a:pt x="0" y="1130"/>
                  </a:lnTo>
                  <a:lnTo>
                    <a:pt x="5373" y="1130"/>
                  </a:lnTo>
                  <a:lnTo>
                    <a:pt x="53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151858" y="1693120"/>
              <a:ext cx="479350" cy="223117"/>
            </a:xfrm>
            <a:custGeom>
              <a:avLst/>
              <a:gdLst/>
              <a:ahLst/>
              <a:cxnLst/>
              <a:rect l="l" t="t" r="r" b="b"/>
              <a:pathLst>
                <a:path w="13563" h="6313" extrusionOk="0">
                  <a:moveTo>
                    <a:pt x="5972" y="0"/>
                  </a:moveTo>
                  <a:lnTo>
                    <a:pt x="5618" y="41"/>
                  </a:lnTo>
                  <a:lnTo>
                    <a:pt x="5265" y="82"/>
                  </a:lnTo>
                  <a:lnTo>
                    <a:pt x="4925" y="150"/>
                  </a:lnTo>
                  <a:lnTo>
                    <a:pt x="4598" y="232"/>
                  </a:lnTo>
                  <a:lnTo>
                    <a:pt x="4272" y="341"/>
                  </a:lnTo>
                  <a:lnTo>
                    <a:pt x="3945" y="463"/>
                  </a:lnTo>
                  <a:lnTo>
                    <a:pt x="3632" y="599"/>
                  </a:lnTo>
                  <a:lnTo>
                    <a:pt x="3333" y="749"/>
                  </a:lnTo>
                  <a:lnTo>
                    <a:pt x="3047" y="925"/>
                  </a:lnTo>
                  <a:lnTo>
                    <a:pt x="2762" y="1102"/>
                  </a:lnTo>
                  <a:lnTo>
                    <a:pt x="2490" y="1293"/>
                  </a:lnTo>
                  <a:lnTo>
                    <a:pt x="2231" y="1510"/>
                  </a:lnTo>
                  <a:lnTo>
                    <a:pt x="1986" y="1742"/>
                  </a:lnTo>
                  <a:lnTo>
                    <a:pt x="1742" y="1973"/>
                  </a:lnTo>
                  <a:lnTo>
                    <a:pt x="1524" y="2218"/>
                  </a:lnTo>
                  <a:lnTo>
                    <a:pt x="1320" y="2463"/>
                  </a:lnTo>
                  <a:lnTo>
                    <a:pt x="1129" y="2721"/>
                  </a:lnTo>
                  <a:lnTo>
                    <a:pt x="966" y="2979"/>
                  </a:lnTo>
                  <a:lnTo>
                    <a:pt x="803" y="3251"/>
                  </a:lnTo>
                  <a:lnTo>
                    <a:pt x="626" y="3605"/>
                  </a:lnTo>
                  <a:lnTo>
                    <a:pt x="463" y="3959"/>
                  </a:lnTo>
                  <a:lnTo>
                    <a:pt x="327" y="4326"/>
                  </a:lnTo>
                  <a:lnTo>
                    <a:pt x="218" y="4707"/>
                  </a:lnTo>
                  <a:lnTo>
                    <a:pt x="123" y="5101"/>
                  </a:lnTo>
                  <a:lnTo>
                    <a:pt x="55" y="5496"/>
                  </a:lnTo>
                  <a:lnTo>
                    <a:pt x="14" y="5904"/>
                  </a:lnTo>
                  <a:lnTo>
                    <a:pt x="0" y="6312"/>
                  </a:lnTo>
                  <a:lnTo>
                    <a:pt x="1143" y="6312"/>
                  </a:lnTo>
                  <a:lnTo>
                    <a:pt x="1157" y="6054"/>
                  </a:lnTo>
                  <a:lnTo>
                    <a:pt x="1170" y="5782"/>
                  </a:lnTo>
                  <a:lnTo>
                    <a:pt x="1198" y="5523"/>
                  </a:lnTo>
                  <a:lnTo>
                    <a:pt x="1252" y="5265"/>
                  </a:lnTo>
                  <a:lnTo>
                    <a:pt x="1306" y="5020"/>
                  </a:lnTo>
                  <a:lnTo>
                    <a:pt x="1374" y="4775"/>
                  </a:lnTo>
                  <a:lnTo>
                    <a:pt x="1456" y="4530"/>
                  </a:lnTo>
                  <a:lnTo>
                    <a:pt x="1551" y="4299"/>
                  </a:lnTo>
                  <a:lnTo>
                    <a:pt x="1660" y="4068"/>
                  </a:lnTo>
                  <a:lnTo>
                    <a:pt x="1769" y="3850"/>
                  </a:lnTo>
                  <a:lnTo>
                    <a:pt x="1891" y="3632"/>
                  </a:lnTo>
                  <a:lnTo>
                    <a:pt x="2027" y="3415"/>
                  </a:lnTo>
                  <a:lnTo>
                    <a:pt x="2177" y="3211"/>
                  </a:lnTo>
                  <a:lnTo>
                    <a:pt x="2327" y="3020"/>
                  </a:lnTo>
                  <a:lnTo>
                    <a:pt x="2490" y="2830"/>
                  </a:lnTo>
                  <a:lnTo>
                    <a:pt x="2667" y="2653"/>
                  </a:lnTo>
                  <a:lnTo>
                    <a:pt x="2843" y="2476"/>
                  </a:lnTo>
                  <a:lnTo>
                    <a:pt x="3034" y="2313"/>
                  </a:lnTo>
                  <a:lnTo>
                    <a:pt x="3224" y="2163"/>
                  </a:lnTo>
                  <a:lnTo>
                    <a:pt x="3428" y="2014"/>
                  </a:lnTo>
                  <a:lnTo>
                    <a:pt x="3646" y="1878"/>
                  </a:lnTo>
                  <a:lnTo>
                    <a:pt x="3864" y="1755"/>
                  </a:lnTo>
                  <a:lnTo>
                    <a:pt x="4081" y="1646"/>
                  </a:lnTo>
                  <a:lnTo>
                    <a:pt x="4313" y="1538"/>
                  </a:lnTo>
                  <a:lnTo>
                    <a:pt x="4544" y="1442"/>
                  </a:lnTo>
                  <a:lnTo>
                    <a:pt x="4789" y="1361"/>
                  </a:lnTo>
                  <a:lnTo>
                    <a:pt x="5033" y="1293"/>
                  </a:lnTo>
                  <a:lnTo>
                    <a:pt x="5292" y="1238"/>
                  </a:lnTo>
                  <a:lnTo>
                    <a:pt x="5537" y="1197"/>
                  </a:lnTo>
                  <a:lnTo>
                    <a:pt x="5795" y="1157"/>
                  </a:lnTo>
                  <a:lnTo>
                    <a:pt x="6067" y="1143"/>
                  </a:lnTo>
                  <a:lnTo>
                    <a:pt x="6326" y="1129"/>
                  </a:lnTo>
                  <a:lnTo>
                    <a:pt x="13562" y="1129"/>
                  </a:lnTo>
                  <a:lnTo>
                    <a:pt x="13331" y="844"/>
                  </a:lnTo>
                  <a:lnTo>
                    <a:pt x="13086" y="558"/>
                  </a:lnTo>
                  <a:lnTo>
                    <a:pt x="12855" y="27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2424458" y="1835905"/>
              <a:ext cx="291364" cy="40432"/>
            </a:xfrm>
            <a:custGeom>
              <a:avLst/>
              <a:gdLst/>
              <a:ahLst/>
              <a:cxnLst/>
              <a:rect l="l" t="t" r="r" b="b"/>
              <a:pathLst>
                <a:path w="8244" h="1144" extrusionOk="0">
                  <a:moveTo>
                    <a:pt x="0" y="0"/>
                  </a:moveTo>
                  <a:lnTo>
                    <a:pt x="0" y="1143"/>
                  </a:lnTo>
                  <a:lnTo>
                    <a:pt x="8243" y="1143"/>
                  </a:lnTo>
                  <a:lnTo>
                    <a:pt x="7985" y="558"/>
                  </a:lnTo>
                  <a:lnTo>
                    <a:pt x="769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1711485" y="2101755"/>
              <a:ext cx="144728" cy="297124"/>
            </a:xfrm>
            <a:custGeom>
              <a:avLst/>
              <a:gdLst/>
              <a:ahLst/>
              <a:cxnLst/>
              <a:rect l="l" t="t" r="r" b="b"/>
              <a:pathLst>
                <a:path w="4095" h="8407" extrusionOk="0">
                  <a:moveTo>
                    <a:pt x="4095" y="1"/>
                  </a:moveTo>
                  <a:lnTo>
                    <a:pt x="3755" y="28"/>
                  </a:lnTo>
                  <a:lnTo>
                    <a:pt x="3428" y="69"/>
                  </a:lnTo>
                  <a:lnTo>
                    <a:pt x="3102" y="123"/>
                  </a:lnTo>
                  <a:lnTo>
                    <a:pt x="2789" y="218"/>
                  </a:lnTo>
                  <a:lnTo>
                    <a:pt x="2490" y="341"/>
                  </a:lnTo>
                  <a:lnTo>
                    <a:pt x="2204" y="477"/>
                  </a:lnTo>
                  <a:lnTo>
                    <a:pt x="1932" y="626"/>
                  </a:lnTo>
                  <a:lnTo>
                    <a:pt x="1660" y="817"/>
                  </a:lnTo>
                  <a:lnTo>
                    <a:pt x="1415" y="1007"/>
                  </a:lnTo>
                  <a:lnTo>
                    <a:pt x="1184" y="1225"/>
                  </a:lnTo>
                  <a:lnTo>
                    <a:pt x="966" y="1470"/>
                  </a:lnTo>
                  <a:lnTo>
                    <a:pt x="776" y="1715"/>
                  </a:lnTo>
                  <a:lnTo>
                    <a:pt x="599" y="1973"/>
                  </a:lnTo>
                  <a:lnTo>
                    <a:pt x="449" y="2259"/>
                  </a:lnTo>
                  <a:lnTo>
                    <a:pt x="313" y="2544"/>
                  </a:lnTo>
                  <a:lnTo>
                    <a:pt x="205" y="2857"/>
                  </a:lnTo>
                  <a:lnTo>
                    <a:pt x="123" y="3116"/>
                  </a:lnTo>
                  <a:lnTo>
                    <a:pt x="68" y="3401"/>
                  </a:lnTo>
                  <a:lnTo>
                    <a:pt x="28" y="3687"/>
                  </a:lnTo>
                  <a:lnTo>
                    <a:pt x="14" y="3973"/>
                  </a:lnTo>
                  <a:lnTo>
                    <a:pt x="0" y="4095"/>
                  </a:lnTo>
                  <a:lnTo>
                    <a:pt x="0" y="8407"/>
                  </a:lnTo>
                  <a:lnTo>
                    <a:pt x="1143" y="8407"/>
                  </a:lnTo>
                  <a:lnTo>
                    <a:pt x="1143" y="4095"/>
                  </a:lnTo>
                  <a:lnTo>
                    <a:pt x="1157" y="3796"/>
                  </a:lnTo>
                  <a:lnTo>
                    <a:pt x="1198" y="3496"/>
                  </a:lnTo>
                  <a:lnTo>
                    <a:pt x="1279" y="3224"/>
                  </a:lnTo>
                  <a:lnTo>
                    <a:pt x="1374" y="2952"/>
                  </a:lnTo>
                  <a:lnTo>
                    <a:pt x="1497" y="2694"/>
                  </a:lnTo>
                  <a:lnTo>
                    <a:pt x="1646" y="2449"/>
                  </a:lnTo>
                  <a:lnTo>
                    <a:pt x="1823" y="2218"/>
                  </a:lnTo>
                  <a:lnTo>
                    <a:pt x="2014" y="2014"/>
                  </a:lnTo>
                  <a:lnTo>
                    <a:pt x="2218" y="1823"/>
                  </a:lnTo>
                  <a:lnTo>
                    <a:pt x="2449" y="1647"/>
                  </a:lnTo>
                  <a:lnTo>
                    <a:pt x="2694" y="1497"/>
                  </a:lnTo>
                  <a:lnTo>
                    <a:pt x="2952" y="1374"/>
                  </a:lnTo>
                  <a:lnTo>
                    <a:pt x="3224" y="1279"/>
                  </a:lnTo>
                  <a:lnTo>
                    <a:pt x="3496" y="1198"/>
                  </a:lnTo>
                  <a:lnTo>
                    <a:pt x="3796" y="1157"/>
                  </a:lnTo>
                  <a:lnTo>
                    <a:pt x="4095" y="1143"/>
                  </a:lnTo>
                  <a:lnTo>
                    <a:pt x="409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1815817" y="1480638"/>
              <a:ext cx="163000" cy="267331"/>
            </a:xfrm>
            <a:custGeom>
              <a:avLst/>
              <a:gdLst/>
              <a:ahLst/>
              <a:cxnLst/>
              <a:rect l="l" t="t" r="r" b="b"/>
              <a:pathLst>
                <a:path w="4612" h="7564" extrusionOk="0">
                  <a:moveTo>
                    <a:pt x="1143" y="0"/>
                  </a:moveTo>
                  <a:lnTo>
                    <a:pt x="572" y="68"/>
                  </a:lnTo>
                  <a:lnTo>
                    <a:pt x="0" y="150"/>
                  </a:lnTo>
                  <a:lnTo>
                    <a:pt x="0" y="2952"/>
                  </a:lnTo>
                  <a:lnTo>
                    <a:pt x="14" y="3183"/>
                  </a:lnTo>
                  <a:lnTo>
                    <a:pt x="27" y="3428"/>
                  </a:lnTo>
                  <a:lnTo>
                    <a:pt x="55" y="3659"/>
                  </a:lnTo>
                  <a:lnTo>
                    <a:pt x="95" y="3877"/>
                  </a:lnTo>
                  <a:lnTo>
                    <a:pt x="150" y="4108"/>
                  </a:lnTo>
                  <a:lnTo>
                    <a:pt x="204" y="4326"/>
                  </a:lnTo>
                  <a:lnTo>
                    <a:pt x="286" y="4530"/>
                  </a:lnTo>
                  <a:lnTo>
                    <a:pt x="368" y="4747"/>
                  </a:lnTo>
                  <a:lnTo>
                    <a:pt x="463" y="4951"/>
                  </a:lnTo>
                  <a:lnTo>
                    <a:pt x="558" y="5142"/>
                  </a:lnTo>
                  <a:lnTo>
                    <a:pt x="667" y="5346"/>
                  </a:lnTo>
                  <a:lnTo>
                    <a:pt x="789" y="5523"/>
                  </a:lnTo>
                  <a:lnTo>
                    <a:pt x="925" y="5713"/>
                  </a:lnTo>
                  <a:lnTo>
                    <a:pt x="1061" y="5890"/>
                  </a:lnTo>
                  <a:lnTo>
                    <a:pt x="1197" y="6053"/>
                  </a:lnTo>
                  <a:lnTo>
                    <a:pt x="1361" y="6216"/>
                  </a:lnTo>
                  <a:lnTo>
                    <a:pt x="1510" y="6366"/>
                  </a:lnTo>
                  <a:lnTo>
                    <a:pt x="1687" y="6516"/>
                  </a:lnTo>
                  <a:lnTo>
                    <a:pt x="1864" y="6652"/>
                  </a:lnTo>
                  <a:lnTo>
                    <a:pt x="2041" y="6774"/>
                  </a:lnTo>
                  <a:lnTo>
                    <a:pt x="2231" y="6897"/>
                  </a:lnTo>
                  <a:lnTo>
                    <a:pt x="2422" y="7005"/>
                  </a:lnTo>
                  <a:lnTo>
                    <a:pt x="2612" y="7114"/>
                  </a:lnTo>
                  <a:lnTo>
                    <a:pt x="2816" y="7196"/>
                  </a:lnTo>
                  <a:lnTo>
                    <a:pt x="3034" y="7277"/>
                  </a:lnTo>
                  <a:lnTo>
                    <a:pt x="3251" y="7359"/>
                  </a:lnTo>
                  <a:lnTo>
                    <a:pt x="3469" y="7414"/>
                  </a:lnTo>
                  <a:lnTo>
                    <a:pt x="3687" y="7468"/>
                  </a:lnTo>
                  <a:lnTo>
                    <a:pt x="3918" y="7509"/>
                  </a:lnTo>
                  <a:lnTo>
                    <a:pt x="4149" y="7536"/>
                  </a:lnTo>
                  <a:lnTo>
                    <a:pt x="4380" y="7563"/>
                  </a:lnTo>
                  <a:lnTo>
                    <a:pt x="4612" y="7563"/>
                  </a:lnTo>
                  <a:lnTo>
                    <a:pt x="4612" y="6434"/>
                  </a:lnTo>
                  <a:lnTo>
                    <a:pt x="4435" y="6421"/>
                  </a:lnTo>
                  <a:lnTo>
                    <a:pt x="4258" y="6407"/>
                  </a:lnTo>
                  <a:lnTo>
                    <a:pt x="4081" y="6393"/>
                  </a:lnTo>
                  <a:lnTo>
                    <a:pt x="3918" y="6353"/>
                  </a:lnTo>
                  <a:lnTo>
                    <a:pt x="3755" y="6312"/>
                  </a:lnTo>
                  <a:lnTo>
                    <a:pt x="3578" y="6271"/>
                  </a:lnTo>
                  <a:lnTo>
                    <a:pt x="3428" y="6216"/>
                  </a:lnTo>
                  <a:lnTo>
                    <a:pt x="3265" y="6148"/>
                  </a:lnTo>
                  <a:lnTo>
                    <a:pt x="3115" y="6080"/>
                  </a:lnTo>
                  <a:lnTo>
                    <a:pt x="2966" y="6012"/>
                  </a:lnTo>
                  <a:lnTo>
                    <a:pt x="2666" y="5836"/>
                  </a:lnTo>
                  <a:lnTo>
                    <a:pt x="2408" y="5632"/>
                  </a:lnTo>
                  <a:lnTo>
                    <a:pt x="2163" y="5414"/>
                  </a:lnTo>
                  <a:lnTo>
                    <a:pt x="1932" y="5169"/>
                  </a:lnTo>
                  <a:lnTo>
                    <a:pt x="1728" y="4897"/>
                  </a:lnTo>
                  <a:lnTo>
                    <a:pt x="1565" y="4611"/>
                  </a:lnTo>
                  <a:lnTo>
                    <a:pt x="1483" y="4462"/>
                  </a:lnTo>
                  <a:lnTo>
                    <a:pt x="1415" y="4299"/>
                  </a:lnTo>
                  <a:lnTo>
                    <a:pt x="1347" y="4149"/>
                  </a:lnTo>
                  <a:lnTo>
                    <a:pt x="1293" y="3986"/>
                  </a:lnTo>
                  <a:lnTo>
                    <a:pt x="1252" y="3822"/>
                  </a:lnTo>
                  <a:lnTo>
                    <a:pt x="1211" y="3646"/>
                  </a:lnTo>
                  <a:lnTo>
                    <a:pt x="1184" y="3482"/>
                  </a:lnTo>
                  <a:lnTo>
                    <a:pt x="1156" y="3306"/>
                  </a:lnTo>
                  <a:lnTo>
                    <a:pt x="1143" y="3129"/>
                  </a:lnTo>
                  <a:lnTo>
                    <a:pt x="1143" y="295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2041765" y="1478694"/>
              <a:ext cx="162045" cy="151973"/>
            </a:xfrm>
            <a:custGeom>
              <a:avLst/>
              <a:gdLst/>
              <a:ahLst/>
              <a:cxnLst/>
              <a:rect l="l" t="t" r="r" b="b"/>
              <a:pathLst>
                <a:path w="4585" h="4300" extrusionOk="0">
                  <a:moveTo>
                    <a:pt x="3456" y="1"/>
                  </a:moveTo>
                  <a:lnTo>
                    <a:pt x="3415" y="327"/>
                  </a:lnTo>
                  <a:lnTo>
                    <a:pt x="3333" y="640"/>
                  </a:lnTo>
                  <a:lnTo>
                    <a:pt x="3238" y="953"/>
                  </a:lnTo>
                  <a:lnTo>
                    <a:pt x="3102" y="1239"/>
                  </a:lnTo>
                  <a:lnTo>
                    <a:pt x="2952" y="1511"/>
                  </a:lnTo>
                  <a:lnTo>
                    <a:pt x="2775" y="1783"/>
                  </a:lnTo>
                  <a:lnTo>
                    <a:pt x="2571" y="2014"/>
                  </a:lnTo>
                  <a:lnTo>
                    <a:pt x="2340" y="2245"/>
                  </a:lnTo>
                  <a:lnTo>
                    <a:pt x="2109" y="2449"/>
                  </a:lnTo>
                  <a:lnTo>
                    <a:pt x="1850" y="2626"/>
                  </a:lnTo>
                  <a:lnTo>
                    <a:pt x="1565" y="2776"/>
                  </a:lnTo>
                  <a:lnTo>
                    <a:pt x="1279" y="2912"/>
                  </a:lnTo>
                  <a:lnTo>
                    <a:pt x="980" y="3020"/>
                  </a:lnTo>
                  <a:lnTo>
                    <a:pt x="653" y="3102"/>
                  </a:lnTo>
                  <a:lnTo>
                    <a:pt x="327" y="3143"/>
                  </a:lnTo>
                  <a:lnTo>
                    <a:pt x="0" y="3157"/>
                  </a:lnTo>
                  <a:lnTo>
                    <a:pt x="0" y="4299"/>
                  </a:lnTo>
                  <a:lnTo>
                    <a:pt x="218" y="4286"/>
                  </a:lnTo>
                  <a:lnTo>
                    <a:pt x="436" y="4272"/>
                  </a:lnTo>
                  <a:lnTo>
                    <a:pt x="653" y="4245"/>
                  </a:lnTo>
                  <a:lnTo>
                    <a:pt x="871" y="4218"/>
                  </a:lnTo>
                  <a:lnTo>
                    <a:pt x="1089" y="4163"/>
                  </a:lnTo>
                  <a:lnTo>
                    <a:pt x="1293" y="4109"/>
                  </a:lnTo>
                  <a:lnTo>
                    <a:pt x="1497" y="4041"/>
                  </a:lnTo>
                  <a:lnTo>
                    <a:pt x="1701" y="3973"/>
                  </a:lnTo>
                  <a:lnTo>
                    <a:pt x="1891" y="3891"/>
                  </a:lnTo>
                  <a:lnTo>
                    <a:pt x="2082" y="3796"/>
                  </a:lnTo>
                  <a:lnTo>
                    <a:pt x="2259" y="3701"/>
                  </a:lnTo>
                  <a:lnTo>
                    <a:pt x="2449" y="3592"/>
                  </a:lnTo>
                  <a:lnTo>
                    <a:pt x="2626" y="3483"/>
                  </a:lnTo>
                  <a:lnTo>
                    <a:pt x="2789" y="3347"/>
                  </a:lnTo>
                  <a:lnTo>
                    <a:pt x="2952" y="3225"/>
                  </a:lnTo>
                  <a:lnTo>
                    <a:pt x="3102" y="3089"/>
                  </a:lnTo>
                  <a:lnTo>
                    <a:pt x="3265" y="2939"/>
                  </a:lnTo>
                  <a:lnTo>
                    <a:pt x="3401" y="2789"/>
                  </a:lnTo>
                  <a:lnTo>
                    <a:pt x="3537" y="2640"/>
                  </a:lnTo>
                  <a:lnTo>
                    <a:pt x="3673" y="2476"/>
                  </a:lnTo>
                  <a:lnTo>
                    <a:pt x="3796" y="2300"/>
                  </a:lnTo>
                  <a:lnTo>
                    <a:pt x="3904" y="2123"/>
                  </a:lnTo>
                  <a:lnTo>
                    <a:pt x="4013" y="1946"/>
                  </a:lnTo>
                  <a:lnTo>
                    <a:pt x="4108" y="1755"/>
                  </a:lnTo>
                  <a:lnTo>
                    <a:pt x="4204" y="1565"/>
                  </a:lnTo>
                  <a:lnTo>
                    <a:pt x="4285" y="1375"/>
                  </a:lnTo>
                  <a:lnTo>
                    <a:pt x="4367" y="1184"/>
                  </a:lnTo>
                  <a:lnTo>
                    <a:pt x="4421" y="980"/>
                  </a:lnTo>
                  <a:lnTo>
                    <a:pt x="4476" y="762"/>
                  </a:lnTo>
                  <a:lnTo>
                    <a:pt x="4530" y="558"/>
                  </a:lnTo>
                  <a:lnTo>
                    <a:pt x="4557" y="341"/>
                  </a:lnTo>
                  <a:lnTo>
                    <a:pt x="4585" y="123"/>
                  </a:lnTo>
                  <a:lnTo>
                    <a:pt x="4027" y="55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1385517" y="1693120"/>
              <a:ext cx="410114" cy="177914"/>
            </a:xfrm>
            <a:custGeom>
              <a:avLst/>
              <a:gdLst/>
              <a:ahLst/>
              <a:cxnLst/>
              <a:rect l="l" t="t" r="r" b="b"/>
              <a:pathLst>
                <a:path w="11604" h="5034" extrusionOk="0">
                  <a:moveTo>
                    <a:pt x="1035" y="0"/>
                  </a:moveTo>
                  <a:lnTo>
                    <a:pt x="763" y="273"/>
                  </a:lnTo>
                  <a:lnTo>
                    <a:pt x="504" y="558"/>
                  </a:lnTo>
                  <a:lnTo>
                    <a:pt x="1" y="1129"/>
                  </a:lnTo>
                  <a:lnTo>
                    <a:pt x="6571" y="1129"/>
                  </a:lnTo>
                  <a:lnTo>
                    <a:pt x="6761" y="1143"/>
                  </a:lnTo>
                  <a:lnTo>
                    <a:pt x="6965" y="1157"/>
                  </a:lnTo>
                  <a:lnTo>
                    <a:pt x="7156" y="1170"/>
                  </a:lnTo>
                  <a:lnTo>
                    <a:pt x="7346" y="1211"/>
                  </a:lnTo>
                  <a:lnTo>
                    <a:pt x="7537" y="1252"/>
                  </a:lnTo>
                  <a:lnTo>
                    <a:pt x="7727" y="1306"/>
                  </a:lnTo>
                  <a:lnTo>
                    <a:pt x="7904" y="1374"/>
                  </a:lnTo>
                  <a:lnTo>
                    <a:pt x="8081" y="1442"/>
                  </a:lnTo>
                  <a:lnTo>
                    <a:pt x="8258" y="1510"/>
                  </a:lnTo>
                  <a:lnTo>
                    <a:pt x="8421" y="1606"/>
                  </a:lnTo>
                  <a:lnTo>
                    <a:pt x="8584" y="1701"/>
                  </a:lnTo>
                  <a:lnTo>
                    <a:pt x="8747" y="1796"/>
                  </a:lnTo>
                  <a:lnTo>
                    <a:pt x="8897" y="1905"/>
                  </a:lnTo>
                  <a:lnTo>
                    <a:pt x="9047" y="2027"/>
                  </a:lnTo>
                  <a:lnTo>
                    <a:pt x="9196" y="2150"/>
                  </a:lnTo>
                  <a:lnTo>
                    <a:pt x="9332" y="2272"/>
                  </a:lnTo>
                  <a:lnTo>
                    <a:pt x="9455" y="2408"/>
                  </a:lnTo>
                  <a:lnTo>
                    <a:pt x="9577" y="2558"/>
                  </a:lnTo>
                  <a:lnTo>
                    <a:pt x="9700" y="2707"/>
                  </a:lnTo>
                  <a:lnTo>
                    <a:pt x="9808" y="2857"/>
                  </a:lnTo>
                  <a:lnTo>
                    <a:pt x="9904" y="3007"/>
                  </a:lnTo>
                  <a:lnTo>
                    <a:pt x="9999" y="3170"/>
                  </a:lnTo>
                  <a:lnTo>
                    <a:pt x="10094" y="3347"/>
                  </a:lnTo>
                  <a:lnTo>
                    <a:pt x="10162" y="3524"/>
                  </a:lnTo>
                  <a:lnTo>
                    <a:pt x="10230" y="3700"/>
                  </a:lnTo>
                  <a:lnTo>
                    <a:pt x="10298" y="3877"/>
                  </a:lnTo>
                  <a:lnTo>
                    <a:pt x="10353" y="4054"/>
                  </a:lnTo>
                  <a:lnTo>
                    <a:pt x="10393" y="4244"/>
                  </a:lnTo>
                  <a:lnTo>
                    <a:pt x="10434" y="4435"/>
                  </a:lnTo>
                  <a:lnTo>
                    <a:pt x="10448" y="4639"/>
                  </a:lnTo>
                  <a:lnTo>
                    <a:pt x="10475" y="4829"/>
                  </a:lnTo>
                  <a:lnTo>
                    <a:pt x="10475" y="5033"/>
                  </a:lnTo>
                  <a:lnTo>
                    <a:pt x="11604" y="5033"/>
                  </a:lnTo>
                  <a:lnTo>
                    <a:pt x="11604" y="4775"/>
                  </a:lnTo>
                  <a:lnTo>
                    <a:pt x="11590" y="4516"/>
                  </a:lnTo>
                  <a:lnTo>
                    <a:pt x="11550" y="4272"/>
                  </a:lnTo>
                  <a:lnTo>
                    <a:pt x="11509" y="4027"/>
                  </a:lnTo>
                  <a:lnTo>
                    <a:pt x="11454" y="3782"/>
                  </a:lnTo>
                  <a:lnTo>
                    <a:pt x="11386" y="3537"/>
                  </a:lnTo>
                  <a:lnTo>
                    <a:pt x="11305" y="3306"/>
                  </a:lnTo>
                  <a:lnTo>
                    <a:pt x="11209" y="3075"/>
                  </a:lnTo>
                  <a:lnTo>
                    <a:pt x="11114" y="2857"/>
                  </a:lnTo>
                  <a:lnTo>
                    <a:pt x="11005" y="2639"/>
                  </a:lnTo>
                  <a:lnTo>
                    <a:pt x="10883" y="2422"/>
                  </a:lnTo>
                  <a:lnTo>
                    <a:pt x="10747" y="2218"/>
                  </a:lnTo>
                  <a:lnTo>
                    <a:pt x="10611" y="2027"/>
                  </a:lnTo>
                  <a:lnTo>
                    <a:pt x="10461" y="1837"/>
                  </a:lnTo>
                  <a:lnTo>
                    <a:pt x="10298" y="1646"/>
                  </a:lnTo>
                  <a:lnTo>
                    <a:pt x="10135" y="1470"/>
                  </a:lnTo>
                  <a:lnTo>
                    <a:pt x="9958" y="1306"/>
                  </a:lnTo>
                  <a:lnTo>
                    <a:pt x="9768" y="1143"/>
                  </a:lnTo>
                  <a:lnTo>
                    <a:pt x="9577" y="993"/>
                  </a:lnTo>
                  <a:lnTo>
                    <a:pt x="9387" y="857"/>
                  </a:lnTo>
                  <a:lnTo>
                    <a:pt x="9183" y="721"/>
                  </a:lnTo>
                  <a:lnTo>
                    <a:pt x="8965" y="599"/>
                  </a:lnTo>
                  <a:lnTo>
                    <a:pt x="8747" y="490"/>
                  </a:lnTo>
                  <a:lnTo>
                    <a:pt x="8530" y="395"/>
                  </a:lnTo>
                  <a:lnTo>
                    <a:pt x="8299" y="300"/>
                  </a:lnTo>
                  <a:lnTo>
                    <a:pt x="8067" y="218"/>
                  </a:lnTo>
                  <a:lnTo>
                    <a:pt x="7822" y="150"/>
                  </a:lnTo>
                  <a:lnTo>
                    <a:pt x="7578" y="96"/>
                  </a:lnTo>
                  <a:lnTo>
                    <a:pt x="7333" y="55"/>
                  </a:lnTo>
                  <a:lnTo>
                    <a:pt x="7074" y="28"/>
                  </a:lnTo>
                  <a:lnTo>
                    <a:pt x="682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2079264" y="1680149"/>
              <a:ext cx="135609" cy="131757"/>
            </a:xfrm>
            <a:custGeom>
              <a:avLst/>
              <a:gdLst/>
              <a:ahLst/>
              <a:cxnLst/>
              <a:rect l="l" t="t" r="r" b="b"/>
              <a:pathLst>
                <a:path w="3837" h="3728" extrusionOk="0">
                  <a:moveTo>
                    <a:pt x="0" y="0"/>
                  </a:moveTo>
                  <a:lnTo>
                    <a:pt x="14" y="191"/>
                  </a:lnTo>
                  <a:lnTo>
                    <a:pt x="28" y="381"/>
                  </a:lnTo>
                  <a:lnTo>
                    <a:pt x="41" y="571"/>
                  </a:lnTo>
                  <a:lnTo>
                    <a:pt x="82" y="748"/>
                  </a:lnTo>
                  <a:lnTo>
                    <a:pt x="123" y="939"/>
                  </a:lnTo>
                  <a:lnTo>
                    <a:pt x="177" y="1116"/>
                  </a:lnTo>
                  <a:lnTo>
                    <a:pt x="232" y="1279"/>
                  </a:lnTo>
                  <a:lnTo>
                    <a:pt x="300" y="1456"/>
                  </a:lnTo>
                  <a:lnTo>
                    <a:pt x="368" y="1619"/>
                  </a:lnTo>
                  <a:lnTo>
                    <a:pt x="449" y="1782"/>
                  </a:lnTo>
                  <a:lnTo>
                    <a:pt x="545" y="1932"/>
                  </a:lnTo>
                  <a:lnTo>
                    <a:pt x="640" y="2081"/>
                  </a:lnTo>
                  <a:lnTo>
                    <a:pt x="749" y="2231"/>
                  </a:lnTo>
                  <a:lnTo>
                    <a:pt x="857" y="2381"/>
                  </a:lnTo>
                  <a:lnTo>
                    <a:pt x="980" y="2517"/>
                  </a:lnTo>
                  <a:lnTo>
                    <a:pt x="1102" y="2639"/>
                  </a:lnTo>
                  <a:lnTo>
                    <a:pt x="1225" y="2761"/>
                  </a:lnTo>
                  <a:lnTo>
                    <a:pt x="1361" y="2884"/>
                  </a:lnTo>
                  <a:lnTo>
                    <a:pt x="1497" y="2993"/>
                  </a:lnTo>
                  <a:lnTo>
                    <a:pt x="1646" y="3102"/>
                  </a:lnTo>
                  <a:lnTo>
                    <a:pt x="1796" y="3197"/>
                  </a:lnTo>
                  <a:lnTo>
                    <a:pt x="1959" y="3278"/>
                  </a:lnTo>
                  <a:lnTo>
                    <a:pt x="2122" y="3360"/>
                  </a:lnTo>
                  <a:lnTo>
                    <a:pt x="2286" y="3442"/>
                  </a:lnTo>
                  <a:lnTo>
                    <a:pt x="2449" y="3510"/>
                  </a:lnTo>
                  <a:lnTo>
                    <a:pt x="2626" y="3564"/>
                  </a:lnTo>
                  <a:lnTo>
                    <a:pt x="2803" y="3618"/>
                  </a:lnTo>
                  <a:lnTo>
                    <a:pt x="2979" y="3659"/>
                  </a:lnTo>
                  <a:lnTo>
                    <a:pt x="3170" y="3686"/>
                  </a:lnTo>
                  <a:lnTo>
                    <a:pt x="3347" y="3714"/>
                  </a:lnTo>
                  <a:lnTo>
                    <a:pt x="3537" y="3727"/>
                  </a:lnTo>
                  <a:lnTo>
                    <a:pt x="3836" y="3727"/>
                  </a:lnTo>
                  <a:lnTo>
                    <a:pt x="3836" y="2598"/>
                  </a:lnTo>
                  <a:lnTo>
                    <a:pt x="3728" y="2598"/>
                  </a:lnTo>
                  <a:lnTo>
                    <a:pt x="3469" y="2585"/>
                  </a:lnTo>
                  <a:lnTo>
                    <a:pt x="3211" y="2544"/>
                  </a:lnTo>
                  <a:lnTo>
                    <a:pt x="2966" y="2476"/>
                  </a:lnTo>
                  <a:lnTo>
                    <a:pt x="2721" y="2394"/>
                  </a:lnTo>
                  <a:lnTo>
                    <a:pt x="2503" y="2285"/>
                  </a:lnTo>
                  <a:lnTo>
                    <a:pt x="2286" y="2149"/>
                  </a:lnTo>
                  <a:lnTo>
                    <a:pt x="2082" y="2000"/>
                  </a:lnTo>
                  <a:lnTo>
                    <a:pt x="1905" y="1837"/>
                  </a:lnTo>
                  <a:lnTo>
                    <a:pt x="1728" y="1646"/>
                  </a:lnTo>
                  <a:lnTo>
                    <a:pt x="1578" y="1456"/>
                  </a:lnTo>
                  <a:lnTo>
                    <a:pt x="1456" y="1238"/>
                  </a:lnTo>
                  <a:lnTo>
                    <a:pt x="1347" y="1007"/>
                  </a:lnTo>
                  <a:lnTo>
                    <a:pt x="1252" y="776"/>
                  </a:lnTo>
                  <a:lnTo>
                    <a:pt x="1198" y="531"/>
                  </a:lnTo>
                  <a:lnTo>
                    <a:pt x="1157" y="27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1620124" y="2059944"/>
              <a:ext cx="113980" cy="184134"/>
            </a:xfrm>
            <a:custGeom>
              <a:avLst/>
              <a:gdLst/>
              <a:ahLst/>
              <a:cxnLst/>
              <a:rect l="l" t="t" r="r" b="b"/>
              <a:pathLst>
                <a:path w="3225" h="5210" extrusionOk="0">
                  <a:moveTo>
                    <a:pt x="1" y="0"/>
                  </a:moveTo>
                  <a:lnTo>
                    <a:pt x="1" y="2000"/>
                  </a:lnTo>
                  <a:lnTo>
                    <a:pt x="15" y="2163"/>
                  </a:lnTo>
                  <a:lnTo>
                    <a:pt x="28" y="2326"/>
                  </a:lnTo>
                  <a:lnTo>
                    <a:pt x="42" y="2489"/>
                  </a:lnTo>
                  <a:lnTo>
                    <a:pt x="69" y="2653"/>
                  </a:lnTo>
                  <a:lnTo>
                    <a:pt x="151" y="2952"/>
                  </a:lnTo>
                  <a:lnTo>
                    <a:pt x="259" y="3251"/>
                  </a:lnTo>
                  <a:lnTo>
                    <a:pt x="395" y="3537"/>
                  </a:lnTo>
                  <a:lnTo>
                    <a:pt x="559" y="3795"/>
                  </a:lnTo>
                  <a:lnTo>
                    <a:pt x="736" y="4040"/>
                  </a:lnTo>
                  <a:lnTo>
                    <a:pt x="953" y="4271"/>
                  </a:lnTo>
                  <a:lnTo>
                    <a:pt x="1171" y="4475"/>
                  </a:lnTo>
                  <a:lnTo>
                    <a:pt x="1429" y="4666"/>
                  </a:lnTo>
                  <a:lnTo>
                    <a:pt x="1688" y="4829"/>
                  </a:lnTo>
                  <a:lnTo>
                    <a:pt x="1973" y="4965"/>
                  </a:lnTo>
                  <a:lnTo>
                    <a:pt x="2259" y="5074"/>
                  </a:lnTo>
                  <a:lnTo>
                    <a:pt x="2572" y="5142"/>
                  </a:lnTo>
                  <a:lnTo>
                    <a:pt x="2735" y="5183"/>
                  </a:lnTo>
                  <a:lnTo>
                    <a:pt x="2885" y="5196"/>
                  </a:lnTo>
                  <a:lnTo>
                    <a:pt x="3048" y="5210"/>
                  </a:lnTo>
                  <a:lnTo>
                    <a:pt x="3225" y="5210"/>
                  </a:lnTo>
                  <a:lnTo>
                    <a:pt x="3225" y="4081"/>
                  </a:lnTo>
                  <a:lnTo>
                    <a:pt x="3007" y="4067"/>
                  </a:lnTo>
                  <a:lnTo>
                    <a:pt x="2803" y="4040"/>
                  </a:lnTo>
                  <a:lnTo>
                    <a:pt x="2599" y="3986"/>
                  </a:lnTo>
                  <a:lnTo>
                    <a:pt x="2409" y="3918"/>
                  </a:lnTo>
                  <a:lnTo>
                    <a:pt x="2232" y="3822"/>
                  </a:lnTo>
                  <a:lnTo>
                    <a:pt x="2055" y="3727"/>
                  </a:lnTo>
                  <a:lnTo>
                    <a:pt x="1892" y="3605"/>
                  </a:lnTo>
                  <a:lnTo>
                    <a:pt x="1756" y="3469"/>
                  </a:lnTo>
                  <a:lnTo>
                    <a:pt x="1620" y="3319"/>
                  </a:lnTo>
                  <a:lnTo>
                    <a:pt x="1497" y="3156"/>
                  </a:lnTo>
                  <a:lnTo>
                    <a:pt x="1388" y="2993"/>
                  </a:lnTo>
                  <a:lnTo>
                    <a:pt x="1307" y="2802"/>
                  </a:lnTo>
                  <a:lnTo>
                    <a:pt x="1239" y="2612"/>
                  </a:lnTo>
                  <a:lnTo>
                    <a:pt x="1184" y="2421"/>
                  </a:lnTo>
                  <a:lnTo>
                    <a:pt x="1157" y="2217"/>
                  </a:lnTo>
                  <a:lnTo>
                    <a:pt x="1144" y="200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1973977" y="2142152"/>
              <a:ext cx="185619" cy="441817"/>
            </a:xfrm>
            <a:custGeom>
              <a:avLst/>
              <a:gdLst/>
              <a:ahLst/>
              <a:cxnLst/>
              <a:rect l="l" t="t" r="r" b="b"/>
              <a:pathLst>
                <a:path w="5252" h="12501" extrusionOk="0">
                  <a:moveTo>
                    <a:pt x="1" y="0"/>
                  </a:moveTo>
                  <a:lnTo>
                    <a:pt x="1" y="2245"/>
                  </a:lnTo>
                  <a:lnTo>
                    <a:pt x="14" y="2517"/>
                  </a:lnTo>
                  <a:lnTo>
                    <a:pt x="55" y="2775"/>
                  </a:lnTo>
                  <a:lnTo>
                    <a:pt x="109" y="3034"/>
                  </a:lnTo>
                  <a:lnTo>
                    <a:pt x="205" y="3265"/>
                  </a:lnTo>
                  <a:lnTo>
                    <a:pt x="313" y="3496"/>
                  </a:lnTo>
                  <a:lnTo>
                    <a:pt x="449" y="3714"/>
                  </a:lnTo>
                  <a:lnTo>
                    <a:pt x="599" y="3918"/>
                  </a:lnTo>
                  <a:lnTo>
                    <a:pt x="762" y="4108"/>
                  </a:lnTo>
                  <a:lnTo>
                    <a:pt x="953" y="4271"/>
                  </a:lnTo>
                  <a:lnTo>
                    <a:pt x="1157" y="4435"/>
                  </a:lnTo>
                  <a:lnTo>
                    <a:pt x="1374" y="4557"/>
                  </a:lnTo>
                  <a:lnTo>
                    <a:pt x="1606" y="4666"/>
                  </a:lnTo>
                  <a:lnTo>
                    <a:pt x="1850" y="4761"/>
                  </a:lnTo>
                  <a:lnTo>
                    <a:pt x="2095" y="4829"/>
                  </a:lnTo>
                  <a:lnTo>
                    <a:pt x="2354" y="4870"/>
                  </a:lnTo>
                  <a:lnTo>
                    <a:pt x="2626" y="4884"/>
                  </a:lnTo>
                  <a:lnTo>
                    <a:pt x="2775" y="4884"/>
                  </a:lnTo>
                  <a:lnTo>
                    <a:pt x="2925" y="4911"/>
                  </a:lnTo>
                  <a:lnTo>
                    <a:pt x="3075" y="4952"/>
                  </a:lnTo>
                  <a:lnTo>
                    <a:pt x="3211" y="4992"/>
                  </a:lnTo>
                  <a:lnTo>
                    <a:pt x="3333" y="5060"/>
                  </a:lnTo>
                  <a:lnTo>
                    <a:pt x="3456" y="5128"/>
                  </a:lnTo>
                  <a:lnTo>
                    <a:pt x="3578" y="5224"/>
                  </a:lnTo>
                  <a:lnTo>
                    <a:pt x="3687" y="5319"/>
                  </a:lnTo>
                  <a:lnTo>
                    <a:pt x="3782" y="5428"/>
                  </a:lnTo>
                  <a:lnTo>
                    <a:pt x="3864" y="5536"/>
                  </a:lnTo>
                  <a:lnTo>
                    <a:pt x="3945" y="5659"/>
                  </a:lnTo>
                  <a:lnTo>
                    <a:pt x="4000" y="5795"/>
                  </a:lnTo>
                  <a:lnTo>
                    <a:pt x="4054" y="5931"/>
                  </a:lnTo>
                  <a:lnTo>
                    <a:pt x="4095" y="6067"/>
                  </a:lnTo>
                  <a:lnTo>
                    <a:pt x="4109" y="6217"/>
                  </a:lnTo>
                  <a:lnTo>
                    <a:pt x="4122" y="6366"/>
                  </a:lnTo>
                  <a:lnTo>
                    <a:pt x="4122" y="12501"/>
                  </a:lnTo>
                  <a:lnTo>
                    <a:pt x="5251" y="12501"/>
                  </a:lnTo>
                  <a:lnTo>
                    <a:pt x="5251" y="6366"/>
                  </a:lnTo>
                  <a:lnTo>
                    <a:pt x="5238" y="6108"/>
                  </a:lnTo>
                  <a:lnTo>
                    <a:pt x="5197" y="5836"/>
                  </a:lnTo>
                  <a:lnTo>
                    <a:pt x="5142" y="5591"/>
                  </a:lnTo>
                  <a:lnTo>
                    <a:pt x="5047" y="5346"/>
                  </a:lnTo>
                  <a:lnTo>
                    <a:pt x="4938" y="5115"/>
                  </a:lnTo>
                  <a:lnTo>
                    <a:pt x="4802" y="4897"/>
                  </a:lnTo>
                  <a:lnTo>
                    <a:pt x="4653" y="4693"/>
                  </a:lnTo>
                  <a:lnTo>
                    <a:pt x="4489" y="4516"/>
                  </a:lnTo>
                  <a:lnTo>
                    <a:pt x="4299" y="4339"/>
                  </a:lnTo>
                  <a:lnTo>
                    <a:pt x="4095" y="4190"/>
                  </a:lnTo>
                  <a:lnTo>
                    <a:pt x="3877" y="4054"/>
                  </a:lnTo>
                  <a:lnTo>
                    <a:pt x="3646" y="3945"/>
                  </a:lnTo>
                  <a:lnTo>
                    <a:pt x="3401" y="3863"/>
                  </a:lnTo>
                  <a:lnTo>
                    <a:pt x="3156" y="3795"/>
                  </a:lnTo>
                  <a:lnTo>
                    <a:pt x="2898" y="3755"/>
                  </a:lnTo>
                  <a:lnTo>
                    <a:pt x="2626" y="3741"/>
                  </a:lnTo>
                  <a:lnTo>
                    <a:pt x="2476" y="3727"/>
                  </a:lnTo>
                  <a:lnTo>
                    <a:pt x="2327" y="3714"/>
                  </a:lnTo>
                  <a:lnTo>
                    <a:pt x="2177" y="3673"/>
                  </a:lnTo>
                  <a:lnTo>
                    <a:pt x="2041" y="3618"/>
                  </a:lnTo>
                  <a:lnTo>
                    <a:pt x="1918" y="3564"/>
                  </a:lnTo>
                  <a:lnTo>
                    <a:pt x="1796" y="3482"/>
                  </a:lnTo>
                  <a:lnTo>
                    <a:pt x="1674" y="3401"/>
                  </a:lnTo>
                  <a:lnTo>
                    <a:pt x="1565" y="3306"/>
                  </a:lnTo>
                  <a:lnTo>
                    <a:pt x="1470" y="3197"/>
                  </a:lnTo>
                  <a:lnTo>
                    <a:pt x="1388" y="3088"/>
                  </a:lnTo>
                  <a:lnTo>
                    <a:pt x="1306" y="2966"/>
                  </a:lnTo>
                  <a:lnTo>
                    <a:pt x="1252" y="2830"/>
                  </a:lnTo>
                  <a:lnTo>
                    <a:pt x="1198" y="2694"/>
                  </a:lnTo>
                  <a:lnTo>
                    <a:pt x="1157" y="2544"/>
                  </a:lnTo>
                  <a:lnTo>
                    <a:pt x="1143" y="2394"/>
                  </a:lnTo>
                  <a:lnTo>
                    <a:pt x="1130" y="2245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2139841" y="2327702"/>
              <a:ext cx="133665" cy="155790"/>
            </a:xfrm>
            <a:custGeom>
              <a:avLst/>
              <a:gdLst/>
              <a:ahLst/>
              <a:cxnLst/>
              <a:rect l="l" t="t" r="r" b="b"/>
              <a:pathLst>
                <a:path w="3782" h="4408" extrusionOk="0">
                  <a:moveTo>
                    <a:pt x="2639" y="1"/>
                  </a:moveTo>
                  <a:lnTo>
                    <a:pt x="2639" y="627"/>
                  </a:lnTo>
                  <a:lnTo>
                    <a:pt x="2626" y="899"/>
                  </a:lnTo>
                  <a:lnTo>
                    <a:pt x="2599" y="1157"/>
                  </a:lnTo>
                  <a:lnTo>
                    <a:pt x="2530" y="1415"/>
                  </a:lnTo>
                  <a:lnTo>
                    <a:pt x="2435" y="1647"/>
                  </a:lnTo>
                  <a:lnTo>
                    <a:pt x="2326" y="1892"/>
                  </a:lnTo>
                  <a:lnTo>
                    <a:pt x="2190" y="2109"/>
                  </a:lnTo>
                  <a:lnTo>
                    <a:pt x="2041" y="2313"/>
                  </a:lnTo>
                  <a:lnTo>
                    <a:pt x="1864" y="2490"/>
                  </a:lnTo>
                  <a:lnTo>
                    <a:pt x="1674" y="2667"/>
                  </a:lnTo>
                  <a:lnTo>
                    <a:pt x="1469" y="2817"/>
                  </a:lnTo>
                  <a:lnTo>
                    <a:pt x="1252" y="2953"/>
                  </a:lnTo>
                  <a:lnTo>
                    <a:pt x="1021" y="3061"/>
                  </a:lnTo>
                  <a:lnTo>
                    <a:pt x="776" y="3157"/>
                  </a:lnTo>
                  <a:lnTo>
                    <a:pt x="531" y="3225"/>
                  </a:lnTo>
                  <a:lnTo>
                    <a:pt x="259" y="3265"/>
                  </a:lnTo>
                  <a:lnTo>
                    <a:pt x="0" y="3279"/>
                  </a:lnTo>
                  <a:lnTo>
                    <a:pt x="0" y="4408"/>
                  </a:lnTo>
                  <a:lnTo>
                    <a:pt x="191" y="4408"/>
                  </a:lnTo>
                  <a:lnTo>
                    <a:pt x="381" y="4394"/>
                  </a:lnTo>
                  <a:lnTo>
                    <a:pt x="572" y="4367"/>
                  </a:lnTo>
                  <a:lnTo>
                    <a:pt x="762" y="4326"/>
                  </a:lnTo>
                  <a:lnTo>
                    <a:pt x="939" y="4286"/>
                  </a:lnTo>
                  <a:lnTo>
                    <a:pt x="1116" y="4245"/>
                  </a:lnTo>
                  <a:lnTo>
                    <a:pt x="1293" y="4177"/>
                  </a:lnTo>
                  <a:lnTo>
                    <a:pt x="1469" y="4109"/>
                  </a:lnTo>
                  <a:lnTo>
                    <a:pt x="1633" y="4041"/>
                  </a:lnTo>
                  <a:lnTo>
                    <a:pt x="1796" y="3946"/>
                  </a:lnTo>
                  <a:lnTo>
                    <a:pt x="1959" y="3864"/>
                  </a:lnTo>
                  <a:lnTo>
                    <a:pt x="2109" y="3769"/>
                  </a:lnTo>
                  <a:lnTo>
                    <a:pt x="2258" y="3660"/>
                  </a:lnTo>
                  <a:lnTo>
                    <a:pt x="2408" y="3537"/>
                  </a:lnTo>
                  <a:lnTo>
                    <a:pt x="2544" y="3429"/>
                  </a:lnTo>
                  <a:lnTo>
                    <a:pt x="2667" y="3293"/>
                  </a:lnTo>
                  <a:lnTo>
                    <a:pt x="2803" y="3170"/>
                  </a:lnTo>
                  <a:lnTo>
                    <a:pt x="2911" y="3034"/>
                  </a:lnTo>
                  <a:lnTo>
                    <a:pt x="3034" y="2885"/>
                  </a:lnTo>
                  <a:lnTo>
                    <a:pt x="3129" y="2735"/>
                  </a:lnTo>
                  <a:lnTo>
                    <a:pt x="3238" y="2585"/>
                  </a:lnTo>
                  <a:lnTo>
                    <a:pt x="3319" y="2422"/>
                  </a:lnTo>
                  <a:lnTo>
                    <a:pt x="3415" y="2259"/>
                  </a:lnTo>
                  <a:lnTo>
                    <a:pt x="3483" y="2096"/>
                  </a:lnTo>
                  <a:lnTo>
                    <a:pt x="3551" y="1919"/>
                  </a:lnTo>
                  <a:lnTo>
                    <a:pt x="3605" y="1742"/>
                  </a:lnTo>
                  <a:lnTo>
                    <a:pt x="3660" y="1565"/>
                  </a:lnTo>
                  <a:lnTo>
                    <a:pt x="3700" y="1388"/>
                  </a:lnTo>
                  <a:lnTo>
                    <a:pt x="3741" y="1198"/>
                  </a:lnTo>
                  <a:lnTo>
                    <a:pt x="3768" y="1007"/>
                  </a:lnTo>
                  <a:lnTo>
                    <a:pt x="3782" y="817"/>
                  </a:lnTo>
                  <a:lnTo>
                    <a:pt x="3782" y="627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1591779" y="1921470"/>
              <a:ext cx="503383" cy="187068"/>
            </a:xfrm>
            <a:custGeom>
              <a:avLst/>
              <a:gdLst/>
              <a:ahLst/>
              <a:cxnLst/>
              <a:rect l="l" t="t" r="r" b="b"/>
              <a:pathLst>
                <a:path w="14243" h="5293" extrusionOk="0">
                  <a:moveTo>
                    <a:pt x="0" y="1"/>
                  </a:moveTo>
                  <a:lnTo>
                    <a:pt x="0" y="1130"/>
                  </a:lnTo>
                  <a:lnTo>
                    <a:pt x="8937" y="1130"/>
                  </a:lnTo>
                  <a:lnTo>
                    <a:pt x="9155" y="1143"/>
                  </a:lnTo>
                  <a:lnTo>
                    <a:pt x="9373" y="1157"/>
                  </a:lnTo>
                  <a:lnTo>
                    <a:pt x="9577" y="1184"/>
                  </a:lnTo>
                  <a:lnTo>
                    <a:pt x="9781" y="1211"/>
                  </a:lnTo>
                  <a:lnTo>
                    <a:pt x="9985" y="1266"/>
                  </a:lnTo>
                  <a:lnTo>
                    <a:pt x="10175" y="1320"/>
                  </a:lnTo>
                  <a:lnTo>
                    <a:pt x="10379" y="1388"/>
                  </a:lnTo>
                  <a:lnTo>
                    <a:pt x="10570" y="1456"/>
                  </a:lnTo>
                  <a:lnTo>
                    <a:pt x="10746" y="1538"/>
                  </a:lnTo>
                  <a:lnTo>
                    <a:pt x="10923" y="1633"/>
                  </a:lnTo>
                  <a:lnTo>
                    <a:pt x="11100" y="1742"/>
                  </a:lnTo>
                  <a:lnTo>
                    <a:pt x="11277" y="1837"/>
                  </a:lnTo>
                  <a:lnTo>
                    <a:pt x="11440" y="1959"/>
                  </a:lnTo>
                  <a:lnTo>
                    <a:pt x="11590" y="2082"/>
                  </a:lnTo>
                  <a:lnTo>
                    <a:pt x="11739" y="2218"/>
                  </a:lnTo>
                  <a:lnTo>
                    <a:pt x="11889" y="2354"/>
                  </a:lnTo>
                  <a:lnTo>
                    <a:pt x="12025" y="2504"/>
                  </a:lnTo>
                  <a:lnTo>
                    <a:pt x="12161" y="2653"/>
                  </a:lnTo>
                  <a:lnTo>
                    <a:pt x="12284" y="2803"/>
                  </a:lnTo>
                  <a:lnTo>
                    <a:pt x="12392" y="2966"/>
                  </a:lnTo>
                  <a:lnTo>
                    <a:pt x="12501" y="3143"/>
                  </a:lnTo>
                  <a:lnTo>
                    <a:pt x="12610" y="3320"/>
                  </a:lnTo>
                  <a:lnTo>
                    <a:pt x="12705" y="3497"/>
                  </a:lnTo>
                  <a:lnTo>
                    <a:pt x="12787" y="3673"/>
                  </a:lnTo>
                  <a:lnTo>
                    <a:pt x="12855" y="3864"/>
                  </a:lnTo>
                  <a:lnTo>
                    <a:pt x="12923" y="4054"/>
                  </a:lnTo>
                  <a:lnTo>
                    <a:pt x="12977" y="4258"/>
                  </a:lnTo>
                  <a:lnTo>
                    <a:pt x="13032" y="4462"/>
                  </a:lnTo>
                  <a:lnTo>
                    <a:pt x="13059" y="4666"/>
                  </a:lnTo>
                  <a:lnTo>
                    <a:pt x="13086" y="4870"/>
                  </a:lnTo>
                  <a:lnTo>
                    <a:pt x="13100" y="5088"/>
                  </a:lnTo>
                  <a:lnTo>
                    <a:pt x="13113" y="5292"/>
                  </a:lnTo>
                  <a:lnTo>
                    <a:pt x="14242" y="5292"/>
                  </a:lnTo>
                  <a:lnTo>
                    <a:pt x="14242" y="5020"/>
                  </a:lnTo>
                  <a:lnTo>
                    <a:pt x="14215" y="4762"/>
                  </a:lnTo>
                  <a:lnTo>
                    <a:pt x="14188" y="4489"/>
                  </a:lnTo>
                  <a:lnTo>
                    <a:pt x="14134" y="4231"/>
                  </a:lnTo>
                  <a:lnTo>
                    <a:pt x="14079" y="3973"/>
                  </a:lnTo>
                  <a:lnTo>
                    <a:pt x="14011" y="3728"/>
                  </a:lnTo>
                  <a:lnTo>
                    <a:pt x="13930" y="3483"/>
                  </a:lnTo>
                  <a:lnTo>
                    <a:pt x="13834" y="3238"/>
                  </a:lnTo>
                  <a:lnTo>
                    <a:pt x="13725" y="3007"/>
                  </a:lnTo>
                  <a:lnTo>
                    <a:pt x="13603" y="2776"/>
                  </a:lnTo>
                  <a:lnTo>
                    <a:pt x="13481" y="2544"/>
                  </a:lnTo>
                  <a:lnTo>
                    <a:pt x="13345" y="2340"/>
                  </a:lnTo>
                  <a:lnTo>
                    <a:pt x="13195" y="2123"/>
                  </a:lnTo>
                  <a:lnTo>
                    <a:pt x="13032" y="1932"/>
                  </a:lnTo>
                  <a:lnTo>
                    <a:pt x="12869" y="1728"/>
                  </a:lnTo>
                  <a:lnTo>
                    <a:pt x="12692" y="1551"/>
                  </a:lnTo>
                  <a:lnTo>
                    <a:pt x="12501" y="1375"/>
                  </a:lnTo>
                  <a:lnTo>
                    <a:pt x="12311" y="1211"/>
                  </a:lnTo>
                  <a:lnTo>
                    <a:pt x="12120" y="1048"/>
                  </a:lnTo>
                  <a:lnTo>
                    <a:pt x="11903" y="898"/>
                  </a:lnTo>
                  <a:lnTo>
                    <a:pt x="11685" y="762"/>
                  </a:lnTo>
                  <a:lnTo>
                    <a:pt x="11467" y="640"/>
                  </a:lnTo>
                  <a:lnTo>
                    <a:pt x="11236" y="518"/>
                  </a:lnTo>
                  <a:lnTo>
                    <a:pt x="11005" y="409"/>
                  </a:lnTo>
                  <a:lnTo>
                    <a:pt x="10760" y="314"/>
                  </a:lnTo>
                  <a:lnTo>
                    <a:pt x="10515" y="232"/>
                  </a:lnTo>
                  <a:lnTo>
                    <a:pt x="10270" y="164"/>
                  </a:lnTo>
                  <a:lnTo>
                    <a:pt x="10012" y="96"/>
                  </a:lnTo>
                  <a:lnTo>
                    <a:pt x="9754" y="55"/>
                  </a:lnTo>
                  <a:lnTo>
                    <a:pt x="9481" y="28"/>
                  </a:lnTo>
                  <a:lnTo>
                    <a:pt x="9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2041765" y="1881109"/>
              <a:ext cx="298573" cy="147131"/>
            </a:xfrm>
            <a:custGeom>
              <a:avLst/>
              <a:gdLst/>
              <a:ahLst/>
              <a:cxnLst/>
              <a:rect l="l" t="t" r="r" b="b"/>
              <a:pathLst>
                <a:path w="8448" h="4163" extrusionOk="0">
                  <a:moveTo>
                    <a:pt x="7319" y="0"/>
                  </a:moveTo>
                  <a:lnTo>
                    <a:pt x="7305" y="313"/>
                  </a:lnTo>
                  <a:lnTo>
                    <a:pt x="7251" y="612"/>
                  </a:lnTo>
                  <a:lnTo>
                    <a:pt x="7183" y="898"/>
                  </a:lnTo>
                  <a:lnTo>
                    <a:pt x="7074" y="1183"/>
                  </a:lnTo>
                  <a:lnTo>
                    <a:pt x="6951" y="1442"/>
                  </a:lnTo>
                  <a:lnTo>
                    <a:pt x="6802" y="1687"/>
                  </a:lnTo>
                  <a:lnTo>
                    <a:pt x="6625" y="1932"/>
                  </a:lnTo>
                  <a:lnTo>
                    <a:pt x="6421" y="2136"/>
                  </a:lnTo>
                  <a:lnTo>
                    <a:pt x="6217" y="2340"/>
                  </a:lnTo>
                  <a:lnTo>
                    <a:pt x="5986" y="2517"/>
                  </a:lnTo>
                  <a:lnTo>
                    <a:pt x="5727" y="2666"/>
                  </a:lnTo>
                  <a:lnTo>
                    <a:pt x="5469" y="2789"/>
                  </a:lnTo>
                  <a:lnTo>
                    <a:pt x="5183" y="2897"/>
                  </a:lnTo>
                  <a:lnTo>
                    <a:pt x="4897" y="2965"/>
                  </a:lnTo>
                  <a:lnTo>
                    <a:pt x="4598" y="3006"/>
                  </a:lnTo>
                  <a:lnTo>
                    <a:pt x="4285" y="3033"/>
                  </a:lnTo>
                  <a:lnTo>
                    <a:pt x="0" y="3033"/>
                  </a:lnTo>
                  <a:lnTo>
                    <a:pt x="0" y="4162"/>
                  </a:lnTo>
                  <a:lnTo>
                    <a:pt x="4503" y="4162"/>
                  </a:lnTo>
                  <a:lnTo>
                    <a:pt x="4707" y="4149"/>
                  </a:lnTo>
                  <a:lnTo>
                    <a:pt x="4925" y="4122"/>
                  </a:lnTo>
                  <a:lnTo>
                    <a:pt x="5129" y="4081"/>
                  </a:lnTo>
                  <a:lnTo>
                    <a:pt x="5333" y="4026"/>
                  </a:lnTo>
                  <a:lnTo>
                    <a:pt x="5523" y="3972"/>
                  </a:lnTo>
                  <a:lnTo>
                    <a:pt x="5714" y="3918"/>
                  </a:lnTo>
                  <a:lnTo>
                    <a:pt x="5904" y="3836"/>
                  </a:lnTo>
                  <a:lnTo>
                    <a:pt x="6094" y="3754"/>
                  </a:lnTo>
                  <a:lnTo>
                    <a:pt x="6271" y="3659"/>
                  </a:lnTo>
                  <a:lnTo>
                    <a:pt x="6448" y="3564"/>
                  </a:lnTo>
                  <a:lnTo>
                    <a:pt x="6611" y="3455"/>
                  </a:lnTo>
                  <a:lnTo>
                    <a:pt x="6775" y="3333"/>
                  </a:lnTo>
                  <a:lnTo>
                    <a:pt x="6938" y="3210"/>
                  </a:lnTo>
                  <a:lnTo>
                    <a:pt x="7087" y="3088"/>
                  </a:lnTo>
                  <a:lnTo>
                    <a:pt x="7237" y="2938"/>
                  </a:lnTo>
                  <a:lnTo>
                    <a:pt x="7373" y="2802"/>
                  </a:lnTo>
                  <a:lnTo>
                    <a:pt x="7496" y="2653"/>
                  </a:lnTo>
                  <a:lnTo>
                    <a:pt x="7618" y="2489"/>
                  </a:lnTo>
                  <a:lnTo>
                    <a:pt x="7740" y="2326"/>
                  </a:lnTo>
                  <a:lnTo>
                    <a:pt x="7849" y="2163"/>
                  </a:lnTo>
                  <a:lnTo>
                    <a:pt x="7944" y="1986"/>
                  </a:lnTo>
                  <a:lnTo>
                    <a:pt x="8040" y="1809"/>
                  </a:lnTo>
                  <a:lnTo>
                    <a:pt x="8121" y="1619"/>
                  </a:lnTo>
                  <a:lnTo>
                    <a:pt x="8203" y="1428"/>
                  </a:lnTo>
                  <a:lnTo>
                    <a:pt x="8257" y="1238"/>
                  </a:lnTo>
                  <a:lnTo>
                    <a:pt x="8325" y="1034"/>
                  </a:lnTo>
                  <a:lnTo>
                    <a:pt x="8366" y="843"/>
                  </a:lnTo>
                  <a:lnTo>
                    <a:pt x="8407" y="639"/>
                  </a:lnTo>
                  <a:lnTo>
                    <a:pt x="8434" y="422"/>
                  </a:lnTo>
                  <a:lnTo>
                    <a:pt x="8448" y="218"/>
                  </a:lnTo>
                  <a:lnTo>
                    <a:pt x="844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2499456" y="2274334"/>
              <a:ext cx="140416" cy="163989"/>
            </a:xfrm>
            <a:custGeom>
              <a:avLst/>
              <a:gdLst/>
              <a:ahLst/>
              <a:cxnLst/>
              <a:rect l="l" t="t" r="r" b="b"/>
              <a:pathLst>
                <a:path w="3973" h="4640" extrusionOk="0">
                  <a:moveTo>
                    <a:pt x="0" y="1"/>
                  </a:moveTo>
                  <a:lnTo>
                    <a:pt x="0" y="667"/>
                  </a:lnTo>
                  <a:lnTo>
                    <a:pt x="0" y="871"/>
                  </a:lnTo>
                  <a:lnTo>
                    <a:pt x="14" y="1076"/>
                  </a:lnTo>
                  <a:lnTo>
                    <a:pt x="41" y="1266"/>
                  </a:lnTo>
                  <a:lnTo>
                    <a:pt x="82" y="1470"/>
                  </a:lnTo>
                  <a:lnTo>
                    <a:pt x="123" y="1660"/>
                  </a:lnTo>
                  <a:lnTo>
                    <a:pt x="177" y="1851"/>
                  </a:lnTo>
                  <a:lnTo>
                    <a:pt x="245" y="2028"/>
                  </a:lnTo>
                  <a:lnTo>
                    <a:pt x="313" y="2205"/>
                  </a:lnTo>
                  <a:lnTo>
                    <a:pt x="395" y="2381"/>
                  </a:lnTo>
                  <a:lnTo>
                    <a:pt x="476" y="2558"/>
                  </a:lnTo>
                  <a:lnTo>
                    <a:pt x="571" y="2721"/>
                  </a:lnTo>
                  <a:lnTo>
                    <a:pt x="680" y="2885"/>
                  </a:lnTo>
                  <a:lnTo>
                    <a:pt x="789" y="3048"/>
                  </a:lnTo>
                  <a:lnTo>
                    <a:pt x="912" y="3197"/>
                  </a:lnTo>
                  <a:lnTo>
                    <a:pt x="1034" y="3334"/>
                  </a:lnTo>
                  <a:lnTo>
                    <a:pt x="1170" y="3470"/>
                  </a:lnTo>
                  <a:lnTo>
                    <a:pt x="1306" y="3606"/>
                  </a:lnTo>
                  <a:lnTo>
                    <a:pt x="1442" y="3728"/>
                  </a:lnTo>
                  <a:lnTo>
                    <a:pt x="1605" y="3850"/>
                  </a:lnTo>
                  <a:lnTo>
                    <a:pt x="1755" y="3959"/>
                  </a:lnTo>
                  <a:lnTo>
                    <a:pt x="1918" y="4068"/>
                  </a:lnTo>
                  <a:lnTo>
                    <a:pt x="2081" y="4163"/>
                  </a:lnTo>
                  <a:lnTo>
                    <a:pt x="2258" y="4245"/>
                  </a:lnTo>
                  <a:lnTo>
                    <a:pt x="2435" y="4327"/>
                  </a:lnTo>
                  <a:lnTo>
                    <a:pt x="2612" y="4395"/>
                  </a:lnTo>
                  <a:lnTo>
                    <a:pt x="2789" y="4463"/>
                  </a:lnTo>
                  <a:lnTo>
                    <a:pt x="2979" y="4517"/>
                  </a:lnTo>
                  <a:lnTo>
                    <a:pt x="3170" y="4558"/>
                  </a:lnTo>
                  <a:lnTo>
                    <a:pt x="3374" y="4599"/>
                  </a:lnTo>
                  <a:lnTo>
                    <a:pt x="3564" y="4626"/>
                  </a:lnTo>
                  <a:lnTo>
                    <a:pt x="3768" y="4639"/>
                  </a:lnTo>
                  <a:lnTo>
                    <a:pt x="3972" y="4639"/>
                  </a:lnTo>
                  <a:lnTo>
                    <a:pt x="3972" y="3510"/>
                  </a:lnTo>
                  <a:lnTo>
                    <a:pt x="3686" y="3497"/>
                  </a:lnTo>
                  <a:lnTo>
                    <a:pt x="3401" y="3442"/>
                  </a:lnTo>
                  <a:lnTo>
                    <a:pt x="3129" y="3374"/>
                  </a:lnTo>
                  <a:lnTo>
                    <a:pt x="2870" y="3279"/>
                  </a:lnTo>
                  <a:lnTo>
                    <a:pt x="2625" y="3157"/>
                  </a:lnTo>
                  <a:lnTo>
                    <a:pt x="2394" y="3021"/>
                  </a:lnTo>
                  <a:lnTo>
                    <a:pt x="2177" y="2857"/>
                  </a:lnTo>
                  <a:lnTo>
                    <a:pt x="1973" y="2667"/>
                  </a:lnTo>
                  <a:lnTo>
                    <a:pt x="1782" y="2477"/>
                  </a:lnTo>
                  <a:lnTo>
                    <a:pt x="1619" y="2245"/>
                  </a:lnTo>
                  <a:lnTo>
                    <a:pt x="1483" y="2014"/>
                  </a:lnTo>
                  <a:lnTo>
                    <a:pt x="1360" y="1769"/>
                  </a:lnTo>
                  <a:lnTo>
                    <a:pt x="1265" y="1511"/>
                  </a:lnTo>
                  <a:lnTo>
                    <a:pt x="1197" y="1239"/>
                  </a:lnTo>
                  <a:lnTo>
                    <a:pt x="1156" y="953"/>
                  </a:lnTo>
                  <a:lnTo>
                    <a:pt x="1129" y="667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2457610" y="1856086"/>
              <a:ext cx="175511" cy="140416"/>
            </a:xfrm>
            <a:custGeom>
              <a:avLst/>
              <a:gdLst/>
              <a:ahLst/>
              <a:cxnLst/>
              <a:rect l="l" t="t" r="r" b="b"/>
              <a:pathLst>
                <a:path w="4966" h="3973" extrusionOk="0">
                  <a:moveTo>
                    <a:pt x="3837" y="1"/>
                  </a:moveTo>
                  <a:lnTo>
                    <a:pt x="3823" y="286"/>
                  </a:lnTo>
                  <a:lnTo>
                    <a:pt x="3782" y="572"/>
                  </a:lnTo>
                  <a:lnTo>
                    <a:pt x="3701" y="844"/>
                  </a:lnTo>
                  <a:lnTo>
                    <a:pt x="3605" y="1103"/>
                  </a:lnTo>
                  <a:lnTo>
                    <a:pt x="3497" y="1347"/>
                  </a:lnTo>
                  <a:lnTo>
                    <a:pt x="3347" y="1579"/>
                  </a:lnTo>
                  <a:lnTo>
                    <a:pt x="3184" y="1810"/>
                  </a:lnTo>
                  <a:lnTo>
                    <a:pt x="3007" y="2000"/>
                  </a:lnTo>
                  <a:lnTo>
                    <a:pt x="2803" y="2191"/>
                  </a:lnTo>
                  <a:lnTo>
                    <a:pt x="2585" y="2354"/>
                  </a:lnTo>
                  <a:lnTo>
                    <a:pt x="2340" y="2490"/>
                  </a:lnTo>
                  <a:lnTo>
                    <a:pt x="2096" y="2612"/>
                  </a:lnTo>
                  <a:lnTo>
                    <a:pt x="1837" y="2708"/>
                  </a:lnTo>
                  <a:lnTo>
                    <a:pt x="1565" y="2776"/>
                  </a:lnTo>
                  <a:lnTo>
                    <a:pt x="1279" y="2830"/>
                  </a:lnTo>
                  <a:lnTo>
                    <a:pt x="994" y="2844"/>
                  </a:lnTo>
                  <a:lnTo>
                    <a:pt x="1" y="2844"/>
                  </a:lnTo>
                  <a:lnTo>
                    <a:pt x="1" y="3973"/>
                  </a:lnTo>
                  <a:lnTo>
                    <a:pt x="1198" y="3973"/>
                  </a:lnTo>
                  <a:lnTo>
                    <a:pt x="1402" y="3959"/>
                  </a:lnTo>
                  <a:lnTo>
                    <a:pt x="1606" y="3932"/>
                  </a:lnTo>
                  <a:lnTo>
                    <a:pt x="1796" y="3891"/>
                  </a:lnTo>
                  <a:lnTo>
                    <a:pt x="1987" y="3850"/>
                  </a:lnTo>
                  <a:lnTo>
                    <a:pt x="2177" y="3796"/>
                  </a:lnTo>
                  <a:lnTo>
                    <a:pt x="2354" y="3728"/>
                  </a:lnTo>
                  <a:lnTo>
                    <a:pt x="2544" y="3660"/>
                  </a:lnTo>
                  <a:lnTo>
                    <a:pt x="2721" y="3578"/>
                  </a:lnTo>
                  <a:lnTo>
                    <a:pt x="2884" y="3497"/>
                  </a:lnTo>
                  <a:lnTo>
                    <a:pt x="3061" y="3401"/>
                  </a:lnTo>
                  <a:lnTo>
                    <a:pt x="3211" y="3293"/>
                  </a:lnTo>
                  <a:lnTo>
                    <a:pt x="3374" y="3184"/>
                  </a:lnTo>
                  <a:lnTo>
                    <a:pt x="3524" y="3061"/>
                  </a:lnTo>
                  <a:lnTo>
                    <a:pt x="3673" y="2939"/>
                  </a:lnTo>
                  <a:lnTo>
                    <a:pt x="3809" y="2803"/>
                  </a:lnTo>
                  <a:lnTo>
                    <a:pt x="3932" y="2667"/>
                  </a:lnTo>
                  <a:lnTo>
                    <a:pt x="4068" y="2531"/>
                  </a:lnTo>
                  <a:lnTo>
                    <a:pt x="4177" y="2381"/>
                  </a:lnTo>
                  <a:lnTo>
                    <a:pt x="4286" y="2218"/>
                  </a:lnTo>
                  <a:lnTo>
                    <a:pt x="4394" y="2055"/>
                  </a:lnTo>
                  <a:lnTo>
                    <a:pt x="4490" y="1891"/>
                  </a:lnTo>
                  <a:lnTo>
                    <a:pt x="4585" y="1715"/>
                  </a:lnTo>
                  <a:lnTo>
                    <a:pt x="4653" y="1551"/>
                  </a:lnTo>
                  <a:lnTo>
                    <a:pt x="4734" y="1361"/>
                  </a:lnTo>
                  <a:lnTo>
                    <a:pt x="4789" y="1184"/>
                  </a:lnTo>
                  <a:lnTo>
                    <a:pt x="4843" y="994"/>
                  </a:lnTo>
                  <a:lnTo>
                    <a:pt x="4884" y="803"/>
                  </a:lnTo>
                  <a:lnTo>
                    <a:pt x="4925" y="599"/>
                  </a:lnTo>
                  <a:lnTo>
                    <a:pt x="4952" y="409"/>
                  </a:lnTo>
                  <a:lnTo>
                    <a:pt x="4966" y="205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2566254" y="2088784"/>
              <a:ext cx="203891" cy="39937"/>
            </a:xfrm>
            <a:custGeom>
              <a:avLst/>
              <a:gdLst/>
              <a:ahLst/>
              <a:cxnLst/>
              <a:rect l="l" t="t" r="r" b="b"/>
              <a:pathLst>
                <a:path w="5769" h="1130" extrusionOk="0">
                  <a:moveTo>
                    <a:pt x="1" y="0"/>
                  </a:moveTo>
                  <a:lnTo>
                    <a:pt x="1" y="1129"/>
                  </a:lnTo>
                  <a:lnTo>
                    <a:pt x="5768" y="1129"/>
                  </a:lnTo>
                  <a:lnTo>
                    <a:pt x="5741" y="558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1550427" y="1547931"/>
              <a:ext cx="197140" cy="102423"/>
            </a:xfrm>
            <a:custGeom>
              <a:avLst/>
              <a:gdLst/>
              <a:ahLst/>
              <a:cxnLst/>
              <a:rect l="l" t="t" r="r" b="b"/>
              <a:pathLst>
                <a:path w="5578" h="2898" extrusionOk="0">
                  <a:moveTo>
                    <a:pt x="2041" y="0"/>
                  </a:moveTo>
                  <a:lnTo>
                    <a:pt x="1511" y="273"/>
                  </a:lnTo>
                  <a:lnTo>
                    <a:pt x="1007" y="545"/>
                  </a:lnTo>
                  <a:lnTo>
                    <a:pt x="504" y="844"/>
                  </a:lnTo>
                  <a:lnTo>
                    <a:pt x="1" y="1143"/>
                  </a:lnTo>
                  <a:lnTo>
                    <a:pt x="2694" y="1143"/>
                  </a:lnTo>
                  <a:lnTo>
                    <a:pt x="2871" y="1157"/>
                  </a:lnTo>
                  <a:lnTo>
                    <a:pt x="3048" y="1184"/>
                  </a:lnTo>
                  <a:lnTo>
                    <a:pt x="3211" y="1225"/>
                  </a:lnTo>
                  <a:lnTo>
                    <a:pt x="3374" y="1279"/>
                  </a:lnTo>
                  <a:lnTo>
                    <a:pt x="3524" y="1361"/>
                  </a:lnTo>
                  <a:lnTo>
                    <a:pt x="3673" y="1442"/>
                  </a:lnTo>
                  <a:lnTo>
                    <a:pt x="3796" y="1538"/>
                  </a:lnTo>
                  <a:lnTo>
                    <a:pt x="3932" y="1660"/>
                  </a:lnTo>
                  <a:lnTo>
                    <a:pt x="4041" y="1782"/>
                  </a:lnTo>
                  <a:lnTo>
                    <a:pt x="4136" y="1918"/>
                  </a:lnTo>
                  <a:lnTo>
                    <a:pt x="4231" y="2054"/>
                  </a:lnTo>
                  <a:lnTo>
                    <a:pt x="4299" y="2218"/>
                  </a:lnTo>
                  <a:lnTo>
                    <a:pt x="4353" y="2367"/>
                  </a:lnTo>
                  <a:lnTo>
                    <a:pt x="4408" y="2544"/>
                  </a:lnTo>
                  <a:lnTo>
                    <a:pt x="4435" y="2721"/>
                  </a:lnTo>
                  <a:lnTo>
                    <a:pt x="4435" y="2898"/>
                  </a:lnTo>
                  <a:lnTo>
                    <a:pt x="5578" y="2898"/>
                  </a:lnTo>
                  <a:lnTo>
                    <a:pt x="5564" y="2599"/>
                  </a:lnTo>
                  <a:lnTo>
                    <a:pt x="5510" y="2313"/>
                  </a:lnTo>
                  <a:lnTo>
                    <a:pt x="5442" y="2041"/>
                  </a:lnTo>
                  <a:lnTo>
                    <a:pt x="5346" y="1769"/>
                  </a:lnTo>
                  <a:lnTo>
                    <a:pt x="5224" y="1524"/>
                  </a:lnTo>
                  <a:lnTo>
                    <a:pt x="5074" y="1279"/>
                  </a:lnTo>
                  <a:lnTo>
                    <a:pt x="4911" y="1061"/>
                  </a:lnTo>
                  <a:lnTo>
                    <a:pt x="4734" y="857"/>
                  </a:lnTo>
                  <a:lnTo>
                    <a:pt x="4517" y="667"/>
                  </a:lnTo>
                  <a:lnTo>
                    <a:pt x="4299" y="504"/>
                  </a:lnTo>
                  <a:lnTo>
                    <a:pt x="4068" y="354"/>
                  </a:lnTo>
                  <a:lnTo>
                    <a:pt x="3809" y="232"/>
                  </a:lnTo>
                  <a:lnTo>
                    <a:pt x="3551" y="137"/>
                  </a:lnTo>
                  <a:lnTo>
                    <a:pt x="3265" y="69"/>
                  </a:lnTo>
                  <a:lnTo>
                    <a:pt x="2980" y="2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9"/>
            <p:cNvSpPr/>
            <p:nvPr/>
          </p:nvSpPr>
          <p:spPr>
            <a:xfrm>
              <a:off x="1335542" y="2398847"/>
              <a:ext cx="40396" cy="136599"/>
            </a:xfrm>
            <a:custGeom>
              <a:avLst/>
              <a:gdLst/>
              <a:ahLst/>
              <a:cxnLst/>
              <a:rect l="l" t="t" r="r" b="b"/>
              <a:pathLst>
                <a:path w="1143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6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6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29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1412449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7" y="3850"/>
                  </a:lnTo>
                  <a:lnTo>
                    <a:pt x="586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7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1489850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64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6" y="3864"/>
                  </a:lnTo>
                  <a:lnTo>
                    <a:pt x="694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34" y="3606"/>
                  </a:lnTo>
                  <a:lnTo>
                    <a:pt x="1089" y="3510"/>
                  </a:lnTo>
                  <a:lnTo>
                    <a:pt x="1116" y="3415"/>
                  </a:lnTo>
                  <a:lnTo>
                    <a:pt x="1130" y="3306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1566791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5" y="3619"/>
                  </a:lnTo>
                  <a:lnTo>
                    <a:pt x="163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7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79" y="3687"/>
                  </a:lnTo>
                  <a:lnTo>
                    <a:pt x="1048" y="3606"/>
                  </a:lnTo>
                  <a:lnTo>
                    <a:pt x="1088" y="3510"/>
                  </a:lnTo>
                  <a:lnTo>
                    <a:pt x="1129" y="3415"/>
                  </a:lnTo>
                  <a:lnTo>
                    <a:pt x="1129" y="33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1643697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089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3336447" y="4559360"/>
              <a:ext cx="1235538" cy="146671"/>
            </a:xfrm>
            <a:custGeom>
              <a:avLst/>
              <a:gdLst/>
              <a:ahLst/>
              <a:cxnLst/>
              <a:rect l="l" t="t" r="r" b="b"/>
              <a:pathLst>
                <a:path w="34959" h="4150" extrusionOk="0">
                  <a:moveTo>
                    <a:pt x="17480" y="1"/>
                  </a:moveTo>
                  <a:lnTo>
                    <a:pt x="15698" y="14"/>
                  </a:lnTo>
                  <a:lnTo>
                    <a:pt x="13957" y="42"/>
                  </a:lnTo>
                  <a:lnTo>
                    <a:pt x="12283" y="96"/>
                  </a:lnTo>
                  <a:lnTo>
                    <a:pt x="10678" y="164"/>
                  </a:lnTo>
                  <a:lnTo>
                    <a:pt x="9155" y="246"/>
                  </a:lnTo>
                  <a:lnTo>
                    <a:pt x="7713" y="354"/>
                  </a:lnTo>
                  <a:lnTo>
                    <a:pt x="6366" y="477"/>
                  </a:lnTo>
                  <a:lnTo>
                    <a:pt x="5128" y="613"/>
                  </a:lnTo>
                  <a:lnTo>
                    <a:pt x="3999" y="762"/>
                  </a:lnTo>
                  <a:lnTo>
                    <a:pt x="2993" y="912"/>
                  </a:lnTo>
                  <a:lnTo>
                    <a:pt x="2530" y="994"/>
                  </a:lnTo>
                  <a:lnTo>
                    <a:pt x="2109" y="1089"/>
                  </a:lnTo>
                  <a:lnTo>
                    <a:pt x="1728" y="1171"/>
                  </a:lnTo>
                  <a:lnTo>
                    <a:pt x="1374" y="1266"/>
                  </a:lnTo>
                  <a:lnTo>
                    <a:pt x="1061" y="1361"/>
                  </a:lnTo>
                  <a:lnTo>
                    <a:pt x="789" y="1456"/>
                  </a:lnTo>
                  <a:lnTo>
                    <a:pt x="558" y="1551"/>
                  </a:lnTo>
                  <a:lnTo>
                    <a:pt x="354" y="1660"/>
                  </a:lnTo>
                  <a:lnTo>
                    <a:pt x="204" y="1755"/>
                  </a:lnTo>
                  <a:lnTo>
                    <a:pt x="96" y="1864"/>
                  </a:lnTo>
                  <a:lnTo>
                    <a:pt x="55" y="1919"/>
                  </a:lnTo>
                  <a:lnTo>
                    <a:pt x="28" y="1973"/>
                  </a:lnTo>
                  <a:lnTo>
                    <a:pt x="14" y="2027"/>
                  </a:lnTo>
                  <a:lnTo>
                    <a:pt x="0" y="2082"/>
                  </a:lnTo>
                  <a:lnTo>
                    <a:pt x="14" y="2123"/>
                  </a:lnTo>
                  <a:lnTo>
                    <a:pt x="28" y="2177"/>
                  </a:lnTo>
                  <a:lnTo>
                    <a:pt x="55" y="2232"/>
                  </a:lnTo>
                  <a:lnTo>
                    <a:pt x="96" y="2286"/>
                  </a:lnTo>
                  <a:lnTo>
                    <a:pt x="204" y="2395"/>
                  </a:lnTo>
                  <a:lnTo>
                    <a:pt x="354" y="2490"/>
                  </a:lnTo>
                  <a:lnTo>
                    <a:pt x="558" y="2599"/>
                  </a:lnTo>
                  <a:lnTo>
                    <a:pt x="789" y="2694"/>
                  </a:lnTo>
                  <a:lnTo>
                    <a:pt x="1061" y="2789"/>
                  </a:lnTo>
                  <a:lnTo>
                    <a:pt x="1374" y="2884"/>
                  </a:lnTo>
                  <a:lnTo>
                    <a:pt x="1728" y="2980"/>
                  </a:lnTo>
                  <a:lnTo>
                    <a:pt x="2109" y="3061"/>
                  </a:lnTo>
                  <a:lnTo>
                    <a:pt x="2530" y="3156"/>
                  </a:lnTo>
                  <a:lnTo>
                    <a:pt x="2993" y="3238"/>
                  </a:lnTo>
                  <a:lnTo>
                    <a:pt x="3999" y="3401"/>
                  </a:lnTo>
                  <a:lnTo>
                    <a:pt x="5128" y="3537"/>
                  </a:lnTo>
                  <a:lnTo>
                    <a:pt x="6366" y="3673"/>
                  </a:lnTo>
                  <a:lnTo>
                    <a:pt x="7713" y="3796"/>
                  </a:lnTo>
                  <a:lnTo>
                    <a:pt x="9155" y="3905"/>
                  </a:lnTo>
                  <a:lnTo>
                    <a:pt x="10678" y="3986"/>
                  </a:lnTo>
                  <a:lnTo>
                    <a:pt x="12283" y="4054"/>
                  </a:lnTo>
                  <a:lnTo>
                    <a:pt x="13957" y="4109"/>
                  </a:lnTo>
                  <a:lnTo>
                    <a:pt x="15698" y="4136"/>
                  </a:lnTo>
                  <a:lnTo>
                    <a:pt x="17480" y="4149"/>
                  </a:lnTo>
                  <a:lnTo>
                    <a:pt x="19262" y="4136"/>
                  </a:lnTo>
                  <a:lnTo>
                    <a:pt x="21003" y="4109"/>
                  </a:lnTo>
                  <a:lnTo>
                    <a:pt x="22676" y="4054"/>
                  </a:lnTo>
                  <a:lnTo>
                    <a:pt x="24281" y="3986"/>
                  </a:lnTo>
                  <a:lnTo>
                    <a:pt x="25804" y="3905"/>
                  </a:lnTo>
                  <a:lnTo>
                    <a:pt x="27246" y="3796"/>
                  </a:lnTo>
                  <a:lnTo>
                    <a:pt x="28593" y="3673"/>
                  </a:lnTo>
                  <a:lnTo>
                    <a:pt x="29831" y="3537"/>
                  </a:lnTo>
                  <a:lnTo>
                    <a:pt x="30960" y="3401"/>
                  </a:lnTo>
                  <a:lnTo>
                    <a:pt x="31966" y="3238"/>
                  </a:lnTo>
                  <a:lnTo>
                    <a:pt x="32429" y="3156"/>
                  </a:lnTo>
                  <a:lnTo>
                    <a:pt x="32851" y="3061"/>
                  </a:lnTo>
                  <a:lnTo>
                    <a:pt x="33231" y="2980"/>
                  </a:lnTo>
                  <a:lnTo>
                    <a:pt x="33585" y="2884"/>
                  </a:lnTo>
                  <a:lnTo>
                    <a:pt x="33898" y="2789"/>
                  </a:lnTo>
                  <a:lnTo>
                    <a:pt x="34170" y="2694"/>
                  </a:lnTo>
                  <a:lnTo>
                    <a:pt x="34401" y="2599"/>
                  </a:lnTo>
                  <a:lnTo>
                    <a:pt x="34605" y="2490"/>
                  </a:lnTo>
                  <a:lnTo>
                    <a:pt x="34755" y="2395"/>
                  </a:lnTo>
                  <a:lnTo>
                    <a:pt x="34864" y="2286"/>
                  </a:lnTo>
                  <a:lnTo>
                    <a:pt x="34905" y="2232"/>
                  </a:lnTo>
                  <a:lnTo>
                    <a:pt x="34932" y="2177"/>
                  </a:lnTo>
                  <a:lnTo>
                    <a:pt x="34945" y="2123"/>
                  </a:lnTo>
                  <a:lnTo>
                    <a:pt x="34959" y="2082"/>
                  </a:lnTo>
                  <a:lnTo>
                    <a:pt x="34945" y="2027"/>
                  </a:lnTo>
                  <a:lnTo>
                    <a:pt x="34932" y="1973"/>
                  </a:lnTo>
                  <a:lnTo>
                    <a:pt x="34905" y="1919"/>
                  </a:lnTo>
                  <a:lnTo>
                    <a:pt x="34864" y="1864"/>
                  </a:lnTo>
                  <a:lnTo>
                    <a:pt x="34755" y="1755"/>
                  </a:lnTo>
                  <a:lnTo>
                    <a:pt x="34605" y="1660"/>
                  </a:lnTo>
                  <a:lnTo>
                    <a:pt x="34401" y="1551"/>
                  </a:lnTo>
                  <a:lnTo>
                    <a:pt x="34170" y="1456"/>
                  </a:lnTo>
                  <a:lnTo>
                    <a:pt x="33898" y="1361"/>
                  </a:lnTo>
                  <a:lnTo>
                    <a:pt x="33585" y="1266"/>
                  </a:lnTo>
                  <a:lnTo>
                    <a:pt x="33231" y="1171"/>
                  </a:lnTo>
                  <a:lnTo>
                    <a:pt x="32851" y="1089"/>
                  </a:lnTo>
                  <a:lnTo>
                    <a:pt x="32429" y="994"/>
                  </a:lnTo>
                  <a:lnTo>
                    <a:pt x="31966" y="912"/>
                  </a:lnTo>
                  <a:lnTo>
                    <a:pt x="30960" y="762"/>
                  </a:lnTo>
                  <a:lnTo>
                    <a:pt x="29831" y="613"/>
                  </a:lnTo>
                  <a:lnTo>
                    <a:pt x="28593" y="477"/>
                  </a:lnTo>
                  <a:lnTo>
                    <a:pt x="27246" y="354"/>
                  </a:lnTo>
                  <a:lnTo>
                    <a:pt x="25804" y="246"/>
                  </a:lnTo>
                  <a:lnTo>
                    <a:pt x="24281" y="164"/>
                  </a:lnTo>
                  <a:lnTo>
                    <a:pt x="22676" y="96"/>
                  </a:lnTo>
                  <a:lnTo>
                    <a:pt x="21003" y="42"/>
                  </a:lnTo>
                  <a:lnTo>
                    <a:pt x="19262" y="14"/>
                  </a:lnTo>
                  <a:lnTo>
                    <a:pt x="17480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3168638" y="3276730"/>
              <a:ext cx="788491" cy="663944"/>
            </a:xfrm>
            <a:custGeom>
              <a:avLst/>
              <a:gdLst/>
              <a:ahLst/>
              <a:cxnLst/>
              <a:rect l="l" t="t" r="r" b="b"/>
              <a:pathLst>
                <a:path w="22310" h="18786" extrusionOk="0">
                  <a:moveTo>
                    <a:pt x="5864" y="0"/>
                  </a:moveTo>
                  <a:lnTo>
                    <a:pt x="5782" y="14"/>
                  </a:lnTo>
                  <a:lnTo>
                    <a:pt x="5700" y="41"/>
                  </a:lnTo>
                  <a:lnTo>
                    <a:pt x="5619" y="82"/>
                  </a:lnTo>
                  <a:lnTo>
                    <a:pt x="5551" y="136"/>
                  </a:lnTo>
                  <a:lnTo>
                    <a:pt x="5496" y="191"/>
                  </a:lnTo>
                  <a:lnTo>
                    <a:pt x="5456" y="272"/>
                  </a:lnTo>
                  <a:lnTo>
                    <a:pt x="5428" y="354"/>
                  </a:lnTo>
                  <a:lnTo>
                    <a:pt x="5428" y="449"/>
                  </a:lnTo>
                  <a:lnTo>
                    <a:pt x="5428" y="17901"/>
                  </a:lnTo>
                  <a:lnTo>
                    <a:pt x="450" y="17901"/>
                  </a:lnTo>
                  <a:lnTo>
                    <a:pt x="355" y="17915"/>
                  </a:lnTo>
                  <a:lnTo>
                    <a:pt x="273" y="17928"/>
                  </a:lnTo>
                  <a:lnTo>
                    <a:pt x="191" y="17969"/>
                  </a:lnTo>
                  <a:lnTo>
                    <a:pt x="137" y="18024"/>
                  </a:lnTo>
                  <a:lnTo>
                    <a:pt x="83" y="18092"/>
                  </a:lnTo>
                  <a:lnTo>
                    <a:pt x="42" y="18173"/>
                  </a:lnTo>
                  <a:lnTo>
                    <a:pt x="15" y="18255"/>
                  </a:lnTo>
                  <a:lnTo>
                    <a:pt x="1" y="18336"/>
                  </a:lnTo>
                  <a:lnTo>
                    <a:pt x="15" y="18432"/>
                  </a:lnTo>
                  <a:lnTo>
                    <a:pt x="42" y="18513"/>
                  </a:lnTo>
                  <a:lnTo>
                    <a:pt x="83" y="18595"/>
                  </a:lnTo>
                  <a:lnTo>
                    <a:pt x="137" y="18649"/>
                  </a:lnTo>
                  <a:lnTo>
                    <a:pt x="191" y="18704"/>
                  </a:lnTo>
                  <a:lnTo>
                    <a:pt x="273" y="18744"/>
                  </a:lnTo>
                  <a:lnTo>
                    <a:pt x="355" y="18772"/>
                  </a:lnTo>
                  <a:lnTo>
                    <a:pt x="450" y="18785"/>
                  </a:lnTo>
                  <a:lnTo>
                    <a:pt x="5864" y="18785"/>
                  </a:lnTo>
                  <a:lnTo>
                    <a:pt x="5959" y="18772"/>
                  </a:lnTo>
                  <a:lnTo>
                    <a:pt x="6041" y="18744"/>
                  </a:lnTo>
                  <a:lnTo>
                    <a:pt x="6109" y="18704"/>
                  </a:lnTo>
                  <a:lnTo>
                    <a:pt x="6177" y="18649"/>
                  </a:lnTo>
                  <a:lnTo>
                    <a:pt x="6231" y="18595"/>
                  </a:lnTo>
                  <a:lnTo>
                    <a:pt x="6272" y="18513"/>
                  </a:lnTo>
                  <a:lnTo>
                    <a:pt x="6299" y="18432"/>
                  </a:lnTo>
                  <a:lnTo>
                    <a:pt x="6313" y="18336"/>
                  </a:lnTo>
                  <a:lnTo>
                    <a:pt x="6313" y="884"/>
                  </a:lnTo>
                  <a:lnTo>
                    <a:pt x="21425" y="884"/>
                  </a:lnTo>
                  <a:lnTo>
                    <a:pt x="21425" y="4217"/>
                  </a:lnTo>
                  <a:lnTo>
                    <a:pt x="21439" y="4312"/>
                  </a:lnTo>
                  <a:lnTo>
                    <a:pt x="21466" y="4394"/>
                  </a:lnTo>
                  <a:lnTo>
                    <a:pt x="21507" y="4462"/>
                  </a:lnTo>
                  <a:lnTo>
                    <a:pt x="21561" y="4530"/>
                  </a:lnTo>
                  <a:lnTo>
                    <a:pt x="21616" y="4584"/>
                  </a:lnTo>
                  <a:lnTo>
                    <a:pt x="21697" y="4625"/>
                  </a:lnTo>
                  <a:lnTo>
                    <a:pt x="21779" y="4652"/>
                  </a:lnTo>
                  <a:lnTo>
                    <a:pt x="21874" y="4666"/>
                  </a:lnTo>
                  <a:lnTo>
                    <a:pt x="21956" y="4652"/>
                  </a:lnTo>
                  <a:lnTo>
                    <a:pt x="22037" y="4625"/>
                  </a:lnTo>
                  <a:lnTo>
                    <a:pt x="22119" y="4584"/>
                  </a:lnTo>
                  <a:lnTo>
                    <a:pt x="22187" y="4530"/>
                  </a:lnTo>
                  <a:lnTo>
                    <a:pt x="22241" y="4462"/>
                  </a:lnTo>
                  <a:lnTo>
                    <a:pt x="22282" y="4394"/>
                  </a:lnTo>
                  <a:lnTo>
                    <a:pt x="22296" y="4312"/>
                  </a:lnTo>
                  <a:lnTo>
                    <a:pt x="22309" y="4217"/>
                  </a:lnTo>
                  <a:lnTo>
                    <a:pt x="22309" y="449"/>
                  </a:lnTo>
                  <a:lnTo>
                    <a:pt x="22296" y="354"/>
                  </a:lnTo>
                  <a:lnTo>
                    <a:pt x="22282" y="272"/>
                  </a:lnTo>
                  <a:lnTo>
                    <a:pt x="22241" y="191"/>
                  </a:lnTo>
                  <a:lnTo>
                    <a:pt x="22187" y="136"/>
                  </a:lnTo>
                  <a:lnTo>
                    <a:pt x="22119" y="82"/>
                  </a:lnTo>
                  <a:lnTo>
                    <a:pt x="22037" y="41"/>
                  </a:lnTo>
                  <a:lnTo>
                    <a:pt x="21956" y="14"/>
                  </a:lnTo>
                  <a:lnTo>
                    <a:pt x="218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3082119" y="3865649"/>
              <a:ext cx="118786" cy="118291"/>
            </a:xfrm>
            <a:custGeom>
              <a:avLst/>
              <a:gdLst/>
              <a:ahLst/>
              <a:cxnLst/>
              <a:rect l="l" t="t" r="r" b="b"/>
              <a:pathLst>
                <a:path w="3361" h="3347" extrusionOk="0">
                  <a:moveTo>
                    <a:pt x="1" y="0"/>
                  </a:moveTo>
                  <a:lnTo>
                    <a:pt x="1" y="3346"/>
                  </a:lnTo>
                  <a:lnTo>
                    <a:pt x="1905" y="3346"/>
                  </a:lnTo>
                  <a:lnTo>
                    <a:pt x="2055" y="3319"/>
                  </a:lnTo>
                  <a:lnTo>
                    <a:pt x="2218" y="3278"/>
                  </a:lnTo>
                  <a:lnTo>
                    <a:pt x="2367" y="3224"/>
                  </a:lnTo>
                  <a:lnTo>
                    <a:pt x="2503" y="3156"/>
                  </a:lnTo>
                  <a:lnTo>
                    <a:pt x="2639" y="3074"/>
                  </a:lnTo>
                  <a:lnTo>
                    <a:pt x="2762" y="2979"/>
                  </a:lnTo>
                  <a:lnTo>
                    <a:pt x="2884" y="2884"/>
                  </a:lnTo>
                  <a:lnTo>
                    <a:pt x="2979" y="2762"/>
                  </a:lnTo>
                  <a:lnTo>
                    <a:pt x="3075" y="2639"/>
                  </a:lnTo>
                  <a:lnTo>
                    <a:pt x="3156" y="2503"/>
                  </a:lnTo>
                  <a:lnTo>
                    <a:pt x="3224" y="2367"/>
                  </a:lnTo>
                  <a:lnTo>
                    <a:pt x="3279" y="2217"/>
                  </a:lnTo>
                  <a:lnTo>
                    <a:pt x="3320" y="2054"/>
                  </a:lnTo>
                  <a:lnTo>
                    <a:pt x="3347" y="1905"/>
                  </a:lnTo>
                  <a:lnTo>
                    <a:pt x="3360" y="1728"/>
                  </a:lnTo>
                  <a:lnTo>
                    <a:pt x="3360" y="1619"/>
                  </a:lnTo>
                  <a:lnTo>
                    <a:pt x="3347" y="1456"/>
                  </a:lnTo>
                  <a:lnTo>
                    <a:pt x="3320" y="1293"/>
                  </a:lnTo>
                  <a:lnTo>
                    <a:pt x="3279" y="1143"/>
                  </a:lnTo>
                  <a:lnTo>
                    <a:pt x="3224" y="993"/>
                  </a:lnTo>
                  <a:lnTo>
                    <a:pt x="3156" y="857"/>
                  </a:lnTo>
                  <a:lnTo>
                    <a:pt x="3075" y="721"/>
                  </a:lnTo>
                  <a:lnTo>
                    <a:pt x="2979" y="599"/>
                  </a:lnTo>
                  <a:lnTo>
                    <a:pt x="2884" y="476"/>
                  </a:lnTo>
                  <a:lnTo>
                    <a:pt x="2762" y="368"/>
                  </a:lnTo>
                  <a:lnTo>
                    <a:pt x="2639" y="286"/>
                  </a:lnTo>
                  <a:lnTo>
                    <a:pt x="2503" y="204"/>
                  </a:lnTo>
                  <a:lnTo>
                    <a:pt x="2367" y="136"/>
                  </a:lnTo>
                  <a:lnTo>
                    <a:pt x="2218" y="82"/>
                  </a:lnTo>
                  <a:lnTo>
                    <a:pt x="2055" y="41"/>
                  </a:lnTo>
                  <a:lnTo>
                    <a:pt x="1905" y="14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3586922" y="3474297"/>
              <a:ext cx="709147" cy="1161036"/>
            </a:xfrm>
            <a:custGeom>
              <a:avLst/>
              <a:gdLst/>
              <a:ahLst/>
              <a:cxnLst/>
              <a:rect l="l" t="t" r="r" b="b"/>
              <a:pathLst>
                <a:path w="20065" h="32851" extrusionOk="0">
                  <a:moveTo>
                    <a:pt x="1211" y="1"/>
                  </a:moveTo>
                  <a:lnTo>
                    <a:pt x="1034" y="14"/>
                  </a:lnTo>
                  <a:lnTo>
                    <a:pt x="871" y="55"/>
                  </a:lnTo>
                  <a:lnTo>
                    <a:pt x="708" y="110"/>
                  </a:lnTo>
                  <a:lnTo>
                    <a:pt x="572" y="191"/>
                  </a:lnTo>
                  <a:lnTo>
                    <a:pt x="449" y="286"/>
                  </a:lnTo>
                  <a:lnTo>
                    <a:pt x="340" y="382"/>
                  </a:lnTo>
                  <a:lnTo>
                    <a:pt x="245" y="490"/>
                  </a:lnTo>
                  <a:lnTo>
                    <a:pt x="163" y="627"/>
                  </a:lnTo>
                  <a:lnTo>
                    <a:pt x="95" y="763"/>
                  </a:lnTo>
                  <a:lnTo>
                    <a:pt x="41" y="899"/>
                  </a:lnTo>
                  <a:lnTo>
                    <a:pt x="14" y="1062"/>
                  </a:lnTo>
                  <a:lnTo>
                    <a:pt x="0" y="1211"/>
                  </a:lnTo>
                  <a:lnTo>
                    <a:pt x="0" y="31640"/>
                  </a:lnTo>
                  <a:lnTo>
                    <a:pt x="14" y="31763"/>
                  </a:lnTo>
                  <a:lnTo>
                    <a:pt x="27" y="31885"/>
                  </a:lnTo>
                  <a:lnTo>
                    <a:pt x="55" y="32008"/>
                  </a:lnTo>
                  <a:lnTo>
                    <a:pt x="95" y="32116"/>
                  </a:lnTo>
                  <a:lnTo>
                    <a:pt x="150" y="32225"/>
                  </a:lnTo>
                  <a:lnTo>
                    <a:pt x="218" y="32320"/>
                  </a:lnTo>
                  <a:lnTo>
                    <a:pt x="286" y="32416"/>
                  </a:lnTo>
                  <a:lnTo>
                    <a:pt x="354" y="32497"/>
                  </a:lnTo>
                  <a:lnTo>
                    <a:pt x="449" y="32579"/>
                  </a:lnTo>
                  <a:lnTo>
                    <a:pt x="544" y="32647"/>
                  </a:lnTo>
                  <a:lnTo>
                    <a:pt x="640" y="32701"/>
                  </a:lnTo>
                  <a:lnTo>
                    <a:pt x="748" y="32756"/>
                  </a:lnTo>
                  <a:lnTo>
                    <a:pt x="857" y="32796"/>
                  </a:lnTo>
                  <a:lnTo>
                    <a:pt x="966" y="32824"/>
                  </a:lnTo>
                  <a:lnTo>
                    <a:pt x="1088" y="32851"/>
                  </a:lnTo>
                  <a:lnTo>
                    <a:pt x="18976" y="32851"/>
                  </a:lnTo>
                  <a:lnTo>
                    <a:pt x="19098" y="32824"/>
                  </a:lnTo>
                  <a:lnTo>
                    <a:pt x="19221" y="32796"/>
                  </a:lnTo>
                  <a:lnTo>
                    <a:pt x="19330" y="32756"/>
                  </a:lnTo>
                  <a:lnTo>
                    <a:pt x="19438" y="32701"/>
                  </a:lnTo>
                  <a:lnTo>
                    <a:pt x="19534" y="32647"/>
                  </a:lnTo>
                  <a:lnTo>
                    <a:pt x="19629" y="32579"/>
                  </a:lnTo>
                  <a:lnTo>
                    <a:pt x="19710" y="32497"/>
                  </a:lnTo>
                  <a:lnTo>
                    <a:pt x="19792" y="32402"/>
                  </a:lnTo>
                  <a:lnTo>
                    <a:pt x="19860" y="32320"/>
                  </a:lnTo>
                  <a:lnTo>
                    <a:pt x="19914" y="32212"/>
                  </a:lnTo>
                  <a:lnTo>
                    <a:pt x="19969" y="32116"/>
                  </a:lnTo>
                  <a:lnTo>
                    <a:pt x="20010" y="32008"/>
                  </a:lnTo>
                  <a:lnTo>
                    <a:pt x="20037" y="31885"/>
                  </a:lnTo>
                  <a:lnTo>
                    <a:pt x="20051" y="31763"/>
                  </a:lnTo>
                  <a:lnTo>
                    <a:pt x="20064" y="31640"/>
                  </a:lnTo>
                  <a:lnTo>
                    <a:pt x="20064" y="1211"/>
                  </a:lnTo>
                  <a:lnTo>
                    <a:pt x="20051" y="1089"/>
                  </a:lnTo>
                  <a:lnTo>
                    <a:pt x="20037" y="967"/>
                  </a:lnTo>
                  <a:lnTo>
                    <a:pt x="20010" y="858"/>
                  </a:lnTo>
                  <a:lnTo>
                    <a:pt x="19969" y="749"/>
                  </a:lnTo>
                  <a:lnTo>
                    <a:pt x="19914" y="640"/>
                  </a:lnTo>
                  <a:lnTo>
                    <a:pt x="19860" y="531"/>
                  </a:lnTo>
                  <a:lnTo>
                    <a:pt x="19792" y="450"/>
                  </a:lnTo>
                  <a:lnTo>
                    <a:pt x="19710" y="354"/>
                  </a:lnTo>
                  <a:lnTo>
                    <a:pt x="19615" y="286"/>
                  </a:lnTo>
                  <a:lnTo>
                    <a:pt x="19534" y="205"/>
                  </a:lnTo>
                  <a:lnTo>
                    <a:pt x="19425" y="150"/>
                  </a:lnTo>
                  <a:lnTo>
                    <a:pt x="19330" y="96"/>
                  </a:lnTo>
                  <a:lnTo>
                    <a:pt x="19207" y="55"/>
                  </a:lnTo>
                  <a:lnTo>
                    <a:pt x="19098" y="28"/>
                  </a:lnTo>
                  <a:lnTo>
                    <a:pt x="18976" y="14"/>
                  </a:lnTo>
                  <a:lnTo>
                    <a:pt x="188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3751797" y="3622843"/>
              <a:ext cx="475039" cy="59199"/>
            </a:xfrm>
            <a:custGeom>
              <a:avLst/>
              <a:gdLst/>
              <a:ahLst/>
              <a:cxnLst/>
              <a:rect l="l" t="t" r="r" b="b"/>
              <a:pathLst>
                <a:path w="13441" h="1675" extrusionOk="0">
                  <a:moveTo>
                    <a:pt x="749" y="1"/>
                  </a:moveTo>
                  <a:lnTo>
                    <a:pt x="667" y="15"/>
                  </a:lnTo>
                  <a:lnTo>
                    <a:pt x="586" y="42"/>
                  </a:lnTo>
                  <a:lnTo>
                    <a:pt x="518" y="69"/>
                  </a:lnTo>
                  <a:lnTo>
                    <a:pt x="368" y="151"/>
                  </a:lnTo>
                  <a:lnTo>
                    <a:pt x="246" y="246"/>
                  </a:lnTo>
                  <a:lnTo>
                    <a:pt x="151" y="368"/>
                  </a:lnTo>
                  <a:lnTo>
                    <a:pt x="69" y="504"/>
                  </a:lnTo>
                  <a:lnTo>
                    <a:pt x="42" y="586"/>
                  </a:lnTo>
                  <a:lnTo>
                    <a:pt x="15" y="668"/>
                  </a:lnTo>
                  <a:lnTo>
                    <a:pt x="1" y="749"/>
                  </a:lnTo>
                  <a:lnTo>
                    <a:pt x="1" y="831"/>
                  </a:lnTo>
                  <a:lnTo>
                    <a:pt x="1" y="926"/>
                  </a:lnTo>
                  <a:lnTo>
                    <a:pt x="15" y="1008"/>
                  </a:lnTo>
                  <a:lnTo>
                    <a:pt x="42" y="1089"/>
                  </a:lnTo>
                  <a:lnTo>
                    <a:pt x="69" y="1157"/>
                  </a:lnTo>
                  <a:lnTo>
                    <a:pt x="151" y="1307"/>
                  </a:lnTo>
                  <a:lnTo>
                    <a:pt x="246" y="1429"/>
                  </a:lnTo>
                  <a:lnTo>
                    <a:pt x="368" y="1524"/>
                  </a:lnTo>
                  <a:lnTo>
                    <a:pt x="518" y="1606"/>
                  </a:lnTo>
                  <a:lnTo>
                    <a:pt x="586" y="1633"/>
                  </a:lnTo>
                  <a:lnTo>
                    <a:pt x="667" y="1647"/>
                  </a:lnTo>
                  <a:lnTo>
                    <a:pt x="749" y="1660"/>
                  </a:lnTo>
                  <a:lnTo>
                    <a:pt x="831" y="1674"/>
                  </a:lnTo>
                  <a:lnTo>
                    <a:pt x="12611" y="1674"/>
                  </a:lnTo>
                  <a:lnTo>
                    <a:pt x="12692" y="1660"/>
                  </a:lnTo>
                  <a:lnTo>
                    <a:pt x="12774" y="1647"/>
                  </a:lnTo>
                  <a:lnTo>
                    <a:pt x="12855" y="1633"/>
                  </a:lnTo>
                  <a:lnTo>
                    <a:pt x="12937" y="1606"/>
                  </a:lnTo>
                  <a:lnTo>
                    <a:pt x="13073" y="1524"/>
                  </a:lnTo>
                  <a:lnTo>
                    <a:pt x="13195" y="1429"/>
                  </a:lnTo>
                  <a:lnTo>
                    <a:pt x="13304" y="1307"/>
                  </a:lnTo>
                  <a:lnTo>
                    <a:pt x="13386" y="1157"/>
                  </a:lnTo>
                  <a:lnTo>
                    <a:pt x="13413" y="1089"/>
                  </a:lnTo>
                  <a:lnTo>
                    <a:pt x="13427" y="1008"/>
                  </a:lnTo>
                  <a:lnTo>
                    <a:pt x="13440" y="926"/>
                  </a:lnTo>
                  <a:lnTo>
                    <a:pt x="13440" y="831"/>
                  </a:lnTo>
                  <a:lnTo>
                    <a:pt x="13440" y="749"/>
                  </a:lnTo>
                  <a:lnTo>
                    <a:pt x="13427" y="668"/>
                  </a:lnTo>
                  <a:lnTo>
                    <a:pt x="13413" y="586"/>
                  </a:lnTo>
                  <a:lnTo>
                    <a:pt x="13386" y="504"/>
                  </a:lnTo>
                  <a:lnTo>
                    <a:pt x="13304" y="368"/>
                  </a:lnTo>
                  <a:lnTo>
                    <a:pt x="13195" y="246"/>
                  </a:lnTo>
                  <a:lnTo>
                    <a:pt x="13073" y="151"/>
                  </a:lnTo>
                  <a:lnTo>
                    <a:pt x="12937" y="69"/>
                  </a:lnTo>
                  <a:lnTo>
                    <a:pt x="12855" y="42"/>
                  </a:lnTo>
                  <a:lnTo>
                    <a:pt x="12774" y="15"/>
                  </a:lnTo>
                  <a:lnTo>
                    <a:pt x="12692" y="1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3751797" y="3757005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831" y="1673"/>
                  </a:lnTo>
                  <a:lnTo>
                    <a:pt x="12611" y="1673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3751797" y="3891131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7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7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3751797" y="4025258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8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8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9"/>
                  </a:lnTo>
                  <a:lnTo>
                    <a:pt x="69" y="1170"/>
                  </a:lnTo>
                  <a:lnTo>
                    <a:pt x="151" y="1306"/>
                  </a:lnTo>
                  <a:lnTo>
                    <a:pt x="246" y="1429"/>
                  </a:lnTo>
                  <a:lnTo>
                    <a:pt x="368" y="1537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37"/>
                  </a:lnTo>
                  <a:lnTo>
                    <a:pt x="13195" y="1429"/>
                  </a:lnTo>
                  <a:lnTo>
                    <a:pt x="13304" y="1306"/>
                  </a:lnTo>
                  <a:lnTo>
                    <a:pt x="13386" y="1170"/>
                  </a:lnTo>
                  <a:lnTo>
                    <a:pt x="13413" y="1089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8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8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3751797" y="4159879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54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53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3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3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53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54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3751797" y="4294005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3751797" y="4428132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4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2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2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4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3667681" y="3622843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1"/>
                  </a:moveTo>
                  <a:lnTo>
                    <a:pt x="286" y="15"/>
                  </a:lnTo>
                  <a:lnTo>
                    <a:pt x="218" y="28"/>
                  </a:lnTo>
                  <a:lnTo>
                    <a:pt x="164" y="69"/>
                  </a:lnTo>
                  <a:lnTo>
                    <a:pt x="109" y="110"/>
                  </a:lnTo>
                  <a:lnTo>
                    <a:pt x="69" y="164"/>
                  </a:lnTo>
                  <a:lnTo>
                    <a:pt x="28" y="219"/>
                  </a:lnTo>
                  <a:lnTo>
                    <a:pt x="14" y="287"/>
                  </a:lnTo>
                  <a:lnTo>
                    <a:pt x="1" y="355"/>
                  </a:lnTo>
                  <a:lnTo>
                    <a:pt x="14" y="436"/>
                  </a:lnTo>
                  <a:lnTo>
                    <a:pt x="28" y="491"/>
                  </a:lnTo>
                  <a:lnTo>
                    <a:pt x="69" y="559"/>
                  </a:lnTo>
                  <a:lnTo>
                    <a:pt x="109" y="613"/>
                  </a:lnTo>
                  <a:lnTo>
                    <a:pt x="164" y="654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354" y="722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4"/>
                  </a:lnTo>
                  <a:lnTo>
                    <a:pt x="613" y="613"/>
                  </a:lnTo>
                  <a:lnTo>
                    <a:pt x="653" y="559"/>
                  </a:lnTo>
                  <a:lnTo>
                    <a:pt x="681" y="491"/>
                  </a:lnTo>
                  <a:lnTo>
                    <a:pt x="708" y="436"/>
                  </a:lnTo>
                  <a:lnTo>
                    <a:pt x="721" y="355"/>
                  </a:lnTo>
                  <a:lnTo>
                    <a:pt x="708" y="287"/>
                  </a:lnTo>
                  <a:lnTo>
                    <a:pt x="681" y="219"/>
                  </a:lnTo>
                  <a:lnTo>
                    <a:pt x="653" y="164"/>
                  </a:lnTo>
                  <a:lnTo>
                    <a:pt x="613" y="110"/>
                  </a:lnTo>
                  <a:lnTo>
                    <a:pt x="558" y="69"/>
                  </a:lnTo>
                  <a:lnTo>
                    <a:pt x="504" y="28"/>
                  </a:lnTo>
                  <a:lnTo>
                    <a:pt x="436" y="15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3667681" y="365652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3667681" y="375700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3667681" y="3790652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3667681" y="402525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41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41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3667681" y="405939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72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694"/>
                  </a:lnTo>
                  <a:lnTo>
                    <a:pt x="354" y="707"/>
                  </a:lnTo>
                  <a:lnTo>
                    <a:pt x="436" y="694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72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3667681" y="3891131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7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67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3667681" y="392477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8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8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3667681" y="415987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3667681" y="4193526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3667681" y="4294005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3667681" y="432765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6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6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3667681" y="442813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3667681" y="4461778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8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3"/>
                  </a:lnTo>
                  <a:lnTo>
                    <a:pt x="164" y="653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3"/>
                  </a:lnTo>
                  <a:lnTo>
                    <a:pt x="613" y="613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8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3722497" y="3425736"/>
              <a:ext cx="438459" cy="48596"/>
            </a:xfrm>
            <a:custGeom>
              <a:avLst/>
              <a:gdLst/>
              <a:ahLst/>
              <a:cxnLst/>
              <a:rect l="l" t="t" r="r" b="b"/>
              <a:pathLst>
                <a:path w="12406" h="1375" extrusionOk="0">
                  <a:moveTo>
                    <a:pt x="1374" y="1"/>
                  </a:moveTo>
                  <a:lnTo>
                    <a:pt x="1224" y="15"/>
                  </a:lnTo>
                  <a:lnTo>
                    <a:pt x="1088" y="28"/>
                  </a:lnTo>
                  <a:lnTo>
                    <a:pt x="966" y="69"/>
                  </a:lnTo>
                  <a:lnTo>
                    <a:pt x="830" y="110"/>
                  </a:lnTo>
                  <a:lnTo>
                    <a:pt x="708" y="164"/>
                  </a:lnTo>
                  <a:lnTo>
                    <a:pt x="599" y="246"/>
                  </a:lnTo>
                  <a:lnTo>
                    <a:pt x="490" y="314"/>
                  </a:lnTo>
                  <a:lnTo>
                    <a:pt x="395" y="409"/>
                  </a:lnTo>
                  <a:lnTo>
                    <a:pt x="313" y="504"/>
                  </a:lnTo>
                  <a:lnTo>
                    <a:pt x="231" y="613"/>
                  </a:lnTo>
                  <a:lnTo>
                    <a:pt x="163" y="722"/>
                  </a:lnTo>
                  <a:lnTo>
                    <a:pt x="109" y="844"/>
                  </a:lnTo>
                  <a:lnTo>
                    <a:pt x="55" y="967"/>
                  </a:lnTo>
                  <a:lnTo>
                    <a:pt x="27" y="1103"/>
                  </a:lnTo>
                  <a:lnTo>
                    <a:pt x="0" y="1239"/>
                  </a:lnTo>
                  <a:lnTo>
                    <a:pt x="0" y="1375"/>
                  </a:lnTo>
                  <a:lnTo>
                    <a:pt x="12406" y="1375"/>
                  </a:lnTo>
                  <a:lnTo>
                    <a:pt x="12392" y="1239"/>
                  </a:lnTo>
                  <a:lnTo>
                    <a:pt x="12379" y="1103"/>
                  </a:lnTo>
                  <a:lnTo>
                    <a:pt x="12338" y="967"/>
                  </a:lnTo>
                  <a:lnTo>
                    <a:pt x="12297" y="844"/>
                  </a:lnTo>
                  <a:lnTo>
                    <a:pt x="12229" y="722"/>
                  </a:lnTo>
                  <a:lnTo>
                    <a:pt x="12161" y="613"/>
                  </a:lnTo>
                  <a:lnTo>
                    <a:pt x="12093" y="504"/>
                  </a:lnTo>
                  <a:lnTo>
                    <a:pt x="11998" y="409"/>
                  </a:lnTo>
                  <a:lnTo>
                    <a:pt x="11902" y="314"/>
                  </a:lnTo>
                  <a:lnTo>
                    <a:pt x="11794" y="246"/>
                  </a:lnTo>
                  <a:lnTo>
                    <a:pt x="11685" y="164"/>
                  </a:lnTo>
                  <a:lnTo>
                    <a:pt x="11562" y="110"/>
                  </a:lnTo>
                  <a:lnTo>
                    <a:pt x="11440" y="69"/>
                  </a:lnTo>
                  <a:lnTo>
                    <a:pt x="11304" y="28"/>
                  </a:lnTo>
                  <a:lnTo>
                    <a:pt x="11168" y="15"/>
                  </a:lnTo>
                  <a:lnTo>
                    <a:pt x="110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A144ABC7-BF49-4A35-B085-1ED9E44D9F55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0A577E70-0182-4C9E-AB24-20E203292B42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>
            <a:extLst>
              <a:ext uri="{FF2B5EF4-FFF2-40B4-BE49-F238E27FC236}">
                <a16:creationId xmlns:a16="http://schemas.microsoft.com/office/drawing/2014/main" id="{E6B84B33-DD79-43A0-A078-2F2904D222FA}"/>
              </a:ext>
            </a:extLst>
          </p:cNvPr>
          <p:cNvSpPr/>
          <p:nvPr/>
        </p:nvSpPr>
        <p:spPr>
          <a:xfrm>
            <a:off x="5723292" y="1231000"/>
            <a:ext cx="2891446" cy="2885077"/>
          </a:xfrm>
          <a:prstGeom prst="ellipse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4AE2F35-5F2D-4688-932F-B4B3D13CCE7A}"/>
              </a:ext>
            </a:extLst>
          </p:cNvPr>
          <p:cNvSpPr/>
          <p:nvPr/>
        </p:nvSpPr>
        <p:spPr>
          <a:xfrm>
            <a:off x="5852512" y="1234532"/>
            <a:ext cx="2612135" cy="2885077"/>
          </a:xfrm>
          <a:prstGeom prst="ellipse">
            <a:avLst/>
          </a:prstGeom>
          <a:solidFill>
            <a:srgbClr val="0B17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69201E-A825-4EB3-AE2C-1774FB67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229306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LID4096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DA295749-609B-44D4-AF03-EC0BC76391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31290" r="10981" b="2966"/>
          <a:stretch/>
        </p:blipFill>
        <p:spPr>
          <a:xfrm>
            <a:off x="5986006" y="1363607"/>
            <a:ext cx="2336800" cy="2619865"/>
          </a:xfrm>
          <a:prstGeom prst="ellipse">
            <a:avLst/>
          </a:prstGeom>
          <a:effectLst>
            <a:glow>
              <a:schemeClr val="tx1">
                <a:lumMod val="50000"/>
                <a:lumOff val="50000"/>
              </a:schemeClr>
            </a:glow>
            <a:innerShdw blurRad="63500" dist="50800" dir="2640000">
              <a:prstClr val="black">
                <a:alpha val="0"/>
              </a:prstClr>
            </a:innerShdw>
            <a:reflection endPos="0" dir="5400000" sy="-100000" algn="bl" rotWithShape="0"/>
            <a:softEdge rad="0"/>
          </a:effectLst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EE5FF7C-85D9-4B70-AD9D-1BD13B850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88" y="2709353"/>
            <a:ext cx="1396359" cy="127411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9138DA7-2517-4A73-9598-BF31C44A6D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846" t="68377" r="12431" b="18290"/>
          <a:stretch/>
        </p:blipFill>
        <p:spPr>
          <a:xfrm>
            <a:off x="5058092" y="1334597"/>
            <a:ext cx="1479550" cy="1141369"/>
          </a:xfrm>
          <a:prstGeom prst="ellipse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8BEDB60-AA34-4D2E-9B30-182A2055CFB4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C450F0B-20E1-43CD-8AD6-BB3D6AE03501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E7EB41-EF6E-4D76-B344-D011804D0193}"/>
              </a:ext>
            </a:extLst>
          </p:cNvPr>
          <p:cNvSpPr txBox="1"/>
          <p:nvPr/>
        </p:nvSpPr>
        <p:spPr>
          <a:xfrm>
            <a:off x="1368942" y="1104323"/>
            <a:ext cx="3327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7438B"/>
                </a:solidFill>
              </a:rPr>
              <a:t>Micro-Electro-Mechanical Systems</a:t>
            </a:r>
            <a:endParaRPr lang="LID4096" sz="1100" dirty="0">
              <a:solidFill>
                <a:srgbClr val="27438B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1A5C82F-9B62-4894-B1C8-4C2F246F4C97}"/>
              </a:ext>
            </a:extLst>
          </p:cNvPr>
          <p:cNvSpPr txBox="1"/>
          <p:nvPr/>
        </p:nvSpPr>
        <p:spPr>
          <a:xfrm>
            <a:off x="1680554" y="1397365"/>
            <a:ext cx="289144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miniaturized devices integrated mechanical structures, sensors, actuators, and electronics</a:t>
            </a:r>
            <a:endParaRPr lang="LID4096" sz="105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9A57445-123A-4726-9324-3557FCA0D19F}"/>
              </a:ext>
            </a:extLst>
          </p:cNvPr>
          <p:cNvSpPr/>
          <p:nvPr/>
        </p:nvSpPr>
        <p:spPr>
          <a:xfrm>
            <a:off x="677537" y="964024"/>
            <a:ext cx="615459" cy="579102"/>
          </a:xfrm>
          <a:prstGeom prst="ellipse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5" name="Google Shape;345;p17">
            <a:extLst>
              <a:ext uri="{FF2B5EF4-FFF2-40B4-BE49-F238E27FC236}">
                <a16:creationId xmlns:a16="http://schemas.microsoft.com/office/drawing/2014/main" id="{E16D441F-F80C-4564-8818-F295B2E7C3FD}"/>
              </a:ext>
            </a:extLst>
          </p:cNvPr>
          <p:cNvGrpSpPr/>
          <p:nvPr/>
        </p:nvGrpSpPr>
        <p:grpSpPr>
          <a:xfrm>
            <a:off x="789906" y="1066443"/>
            <a:ext cx="390723" cy="352089"/>
            <a:chOff x="-44512325" y="3176075"/>
            <a:chExt cx="300900" cy="300900"/>
          </a:xfrm>
          <a:solidFill>
            <a:schemeClr val="bg1">
              <a:lumMod val="85000"/>
            </a:schemeClr>
          </a:solidFill>
        </p:grpSpPr>
        <p:sp>
          <p:nvSpPr>
            <p:cNvPr id="26" name="Google Shape;346;p17">
              <a:extLst>
                <a:ext uri="{FF2B5EF4-FFF2-40B4-BE49-F238E27FC236}">
                  <a16:creationId xmlns:a16="http://schemas.microsoft.com/office/drawing/2014/main" id="{D30083E7-F473-4E43-98A5-DC6974DA8168}"/>
                </a:ext>
              </a:extLst>
            </p:cNvPr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47;p17">
              <a:extLst>
                <a:ext uri="{FF2B5EF4-FFF2-40B4-BE49-F238E27FC236}">
                  <a16:creationId xmlns:a16="http://schemas.microsoft.com/office/drawing/2014/main" id="{9720EB83-5C7C-47C7-8AC3-64FEF979049A}"/>
                </a:ext>
              </a:extLst>
            </p:cNvPr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48;p17">
              <a:extLst>
                <a:ext uri="{FF2B5EF4-FFF2-40B4-BE49-F238E27FC236}">
                  <a16:creationId xmlns:a16="http://schemas.microsoft.com/office/drawing/2014/main" id="{EED03689-BD92-49EA-8836-3F99CF4E9543}"/>
                </a:ext>
              </a:extLst>
            </p:cNvPr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C8D1564E-FD8F-4C31-A773-9564A1B731D4}"/>
              </a:ext>
            </a:extLst>
          </p:cNvPr>
          <p:cNvSpPr txBox="1"/>
          <p:nvPr/>
        </p:nvSpPr>
        <p:spPr>
          <a:xfrm>
            <a:off x="1368942" y="844023"/>
            <a:ext cx="1340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7438B"/>
                </a:solidFill>
              </a:rPr>
              <a:t>MEMS</a:t>
            </a:r>
            <a:endParaRPr lang="LID4096" sz="1600" b="1" dirty="0">
              <a:solidFill>
                <a:srgbClr val="27438B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A1841A7-F03D-4872-A927-ECB579F5B1F0}"/>
              </a:ext>
            </a:extLst>
          </p:cNvPr>
          <p:cNvCxnSpPr/>
          <p:nvPr/>
        </p:nvCxnSpPr>
        <p:spPr>
          <a:xfrm>
            <a:off x="1454693" y="1374512"/>
            <a:ext cx="3106455" cy="0"/>
          </a:xfrm>
          <a:prstGeom prst="line">
            <a:avLst/>
          </a:prstGeom>
          <a:ln>
            <a:solidFill>
              <a:srgbClr val="2743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D283C35D-8297-4CFE-85E0-A8D46C9E2E59}"/>
              </a:ext>
            </a:extLst>
          </p:cNvPr>
          <p:cNvSpPr/>
          <p:nvPr/>
        </p:nvSpPr>
        <p:spPr>
          <a:xfrm>
            <a:off x="4516919" y="1342042"/>
            <a:ext cx="70196" cy="64940"/>
          </a:xfrm>
          <a:prstGeom prst="ellipse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Pfeil: Chevron 30">
            <a:extLst>
              <a:ext uri="{FF2B5EF4-FFF2-40B4-BE49-F238E27FC236}">
                <a16:creationId xmlns:a16="http://schemas.microsoft.com/office/drawing/2014/main" id="{F3C870E7-A6E9-4329-8E90-BAAC4424C416}"/>
              </a:ext>
            </a:extLst>
          </p:cNvPr>
          <p:cNvSpPr/>
          <p:nvPr/>
        </p:nvSpPr>
        <p:spPr>
          <a:xfrm>
            <a:off x="1610616" y="1487112"/>
            <a:ext cx="109645" cy="112734"/>
          </a:xfrm>
          <a:prstGeom prst="chevron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D644C24-A10D-43CF-933E-66B506D1C06A}"/>
              </a:ext>
            </a:extLst>
          </p:cNvPr>
          <p:cNvSpPr txBox="1"/>
          <p:nvPr/>
        </p:nvSpPr>
        <p:spPr>
          <a:xfrm>
            <a:off x="1699590" y="1935214"/>
            <a:ext cx="22671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50"/>
            </a:lvl1pPr>
          </a:lstStyle>
          <a:p>
            <a:r>
              <a:rPr lang="en-US" dirty="0"/>
              <a:t>Built on a single chip. </a:t>
            </a:r>
            <a:endParaRPr lang="LID4096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AE2A01F-1B0D-4205-BC8C-216F68AFFFE9}"/>
              </a:ext>
            </a:extLst>
          </p:cNvPr>
          <p:cNvSpPr txBox="1"/>
          <p:nvPr/>
        </p:nvSpPr>
        <p:spPr>
          <a:xfrm>
            <a:off x="1699590" y="2197113"/>
            <a:ext cx="291553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050"/>
            </a:lvl1pPr>
          </a:lstStyle>
          <a:p>
            <a:r>
              <a:rPr lang="en-US" dirty="0"/>
              <a:t>widely used in Sensors, biomedical devices communication systems and industrial applications</a:t>
            </a:r>
            <a:endParaRPr lang="LID4096" dirty="0"/>
          </a:p>
        </p:txBody>
      </p:sp>
      <p:sp>
        <p:nvSpPr>
          <p:cNvPr id="36" name="Pfeil: Chevron 35">
            <a:extLst>
              <a:ext uri="{FF2B5EF4-FFF2-40B4-BE49-F238E27FC236}">
                <a16:creationId xmlns:a16="http://schemas.microsoft.com/office/drawing/2014/main" id="{23A6248A-D3B2-414D-986D-10CA4D337766}"/>
              </a:ext>
            </a:extLst>
          </p:cNvPr>
          <p:cNvSpPr/>
          <p:nvPr/>
        </p:nvSpPr>
        <p:spPr>
          <a:xfrm>
            <a:off x="1589944" y="2005805"/>
            <a:ext cx="109645" cy="112734"/>
          </a:xfrm>
          <a:prstGeom prst="chevron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E9DAB918-A664-4379-BDF9-FF36035C0D3B}"/>
              </a:ext>
            </a:extLst>
          </p:cNvPr>
          <p:cNvSpPr/>
          <p:nvPr/>
        </p:nvSpPr>
        <p:spPr>
          <a:xfrm>
            <a:off x="1589944" y="2296391"/>
            <a:ext cx="109645" cy="112734"/>
          </a:xfrm>
          <a:prstGeom prst="chevron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3E867E6-5FE1-48EF-90D8-5BAE83A4BB2F}"/>
              </a:ext>
            </a:extLst>
          </p:cNvPr>
          <p:cNvSpPr txBox="1"/>
          <p:nvPr/>
        </p:nvSpPr>
        <p:spPr>
          <a:xfrm>
            <a:off x="1368940" y="3117485"/>
            <a:ext cx="3327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7438B"/>
                </a:solidFill>
              </a:rPr>
              <a:t>Scanning Electron Microscopy</a:t>
            </a:r>
            <a:endParaRPr lang="LID4096" sz="1100" dirty="0">
              <a:solidFill>
                <a:srgbClr val="27438B"/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E32612F-6600-402C-9FAA-FDB30612F476}"/>
              </a:ext>
            </a:extLst>
          </p:cNvPr>
          <p:cNvSpPr txBox="1"/>
          <p:nvPr/>
        </p:nvSpPr>
        <p:spPr>
          <a:xfrm>
            <a:off x="1680552" y="3460631"/>
            <a:ext cx="289144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uses a focused beam of electrons to scan a sample surface </a:t>
            </a:r>
            <a:endParaRPr lang="LID4096" sz="1050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06627A2B-7517-4DE8-8047-3EF086220A45}"/>
              </a:ext>
            </a:extLst>
          </p:cNvPr>
          <p:cNvSpPr/>
          <p:nvPr/>
        </p:nvSpPr>
        <p:spPr>
          <a:xfrm>
            <a:off x="677537" y="2893178"/>
            <a:ext cx="615459" cy="579102"/>
          </a:xfrm>
          <a:prstGeom prst="ellipse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067CBF5-CE9D-4E4B-8B75-DD0A050FD89C}"/>
              </a:ext>
            </a:extLst>
          </p:cNvPr>
          <p:cNvSpPr txBox="1"/>
          <p:nvPr/>
        </p:nvSpPr>
        <p:spPr>
          <a:xfrm>
            <a:off x="1368940" y="2857185"/>
            <a:ext cx="1340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7438B"/>
                </a:solidFill>
              </a:rPr>
              <a:t>SEM</a:t>
            </a:r>
            <a:endParaRPr lang="LID4096" sz="1600" b="1" dirty="0">
              <a:solidFill>
                <a:srgbClr val="27438B"/>
              </a:solidFill>
            </a:endParaRP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49BFB910-30CB-44C4-8D34-50DB469B7117}"/>
              </a:ext>
            </a:extLst>
          </p:cNvPr>
          <p:cNvCxnSpPr/>
          <p:nvPr/>
        </p:nvCxnSpPr>
        <p:spPr>
          <a:xfrm>
            <a:off x="1454691" y="3387674"/>
            <a:ext cx="3106455" cy="0"/>
          </a:xfrm>
          <a:prstGeom prst="line">
            <a:avLst/>
          </a:prstGeom>
          <a:ln>
            <a:solidFill>
              <a:srgbClr val="2743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lipse 46">
            <a:extLst>
              <a:ext uri="{FF2B5EF4-FFF2-40B4-BE49-F238E27FC236}">
                <a16:creationId xmlns:a16="http://schemas.microsoft.com/office/drawing/2014/main" id="{415FCFCD-1E02-43F8-9F2E-EACC5816AA6A}"/>
              </a:ext>
            </a:extLst>
          </p:cNvPr>
          <p:cNvSpPr/>
          <p:nvPr/>
        </p:nvSpPr>
        <p:spPr>
          <a:xfrm>
            <a:off x="4516917" y="3355204"/>
            <a:ext cx="70196" cy="64940"/>
          </a:xfrm>
          <a:prstGeom prst="ellipse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8" name="Pfeil: Chevron 47">
            <a:extLst>
              <a:ext uri="{FF2B5EF4-FFF2-40B4-BE49-F238E27FC236}">
                <a16:creationId xmlns:a16="http://schemas.microsoft.com/office/drawing/2014/main" id="{912F1217-4AA9-46D3-9316-3A96C8032D58}"/>
              </a:ext>
            </a:extLst>
          </p:cNvPr>
          <p:cNvSpPr/>
          <p:nvPr/>
        </p:nvSpPr>
        <p:spPr>
          <a:xfrm>
            <a:off x="1610614" y="3550378"/>
            <a:ext cx="109645" cy="112734"/>
          </a:xfrm>
          <a:prstGeom prst="chevron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C38F838D-69CA-486F-B0A6-30984551FA5C}"/>
              </a:ext>
            </a:extLst>
          </p:cNvPr>
          <p:cNvSpPr txBox="1"/>
          <p:nvPr/>
        </p:nvSpPr>
        <p:spPr>
          <a:xfrm>
            <a:off x="1720261" y="3828104"/>
            <a:ext cx="31626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50"/>
            </a:lvl1pPr>
          </a:lstStyle>
          <a:p>
            <a:r>
              <a:rPr lang="en-US" sz="1050" dirty="0"/>
              <a:t>Provides high-resolution images of micro/nano structures.</a:t>
            </a:r>
            <a:endParaRPr lang="LID4096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CDC5810-F57F-4E72-BAAC-CD8C9D80B7C9}"/>
              </a:ext>
            </a:extLst>
          </p:cNvPr>
          <p:cNvSpPr txBox="1"/>
          <p:nvPr/>
        </p:nvSpPr>
        <p:spPr>
          <a:xfrm>
            <a:off x="1720259" y="4203496"/>
            <a:ext cx="291553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050"/>
            </a:lvl1pPr>
          </a:lstStyle>
          <a:p>
            <a:r>
              <a:rPr lang="en-US" dirty="0"/>
              <a:t>Essential for inspection and evaluating MEMS structures.</a:t>
            </a:r>
            <a:endParaRPr lang="LID4096" dirty="0"/>
          </a:p>
        </p:txBody>
      </p:sp>
      <p:sp>
        <p:nvSpPr>
          <p:cNvPr id="51" name="Pfeil: Chevron 50">
            <a:extLst>
              <a:ext uri="{FF2B5EF4-FFF2-40B4-BE49-F238E27FC236}">
                <a16:creationId xmlns:a16="http://schemas.microsoft.com/office/drawing/2014/main" id="{09D1A721-AAAA-4BF9-A751-AAF452AAD6B6}"/>
              </a:ext>
            </a:extLst>
          </p:cNvPr>
          <p:cNvSpPr/>
          <p:nvPr/>
        </p:nvSpPr>
        <p:spPr>
          <a:xfrm>
            <a:off x="1610614" y="3898695"/>
            <a:ext cx="109645" cy="112734"/>
          </a:xfrm>
          <a:prstGeom prst="chevron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52" name="Pfeil: Chevron 51">
            <a:extLst>
              <a:ext uri="{FF2B5EF4-FFF2-40B4-BE49-F238E27FC236}">
                <a16:creationId xmlns:a16="http://schemas.microsoft.com/office/drawing/2014/main" id="{073B2930-45EB-4453-8026-56AF652B5B69}"/>
              </a:ext>
            </a:extLst>
          </p:cNvPr>
          <p:cNvSpPr/>
          <p:nvPr/>
        </p:nvSpPr>
        <p:spPr>
          <a:xfrm>
            <a:off x="1610613" y="4302774"/>
            <a:ext cx="109645" cy="112734"/>
          </a:xfrm>
          <a:prstGeom prst="chevron">
            <a:avLst/>
          </a:prstGeom>
          <a:solidFill>
            <a:srgbClr val="27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pic>
        <p:nvPicPr>
          <p:cNvPr id="56" name="Grafik 55">
            <a:extLst>
              <a:ext uri="{FF2B5EF4-FFF2-40B4-BE49-F238E27FC236}">
                <a16:creationId xmlns:a16="http://schemas.microsoft.com/office/drawing/2014/main" id="{6FCB8734-F2E7-49AB-B8D3-AAD925F3D18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095" y="2992080"/>
            <a:ext cx="381298" cy="38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2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18905-BF7C-42D3-9A54-F1B39731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17543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Literature Review</a:t>
            </a:r>
            <a:endParaRPr lang="LID4096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944819F-F2A7-48D6-8A01-7C7A71A47E72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AF1EF55-C187-4AA6-A81B-D9A3BE57190E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0E46C98-6231-46CB-A100-BA2899E33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485" y="3203260"/>
            <a:ext cx="6313118" cy="162269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AB875A3-991D-4913-BC22-2DE7FB5C3056}"/>
              </a:ext>
            </a:extLst>
          </p:cNvPr>
          <p:cNvSpPr txBox="1"/>
          <p:nvPr/>
        </p:nvSpPr>
        <p:spPr>
          <a:xfrm>
            <a:off x="3127287" y="2050321"/>
            <a:ext cx="5559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Achieved </a:t>
            </a:r>
            <a:r>
              <a:rPr lang="en-US" sz="1000" b="1" dirty="0"/>
              <a:t>~90% classification 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More confusion appeared for visually similar classes such as </a:t>
            </a:r>
            <a:r>
              <a:rPr lang="en-US" sz="1000" dirty="0" err="1"/>
              <a:t>Patterned_surface</a:t>
            </a:r>
            <a:r>
              <a:rPr lang="en-US" sz="1000" dirty="0"/>
              <a:t> and </a:t>
            </a:r>
            <a:r>
              <a:rPr lang="en-US" sz="1000" dirty="0" err="1"/>
              <a:t>MEMS_devices_and_electrodes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Demonstrated that pretrained CNNs can successfully recognize complex SEM morphologies.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 the model comparison, Inception-v4 and Inception-ResNet-v2/“</a:t>
            </a:r>
            <a:r>
              <a:rPr lang="en-US" sz="1000" dirty="0" err="1"/>
              <a:t>ResNet</a:t>
            </a:r>
            <a:r>
              <a:rPr lang="en-US" sz="1000" dirty="0"/>
              <a:t>” gave comparable results, but the “</a:t>
            </a:r>
            <a:r>
              <a:rPr lang="en-US" sz="1000" dirty="0" err="1"/>
              <a:t>ResNet</a:t>
            </a:r>
            <a:r>
              <a:rPr lang="en-US" sz="1000" dirty="0"/>
              <a:t>” result was slightly worse and less stable at 5000 steps. 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80AF344-CFA9-45D7-932A-0D69218B0B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9" t="762" r="-1"/>
          <a:stretch/>
        </p:blipFill>
        <p:spPr>
          <a:xfrm>
            <a:off x="2340685" y="909900"/>
            <a:ext cx="4581988" cy="366007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376B764-76CA-462E-9AEE-E3FC0F591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44" y="3100987"/>
            <a:ext cx="2362723" cy="172497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1C09BFC-EEA4-48D0-B550-9132372554A4}"/>
              </a:ext>
            </a:extLst>
          </p:cNvPr>
          <p:cNvSpPr txBox="1"/>
          <p:nvPr/>
        </p:nvSpPr>
        <p:spPr>
          <a:xfrm>
            <a:off x="3127287" y="825192"/>
            <a:ext cx="5733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Methodology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Manually annotated 18,577 SEM images into 10 categories.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Used transfer learning / feature extraction with CNNs pretrained on ImageNet. Main model: Inception-v3.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For Inception-v3, they retrained mainly the last layers: </a:t>
            </a:r>
            <a:r>
              <a:rPr lang="en-US" sz="1000" dirty="0" err="1"/>
              <a:t>softmax</a:t>
            </a:r>
            <a:r>
              <a:rPr lang="en-US" sz="1000" dirty="0"/>
              <a:t> + fully connected layer.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Dataset split: 80% training, 10% validation, 10% test.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They also compared Inception-v3, Inception-slim, Inception-v4, and Inception-ResNet-v2; </a:t>
            </a:r>
          </a:p>
        </p:txBody>
      </p:sp>
    </p:spTree>
    <p:extLst>
      <p:ext uri="{BB962C8B-B14F-4D97-AF65-F5344CB8AC3E}">
        <p14:creationId xmlns:p14="http://schemas.microsoft.com/office/powerpoint/2010/main" val="30247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95062E-6 L -0.34479 -0.1669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40" y="-836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6082128-8817-400D-888B-158E065CF2C0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520FE68-8CE0-459E-BE91-CDE07849AC40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FE887A0-8D51-42D5-BD79-886438DF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57" y="302910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Literature Review</a:t>
            </a:r>
            <a:endParaRPr lang="LID4096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B578CDD-EC48-42B8-A0D6-0EDE7F875053}"/>
              </a:ext>
            </a:extLst>
          </p:cNvPr>
          <p:cNvSpPr txBox="1"/>
          <p:nvPr/>
        </p:nvSpPr>
        <p:spPr>
          <a:xfrm>
            <a:off x="4579257" y="2305586"/>
            <a:ext cx="457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97% classification 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98% F1-score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Improved performance on imbalanced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Reduced redundant image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Effective automated nanoparticle classification</a:t>
            </a:r>
            <a:endParaRPr lang="LID4096" sz="10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BFEE9F-4CC9-4EA6-ADC8-E3E209C0924F}"/>
              </a:ext>
            </a:extLst>
          </p:cNvPr>
          <p:cNvSpPr txBox="1"/>
          <p:nvPr/>
        </p:nvSpPr>
        <p:spPr>
          <a:xfrm>
            <a:off x="4579257" y="1059091"/>
            <a:ext cx="4572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Methodology 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SEM images of Pd nanoparticles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Manual labeling into 5 morphology classes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Image preprocessing and filtering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Transfer learning with VGG-19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Grey Wolf Optimization for feature selection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Weighted SVM for final classification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C10568-B0EC-48EF-B9B3-3A0819DA4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250" y="2571750"/>
            <a:ext cx="2737864" cy="218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E26454C-99CD-4572-B243-D91DCB94A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838" y="917686"/>
            <a:ext cx="4199125" cy="373255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E63167C-F91B-430C-8B96-3B22D04B3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67379"/>
            <a:ext cx="3573236" cy="131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8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6.17284E-7 L -0.27604 -0.22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2" y="-114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 44">
            <a:extLst>
              <a:ext uri="{FF2B5EF4-FFF2-40B4-BE49-F238E27FC236}">
                <a16:creationId xmlns:a16="http://schemas.microsoft.com/office/drawing/2014/main" id="{55791B86-89C1-4379-9326-16508F335CD8}"/>
              </a:ext>
            </a:extLst>
          </p:cNvPr>
          <p:cNvSpPr/>
          <p:nvPr/>
        </p:nvSpPr>
        <p:spPr>
          <a:xfrm>
            <a:off x="331470" y="1063237"/>
            <a:ext cx="8481060" cy="531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2C11BFB4-8712-4B0C-B6B9-B89E30C8782D}"/>
              </a:ext>
            </a:extLst>
          </p:cNvPr>
          <p:cNvSpPr/>
          <p:nvPr/>
        </p:nvSpPr>
        <p:spPr>
          <a:xfrm>
            <a:off x="3406140" y="970586"/>
            <a:ext cx="2080260" cy="246106"/>
          </a:xfrm>
          <a:prstGeom prst="trapezoid">
            <a:avLst>
              <a:gd name="adj" fmla="val 869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7A7228A-C17B-4389-9B0E-B3C76DE720B4}"/>
              </a:ext>
            </a:extLst>
          </p:cNvPr>
          <p:cNvSpPr/>
          <p:nvPr/>
        </p:nvSpPr>
        <p:spPr>
          <a:xfrm>
            <a:off x="373568" y="3462725"/>
            <a:ext cx="8481060" cy="12744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68E2F8-C82C-4636-B5E3-17AC3BAD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</a:t>
            </a:r>
            <a:endParaRPr lang="LID4096" dirty="0"/>
          </a:p>
        </p:txBody>
      </p:sp>
      <p:pic>
        <p:nvPicPr>
          <p:cNvPr id="1032" name="Picture 8" descr="Deep learning: Models, enterprise applications, benefits, use cases,  implementation and development">
            <a:extLst>
              <a:ext uri="{FF2B5EF4-FFF2-40B4-BE49-F238E27FC236}">
                <a16:creationId xmlns:a16="http://schemas.microsoft.com/office/drawing/2014/main" id="{5A013A1E-785E-4F2A-9182-1D695FE112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26" t="28148" r="37896" b="29013"/>
          <a:stretch/>
        </p:blipFill>
        <p:spPr bwMode="auto">
          <a:xfrm>
            <a:off x="3958042" y="1722022"/>
            <a:ext cx="1154430" cy="114781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6A97059-C788-42BF-B929-4F604629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18" y="3816276"/>
            <a:ext cx="8229600" cy="848367"/>
          </a:xfrm>
          <a:prstGeom prst="rect">
            <a:avLst/>
          </a:prstGeom>
        </p:spPr>
      </p:pic>
      <p:sp>
        <p:nvSpPr>
          <p:cNvPr id="38" name="Trapezoid 37">
            <a:extLst>
              <a:ext uri="{FF2B5EF4-FFF2-40B4-BE49-F238E27FC236}">
                <a16:creationId xmlns:a16="http://schemas.microsoft.com/office/drawing/2014/main" id="{E9585B87-FA8D-4AE1-9093-D221C10ADA11}"/>
              </a:ext>
            </a:extLst>
          </p:cNvPr>
          <p:cNvSpPr/>
          <p:nvPr/>
        </p:nvSpPr>
        <p:spPr>
          <a:xfrm>
            <a:off x="3448238" y="3370074"/>
            <a:ext cx="2080260" cy="246106"/>
          </a:xfrm>
          <a:prstGeom prst="trapezoid">
            <a:avLst>
              <a:gd name="adj" fmla="val 869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95F824CC-AF1F-4790-94D8-26DCD094CD41}"/>
              </a:ext>
            </a:extLst>
          </p:cNvPr>
          <p:cNvSpPr txBox="1"/>
          <p:nvPr/>
        </p:nvSpPr>
        <p:spPr>
          <a:xfrm>
            <a:off x="2663378" y="3401053"/>
            <a:ext cx="364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Target Classes (8)</a:t>
            </a:r>
            <a:endParaRPr lang="LID4096" b="1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4F16733-806D-429E-A668-B78BA0019A29}"/>
              </a:ext>
            </a:extLst>
          </p:cNvPr>
          <p:cNvSpPr txBox="1"/>
          <p:nvPr/>
        </p:nvSpPr>
        <p:spPr>
          <a:xfrm>
            <a:off x="3399877" y="2900815"/>
            <a:ext cx="22707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100"/>
            </a:lvl1pPr>
          </a:lstStyle>
          <a:p>
            <a:r>
              <a:rPr lang="en-US" dirty="0"/>
              <a:t>Deep Learning Model for Classification</a:t>
            </a:r>
            <a:endParaRPr lang="LID4096" dirty="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F0B83FBB-7627-49BB-9B90-18ADBC039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585" y="1701589"/>
            <a:ext cx="1345460" cy="1261369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5D233849-C890-451F-855E-2F32ADF87C59}"/>
              </a:ext>
            </a:extLst>
          </p:cNvPr>
          <p:cNvSpPr txBox="1"/>
          <p:nvPr/>
        </p:nvSpPr>
        <p:spPr>
          <a:xfrm>
            <a:off x="1415055" y="2938806"/>
            <a:ext cx="1874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SEM Images of MEMS devices and components</a:t>
            </a:r>
            <a:endParaRPr lang="LID4096" sz="1100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7B659714-5DE4-4F4C-A524-79FFB958F854}"/>
              </a:ext>
            </a:extLst>
          </p:cNvPr>
          <p:cNvSpPr txBox="1"/>
          <p:nvPr/>
        </p:nvSpPr>
        <p:spPr>
          <a:xfrm>
            <a:off x="999173" y="1097081"/>
            <a:ext cx="7160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The objective of this project is to develop an automated image classification system capable of recognizing different MEMS structures from SEM images using deep learning techniques.</a:t>
            </a:r>
            <a:endParaRPr lang="LID4096" sz="1200" dirty="0"/>
          </a:p>
        </p:txBody>
      </p:sp>
      <p:sp>
        <p:nvSpPr>
          <p:cNvPr id="43" name="Pfeil: nach rechts 42">
            <a:extLst>
              <a:ext uri="{FF2B5EF4-FFF2-40B4-BE49-F238E27FC236}">
                <a16:creationId xmlns:a16="http://schemas.microsoft.com/office/drawing/2014/main" id="{C03B08C4-C9EF-4B7D-9436-5DB40F6A5AAE}"/>
              </a:ext>
            </a:extLst>
          </p:cNvPr>
          <p:cNvSpPr/>
          <p:nvPr/>
        </p:nvSpPr>
        <p:spPr>
          <a:xfrm>
            <a:off x="3399877" y="2170834"/>
            <a:ext cx="297180" cy="43088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8" name="Pfeil: nach rechts 47">
            <a:extLst>
              <a:ext uri="{FF2B5EF4-FFF2-40B4-BE49-F238E27FC236}">
                <a16:creationId xmlns:a16="http://schemas.microsoft.com/office/drawing/2014/main" id="{952A2166-7700-40B5-AD87-BF4747EE5D47}"/>
              </a:ext>
            </a:extLst>
          </p:cNvPr>
          <p:cNvSpPr/>
          <p:nvPr/>
        </p:nvSpPr>
        <p:spPr>
          <a:xfrm>
            <a:off x="5331547" y="2155237"/>
            <a:ext cx="297180" cy="43088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CFF7737E-2F49-4CBC-BC85-2AE824400D9B}"/>
              </a:ext>
            </a:extLst>
          </p:cNvPr>
          <p:cNvSpPr/>
          <p:nvPr/>
        </p:nvSpPr>
        <p:spPr>
          <a:xfrm>
            <a:off x="6005917" y="1722022"/>
            <a:ext cx="1874520" cy="1521376"/>
          </a:xfrm>
          <a:prstGeom prst="roundRect">
            <a:avLst/>
          </a:prstGeom>
          <a:solidFill>
            <a:srgbClr val="1F30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50" name="Tabelle 50">
            <a:extLst>
              <a:ext uri="{FF2B5EF4-FFF2-40B4-BE49-F238E27FC236}">
                <a16:creationId xmlns:a16="http://schemas.microsoft.com/office/drawing/2014/main" id="{6C62A418-EAA1-43D3-8C5F-04789DB0A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774562"/>
              </p:ext>
            </p:extLst>
          </p:nvPr>
        </p:nvGraphicFramePr>
        <p:xfrm>
          <a:off x="6063793" y="2024198"/>
          <a:ext cx="1758768" cy="1219200"/>
        </p:xfrm>
        <a:graphic>
          <a:graphicData uri="http://schemas.openxmlformats.org/drawingml/2006/table">
            <a:tbl>
              <a:tblPr firstRow="1" bandRow="1">
                <a:tableStyleId>{9A74EE30-E31C-47A6-95D2-D029E1ED9AEF}</a:tableStyleId>
              </a:tblPr>
              <a:tblGrid>
                <a:gridCol w="1072968">
                  <a:extLst>
                    <a:ext uri="{9D8B030D-6E8A-4147-A177-3AD203B41FA5}">
                      <a16:colId xmlns:a16="http://schemas.microsoft.com/office/drawing/2014/main" val="32560704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84986583"/>
                    </a:ext>
                  </a:extLst>
                </a:gridCol>
              </a:tblGrid>
              <a:tr h="3024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Electrode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92%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3768704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Cantilever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4.3%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6225720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waveguide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0.7%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9421105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5295654"/>
                  </a:ext>
                </a:extLst>
              </a:tr>
            </a:tbl>
          </a:graphicData>
        </a:graphic>
      </p:graphicFrame>
      <p:sp>
        <p:nvSpPr>
          <p:cNvPr id="52" name="Textfeld 51">
            <a:extLst>
              <a:ext uri="{FF2B5EF4-FFF2-40B4-BE49-F238E27FC236}">
                <a16:creationId xmlns:a16="http://schemas.microsoft.com/office/drawing/2014/main" id="{8942A341-9AF7-4CB7-847D-0D501743F6C9}"/>
              </a:ext>
            </a:extLst>
          </p:cNvPr>
          <p:cNvSpPr txBox="1"/>
          <p:nvPr/>
        </p:nvSpPr>
        <p:spPr>
          <a:xfrm>
            <a:off x="6272617" y="1701589"/>
            <a:ext cx="1345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Prediction</a:t>
            </a:r>
            <a:endParaRPr lang="LID4096" b="1" dirty="0">
              <a:solidFill>
                <a:schemeClr val="bg1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D8972B5-5E55-4521-9160-773AF9BD431E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02D44E2-6500-49AC-A4DC-5713BCBD1C49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28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2B4AAA86-E8AE-4275-9BB4-2102C2448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23" y="1030908"/>
            <a:ext cx="2030018" cy="1422215"/>
          </a:xfrm>
          <a:prstGeom prst="rect">
            <a:avLst/>
          </a:prstGeom>
        </p:spPr>
      </p:pic>
      <p:sp>
        <p:nvSpPr>
          <p:cNvPr id="593" name="Google Shape;593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Characterization</a:t>
            </a:r>
            <a:endParaRPr dirty="0"/>
          </a:p>
        </p:txBody>
      </p:sp>
      <p:grpSp>
        <p:nvGrpSpPr>
          <p:cNvPr id="594" name="Google Shape;594;p21"/>
          <p:cNvGrpSpPr/>
          <p:nvPr/>
        </p:nvGrpSpPr>
        <p:grpSpPr>
          <a:xfrm>
            <a:off x="6705578" y="1030908"/>
            <a:ext cx="1981191" cy="3701042"/>
            <a:chOff x="4572000" y="1208850"/>
            <a:chExt cx="1885951" cy="3523124"/>
          </a:xfrm>
        </p:grpSpPr>
        <p:sp>
          <p:nvSpPr>
            <p:cNvPr id="595" name="Google Shape;595;p21"/>
            <p:cNvSpPr/>
            <p:nvPr/>
          </p:nvSpPr>
          <p:spPr>
            <a:xfrm>
              <a:off x="5987719" y="3093832"/>
              <a:ext cx="119074" cy="819540"/>
            </a:xfrm>
            <a:custGeom>
              <a:avLst/>
              <a:gdLst/>
              <a:ahLst/>
              <a:cxnLst/>
              <a:rect l="l" t="t" r="r" b="b"/>
              <a:pathLst>
                <a:path w="3672" h="25273" extrusionOk="0">
                  <a:moveTo>
                    <a:pt x="313" y="0"/>
                  </a:moveTo>
                  <a:lnTo>
                    <a:pt x="0" y="25230"/>
                  </a:lnTo>
                  <a:lnTo>
                    <a:pt x="3344" y="25273"/>
                  </a:lnTo>
                  <a:lnTo>
                    <a:pt x="3672" y="43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5803596" y="3038900"/>
              <a:ext cx="120014" cy="872170"/>
            </a:xfrm>
            <a:custGeom>
              <a:avLst/>
              <a:gdLst/>
              <a:ahLst/>
              <a:cxnLst/>
              <a:rect l="l" t="t" r="r" b="b"/>
              <a:pathLst>
                <a:path w="3701" h="26896" extrusionOk="0">
                  <a:moveTo>
                    <a:pt x="342" y="1"/>
                  </a:moveTo>
                  <a:lnTo>
                    <a:pt x="1" y="26853"/>
                  </a:lnTo>
                  <a:lnTo>
                    <a:pt x="3359" y="26895"/>
                  </a:lnTo>
                  <a:lnTo>
                    <a:pt x="3700" y="44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5669768" y="2404422"/>
              <a:ext cx="257053" cy="311045"/>
            </a:xfrm>
            <a:custGeom>
              <a:avLst/>
              <a:gdLst/>
              <a:ahLst/>
              <a:cxnLst/>
              <a:rect l="l" t="t" r="r" b="b"/>
              <a:pathLst>
                <a:path w="7927" h="9592" extrusionOk="0">
                  <a:moveTo>
                    <a:pt x="2804" y="1"/>
                  </a:moveTo>
                  <a:lnTo>
                    <a:pt x="1" y="1851"/>
                  </a:lnTo>
                  <a:lnTo>
                    <a:pt x="5124" y="9592"/>
                  </a:lnTo>
                  <a:lnTo>
                    <a:pt x="7927" y="7742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5505976" y="2490258"/>
              <a:ext cx="267203" cy="326739"/>
            </a:xfrm>
            <a:custGeom>
              <a:avLst/>
              <a:gdLst/>
              <a:ahLst/>
              <a:cxnLst/>
              <a:rect l="l" t="t" r="r" b="b"/>
              <a:pathLst>
                <a:path w="8240" h="10076" extrusionOk="0">
                  <a:moveTo>
                    <a:pt x="2789" y="1"/>
                  </a:moveTo>
                  <a:lnTo>
                    <a:pt x="0" y="1850"/>
                  </a:lnTo>
                  <a:lnTo>
                    <a:pt x="5436" y="10075"/>
                  </a:lnTo>
                  <a:lnTo>
                    <a:pt x="8239" y="8225"/>
                  </a:lnTo>
                  <a:lnTo>
                    <a:pt x="2789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5247562" y="2038055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510" y="0"/>
                  </a:moveTo>
                  <a:lnTo>
                    <a:pt x="8097" y="14"/>
                  </a:lnTo>
                  <a:lnTo>
                    <a:pt x="7699" y="29"/>
                  </a:lnTo>
                  <a:lnTo>
                    <a:pt x="7286" y="86"/>
                  </a:lnTo>
                  <a:lnTo>
                    <a:pt x="6888" y="142"/>
                  </a:lnTo>
                  <a:lnTo>
                    <a:pt x="6489" y="228"/>
                  </a:lnTo>
                  <a:lnTo>
                    <a:pt x="6091" y="327"/>
                  </a:lnTo>
                  <a:lnTo>
                    <a:pt x="5692" y="456"/>
                  </a:lnTo>
                  <a:lnTo>
                    <a:pt x="5294" y="612"/>
                  </a:lnTo>
                  <a:lnTo>
                    <a:pt x="4910" y="769"/>
                  </a:lnTo>
                  <a:lnTo>
                    <a:pt x="4526" y="968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89"/>
                  </a:lnTo>
                  <a:lnTo>
                    <a:pt x="1907" y="3102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8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8"/>
                  </a:lnTo>
                  <a:lnTo>
                    <a:pt x="370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0" y="8353"/>
                  </a:lnTo>
                  <a:lnTo>
                    <a:pt x="15" y="8766"/>
                  </a:lnTo>
                  <a:lnTo>
                    <a:pt x="43" y="9164"/>
                  </a:lnTo>
                  <a:lnTo>
                    <a:pt x="86" y="9577"/>
                  </a:lnTo>
                  <a:lnTo>
                    <a:pt x="143" y="9975"/>
                  </a:lnTo>
                  <a:lnTo>
                    <a:pt x="228" y="10374"/>
                  </a:lnTo>
                  <a:lnTo>
                    <a:pt x="342" y="10786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3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102"/>
                  </a:lnTo>
                  <a:lnTo>
                    <a:pt x="2491" y="14401"/>
                  </a:lnTo>
                  <a:lnTo>
                    <a:pt x="2790" y="14685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7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22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2"/>
                  </a:lnTo>
                  <a:lnTo>
                    <a:pt x="6745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8"/>
                  </a:lnTo>
                  <a:lnTo>
                    <a:pt x="8353" y="16863"/>
                  </a:lnTo>
                  <a:lnTo>
                    <a:pt x="8766" y="16848"/>
                  </a:lnTo>
                  <a:lnTo>
                    <a:pt x="9179" y="16834"/>
                  </a:lnTo>
                  <a:lnTo>
                    <a:pt x="9577" y="16777"/>
                  </a:lnTo>
                  <a:lnTo>
                    <a:pt x="9976" y="16720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407"/>
                  </a:lnTo>
                  <a:lnTo>
                    <a:pt x="11569" y="16251"/>
                  </a:lnTo>
                  <a:lnTo>
                    <a:pt x="11954" y="16094"/>
                  </a:lnTo>
                  <a:lnTo>
                    <a:pt x="12338" y="15895"/>
                  </a:lnTo>
                  <a:lnTo>
                    <a:pt x="12722" y="15696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56"/>
                  </a:lnTo>
                  <a:lnTo>
                    <a:pt x="14102" y="14671"/>
                  </a:lnTo>
                  <a:lnTo>
                    <a:pt x="14401" y="14387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4"/>
                  </a:lnTo>
                  <a:lnTo>
                    <a:pt x="16052" y="12039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0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21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4" y="7699"/>
                  </a:lnTo>
                  <a:lnTo>
                    <a:pt x="16792" y="7286"/>
                  </a:lnTo>
                  <a:lnTo>
                    <a:pt x="16721" y="6887"/>
                  </a:lnTo>
                  <a:lnTo>
                    <a:pt x="16635" y="6475"/>
                  </a:lnTo>
                  <a:lnTo>
                    <a:pt x="16536" y="6076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4" y="4910"/>
                  </a:lnTo>
                  <a:lnTo>
                    <a:pt x="15910" y="4525"/>
                  </a:lnTo>
                  <a:lnTo>
                    <a:pt x="15696" y="4155"/>
                  </a:lnTo>
                  <a:lnTo>
                    <a:pt x="15468" y="3785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77"/>
                  </a:lnTo>
                  <a:lnTo>
                    <a:pt x="13761" y="1907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0" y="1196"/>
                  </a:lnTo>
                  <a:lnTo>
                    <a:pt x="12395" y="996"/>
                  </a:lnTo>
                  <a:lnTo>
                    <a:pt x="12039" y="811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6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4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5653165" y="2630539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097" y="0"/>
                  </a:moveTo>
                  <a:lnTo>
                    <a:pt x="7699" y="29"/>
                  </a:lnTo>
                  <a:lnTo>
                    <a:pt x="7286" y="72"/>
                  </a:lnTo>
                  <a:lnTo>
                    <a:pt x="6888" y="143"/>
                  </a:lnTo>
                  <a:lnTo>
                    <a:pt x="6489" y="228"/>
                  </a:lnTo>
                  <a:lnTo>
                    <a:pt x="6091" y="328"/>
                  </a:lnTo>
                  <a:lnTo>
                    <a:pt x="5693" y="456"/>
                  </a:lnTo>
                  <a:lnTo>
                    <a:pt x="5294" y="598"/>
                  </a:lnTo>
                  <a:lnTo>
                    <a:pt x="4910" y="769"/>
                  </a:lnTo>
                  <a:lnTo>
                    <a:pt x="4526" y="954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75"/>
                  </a:lnTo>
                  <a:lnTo>
                    <a:pt x="1907" y="3103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9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9"/>
                  </a:lnTo>
                  <a:lnTo>
                    <a:pt x="371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1" y="8353"/>
                  </a:lnTo>
                  <a:lnTo>
                    <a:pt x="15" y="8766"/>
                  </a:lnTo>
                  <a:lnTo>
                    <a:pt x="43" y="9165"/>
                  </a:lnTo>
                  <a:lnTo>
                    <a:pt x="86" y="9577"/>
                  </a:lnTo>
                  <a:lnTo>
                    <a:pt x="143" y="9976"/>
                  </a:lnTo>
                  <a:lnTo>
                    <a:pt x="228" y="10374"/>
                  </a:lnTo>
                  <a:lnTo>
                    <a:pt x="342" y="10772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4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088"/>
                  </a:lnTo>
                  <a:lnTo>
                    <a:pt x="2491" y="14401"/>
                  </a:lnTo>
                  <a:lnTo>
                    <a:pt x="2790" y="14686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8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08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3"/>
                  </a:lnTo>
                  <a:lnTo>
                    <a:pt x="6746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9"/>
                  </a:lnTo>
                  <a:lnTo>
                    <a:pt x="8354" y="16863"/>
                  </a:lnTo>
                  <a:lnTo>
                    <a:pt x="8766" y="16849"/>
                  </a:lnTo>
                  <a:lnTo>
                    <a:pt x="9179" y="16820"/>
                  </a:lnTo>
                  <a:lnTo>
                    <a:pt x="9577" y="16778"/>
                  </a:lnTo>
                  <a:lnTo>
                    <a:pt x="9976" y="16721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393"/>
                  </a:lnTo>
                  <a:lnTo>
                    <a:pt x="11569" y="16251"/>
                  </a:lnTo>
                  <a:lnTo>
                    <a:pt x="11954" y="16080"/>
                  </a:lnTo>
                  <a:lnTo>
                    <a:pt x="12338" y="15895"/>
                  </a:lnTo>
                  <a:lnTo>
                    <a:pt x="12722" y="15682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42"/>
                  </a:lnTo>
                  <a:lnTo>
                    <a:pt x="14102" y="14671"/>
                  </a:lnTo>
                  <a:lnTo>
                    <a:pt x="14401" y="14373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5"/>
                  </a:lnTo>
                  <a:lnTo>
                    <a:pt x="16052" y="12025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1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07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5" y="7685"/>
                  </a:lnTo>
                  <a:lnTo>
                    <a:pt x="16792" y="7286"/>
                  </a:lnTo>
                  <a:lnTo>
                    <a:pt x="16721" y="6888"/>
                  </a:lnTo>
                  <a:lnTo>
                    <a:pt x="16635" y="6475"/>
                  </a:lnTo>
                  <a:lnTo>
                    <a:pt x="16536" y="6077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5" y="4910"/>
                  </a:lnTo>
                  <a:lnTo>
                    <a:pt x="15910" y="4526"/>
                  </a:lnTo>
                  <a:lnTo>
                    <a:pt x="15696" y="4141"/>
                  </a:lnTo>
                  <a:lnTo>
                    <a:pt x="15468" y="3786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63"/>
                  </a:lnTo>
                  <a:lnTo>
                    <a:pt x="13761" y="1893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1" y="1196"/>
                  </a:lnTo>
                  <a:lnTo>
                    <a:pt x="12395" y="997"/>
                  </a:lnTo>
                  <a:lnTo>
                    <a:pt x="12039" y="812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7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5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4572000" y="1208850"/>
              <a:ext cx="1126888" cy="1125461"/>
            </a:xfrm>
            <a:custGeom>
              <a:avLst/>
              <a:gdLst/>
              <a:ahLst/>
              <a:cxnLst/>
              <a:rect l="l" t="t" r="r" b="b"/>
              <a:pathLst>
                <a:path w="34751" h="34707" extrusionOk="0">
                  <a:moveTo>
                    <a:pt x="18201" y="0"/>
                  </a:moveTo>
                  <a:lnTo>
                    <a:pt x="17931" y="28"/>
                  </a:lnTo>
                  <a:lnTo>
                    <a:pt x="17660" y="71"/>
                  </a:lnTo>
                  <a:lnTo>
                    <a:pt x="17404" y="157"/>
                  </a:lnTo>
                  <a:lnTo>
                    <a:pt x="17148" y="256"/>
                  </a:lnTo>
                  <a:lnTo>
                    <a:pt x="16920" y="370"/>
                  </a:lnTo>
                  <a:lnTo>
                    <a:pt x="16693" y="527"/>
                  </a:lnTo>
                  <a:lnTo>
                    <a:pt x="16493" y="683"/>
                  </a:lnTo>
                  <a:lnTo>
                    <a:pt x="16294" y="868"/>
                  </a:lnTo>
                  <a:lnTo>
                    <a:pt x="16123" y="1067"/>
                  </a:lnTo>
                  <a:lnTo>
                    <a:pt x="15967" y="1295"/>
                  </a:lnTo>
                  <a:lnTo>
                    <a:pt x="15839" y="1523"/>
                  </a:lnTo>
                  <a:lnTo>
                    <a:pt x="15725" y="1765"/>
                  </a:lnTo>
                  <a:lnTo>
                    <a:pt x="15640" y="2035"/>
                  </a:lnTo>
                  <a:lnTo>
                    <a:pt x="15583" y="2305"/>
                  </a:lnTo>
                  <a:lnTo>
                    <a:pt x="15554" y="2590"/>
                  </a:lnTo>
                  <a:lnTo>
                    <a:pt x="15554" y="2860"/>
                  </a:lnTo>
                  <a:lnTo>
                    <a:pt x="15568" y="3145"/>
                  </a:lnTo>
                  <a:lnTo>
                    <a:pt x="15625" y="3415"/>
                  </a:lnTo>
                  <a:lnTo>
                    <a:pt x="15696" y="3671"/>
                  </a:lnTo>
                  <a:lnTo>
                    <a:pt x="15796" y="3913"/>
                  </a:lnTo>
                  <a:lnTo>
                    <a:pt x="15924" y="4155"/>
                  </a:lnTo>
                  <a:lnTo>
                    <a:pt x="16066" y="4383"/>
                  </a:lnTo>
                  <a:lnTo>
                    <a:pt x="16237" y="4582"/>
                  </a:lnTo>
                  <a:lnTo>
                    <a:pt x="16422" y="4781"/>
                  </a:lnTo>
                  <a:lnTo>
                    <a:pt x="16621" y="4952"/>
                  </a:lnTo>
                  <a:lnTo>
                    <a:pt x="16835" y="5094"/>
                  </a:lnTo>
                  <a:lnTo>
                    <a:pt x="17077" y="5237"/>
                  </a:lnTo>
                  <a:lnTo>
                    <a:pt x="17319" y="5336"/>
                  </a:lnTo>
                  <a:lnTo>
                    <a:pt x="17575" y="5422"/>
                  </a:lnTo>
                  <a:lnTo>
                    <a:pt x="17845" y="5493"/>
                  </a:lnTo>
                  <a:lnTo>
                    <a:pt x="18130" y="5521"/>
                  </a:lnTo>
                  <a:lnTo>
                    <a:pt x="18486" y="5550"/>
                  </a:lnTo>
                  <a:lnTo>
                    <a:pt x="18827" y="5578"/>
                  </a:lnTo>
                  <a:lnTo>
                    <a:pt x="19169" y="5635"/>
                  </a:lnTo>
                  <a:lnTo>
                    <a:pt x="19510" y="5692"/>
                  </a:lnTo>
                  <a:lnTo>
                    <a:pt x="19852" y="5749"/>
                  </a:lnTo>
                  <a:lnTo>
                    <a:pt x="20193" y="5834"/>
                  </a:lnTo>
                  <a:lnTo>
                    <a:pt x="20520" y="5920"/>
                  </a:lnTo>
                  <a:lnTo>
                    <a:pt x="20848" y="6005"/>
                  </a:lnTo>
                  <a:lnTo>
                    <a:pt x="21175" y="6105"/>
                  </a:lnTo>
                  <a:lnTo>
                    <a:pt x="21488" y="6218"/>
                  </a:lnTo>
                  <a:lnTo>
                    <a:pt x="21801" y="6347"/>
                  </a:lnTo>
                  <a:lnTo>
                    <a:pt x="22114" y="6475"/>
                  </a:lnTo>
                  <a:lnTo>
                    <a:pt x="22427" y="6617"/>
                  </a:lnTo>
                  <a:lnTo>
                    <a:pt x="22726" y="6759"/>
                  </a:lnTo>
                  <a:lnTo>
                    <a:pt x="23025" y="6916"/>
                  </a:lnTo>
                  <a:lnTo>
                    <a:pt x="23324" y="7087"/>
                  </a:lnTo>
                  <a:lnTo>
                    <a:pt x="23608" y="7257"/>
                  </a:lnTo>
                  <a:lnTo>
                    <a:pt x="23893" y="7442"/>
                  </a:lnTo>
                  <a:lnTo>
                    <a:pt x="24178" y="7627"/>
                  </a:lnTo>
                  <a:lnTo>
                    <a:pt x="24448" y="7826"/>
                  </a:lnTo>
                  <a:lnTo>
                    <a:pt x="24718" y="8026"/>
                  </a:lnTo>
                  <a:lnTo>
                    <a:pt x="24989" y="8253"/>
                  </a:lnTo>
                  <a:lnTo>
                    <a:pt x="25245" y="8467"/>
                  </a:lnTo>
                  <a:lnTo>
                    <a:pt x="25487" y="8694"/>
                  </a:lnTo>
                  <a:lnTo>
                    <a:pt x="25729" y="8936"/>
                  </a:lnTo>
                  <a:lnTo>
                    <a:pt x="25970" y="9178"/>
                  </a:lnTo>
                  <a:lnTo>
                    <a:pt x="26198" y="9434"/>
                  </a:lnTo>
                  <a:lnTo>
                    <a:pt x="26426" y="9691"/>
                  </a:lnTo>
                  <a:lnTo>
                    <a:pt x="26654" y="9961"/>
                  </a:lnTo>
                  <a:lnTo>
                    <a:pt x="26853" y="10231"/>
                  </a:lnTo>
                  <a:lnTo>
                    <a:pt x="27066" y="10516"/>
                  </a:lnTo>
                  <a:lnTo>
                    <a:pt x="27265" y="10801"/>
                  </a:lnTo>
                  <a:lnTo>
                    <a:pt x="27578" y="11327"/>
                  </a:lnTo>
                  <a:lnTo>
                    <a:pt x="27877" y="11854"/>
                  </a:lnTo>
                  <a:lnTo>
                    <a:pt x="28133" y="12380"/>
                  </a:lnTo>
                  <a:lnTo>
                    <a:pt x="28375" y="12935"/>
                  </a:lnTo>
                  <a:lnTo>
                    <a:pt x="28575" y="13476"/>
                  </a:lnTo>
                  <a:lnTo>
                    <a:pt x="28760" y="14031"/>
                  </a:lnTo>
                  <a:lnTo>
                    <a:pt x="28902" y="14600"/>
                  </a:lnTo>
                  <a:lnTo>
                    <a:pt x="29030" y="15169"/>
                  </a:lnTo>
                  <a:lnTo>
                    <a:pt x="29115" y="15738"/>
                  </a:lnTo>
                  <a:lnTo>
                    <a:pt x="29172" y="16308"/>
                  </a:lnTo>
                  <a:lnTo>
                    <a:pt x="29215" y="16877"/>
                  </a:lnTo>
                  <a:lnTo>
                    <a:pt x="29215" y="17446"/>
                  </a:lnTo>
                  <a:lnTo>
                    <a:pt x="29201" y="18015"/>
                  </a:lnTo>
                  <a:lnTo>
                    <a:pt x="29158" y="18584"/>
                  </a:lnTo>
                  <a:lnTo>
                    <a:pt x="29087" y="19139"/>
                  </a:lnTo>
                  <a:lnTo>
                    <a:pt x="28987" y="19708"/>
                  </a:lnTo>
                  <a:lnTo>
                    <a:pt x="28859" y="20263"/>
                  </a:lnTo>
                  <a:lnTo>
                    <a:pt x="28703" y="20804"/>
                  </a:lnTo>
                  <a:lnTo>
                    <a:pt x="28518" y="21345"/>
                  </a:lnTo>
                  <a:lnTo>
                    <a:pt x="28318" y="21886"/>
                  </a:lnTo>
                  <a:lnTo>
                    <a:pt x="28091" y="22398"/>
                  </a:lnTo>
                  <a:lnTo>
                    <a:pt x="27835" y="22910"/>
                  </a:lnTo>
                  <a:lnTo>
                    <a:pt x="27550" y="23408"/>
                  </a:lnTo>
                  <a:lnTo>
                    <a:pt x="27237" y="23906"/>
                  </a:lnTo>
                  <a:lnTo>
                    <a:pt x="26910" y="24376"/>
                  </a:lnTo>
                  <a:lnTo>
                    <a:pt x="26554" y="24831"/>
                  </a:lnTo>
                  <a:lnTo>
                    <a:pt x="26170" y="25272"/>
                  </a:lnTo>
                  <a:lnTo>
                    <a:pt x="25771" y="25699"/>
                  </a:lnTo>
                  <a:lnTo>
                    <a:pt x="25344" y="26112"/>
                  </a:lnTo>
                  <a:lnTo>
                    <a:pt x="24889" y="26496"/>
                  </a:lnTo>
                  <a:lnTo>
                    <a:pt x="24419" y="26866"/>
                  </a:lnTo>
                  <a:lnTo>
                    <a:pt x="23921" y="27222"/>
                  </a:lnTo>
                  <a:lnTo>
                    <a:pt x="23395" y="27549"/>
                  </a:lnTo>
                  <a:lnTo>
                    <a:pt x="22868" y="27834"/>
                  </a:lnTo>
                  <a:lnTo>
                    <a:pt x="22342" y="28104"/>
                  </a:lnTo>
                  <a:lnTo>
                    <a:pt x="21787" y="28332"/>
                  </a:lnTo>
                  <a:lnTo>
                    <a:pt x="21246" y="28545"/>
                  </a:lnTo>
                  <a:lnTo>
                    <a:pt x="20691" y="28716"/>
                  </a:lnTo>
                  <a:lnTo>
                    <a:pt x="20122" y="28858"/>
                  </a:lnTo>
                  <a:lnTo>
                    <a:pt x="19553" y="28986"/>
                  </a:lnTo>
                  <a:lnTo>
                    <a:pt x="18984" y="29072"/>
                  </a:lnTo>
                  <a:lnTo>
                    <a:pt x="18414" y="29143"/>
                  </a:lnTo>
                  <a:lnTo>
                    <a:pt x="17845" y="29171"/>
                  </a:lnTo>
                  <a:lnTo>
                    <a:pt x="17276" y="29186"/>
                  </a:lnTo>
                  <a:lnTo>
                    <a:pt x="16707" y="29157"/>
                  </a:lnTo>
                  <a:lnTo>
                    <a:pt x="16138" y="29114"/>
                  </a:lnTo>
                  <a:lnTo>
                    <a:pt x="15583" y="29043"/>
                  </a:lnTo>
                  <a:lnTo>
                    <a:pt x="15013" y="28944"/>
                  </a:lnTo>
                  <a:lnTo>
                    <a:pt x="14458" y="28816"/>
                  </a:lnTo>
                  <a:lnTo>
                    <a:pt x="13918" y="28659"/>
                  </a:lnTo>
                  <a:lnTo>
                    <a:pt x="13377" y="28488"/>
                  </a:lnTo>
                  <a:lnTo>
                    <a:pt x="12836" y="28275"/>
                  </a:lnTo>
                  <a:lnTo>
                    <a:pt x="12324" y="28047"/>
                  </a:lnTo>
                  <a:lnTo>
                    <a:pt x="11812" y="27791"/>
                  </a:lnTo>
                  <a:lnTo>
                    <a:pt x="11314" y="27506"/>
                  </a:lnTo>
                  <a:lnTo>
                    <a:pt x="10816" y="27208"/>
                  </a:lnTo>
                  <a:lnTo>
                    <a:pt x="10346" y="26866"/>
                  </a:lnTo>
                  <a:lnTo>
                    <a:pt x="9891" y="26510"/>
                  </a:lnTo>
                  <a:lnTo>
                    <a:pt x="9450" y="26140"/>
                  </a:lnTo>
                  <a:lnTo>
                    <a:pt x="9023" y="25728"/>
                  </a:lnTo>
                  <a:lnTo>
                    <a:pt x="8610" y="25301"/>
                  </a:lnTo>
                  <a:lnTo>
                    <a:pt x="8226" y="24845"/>
                  </a:lnTo>
                  <a:lnTo>
                    <a:pt x="7856" y="24376"/>
                  </a:lnTo>
                  <a:lnTo>
                    <a:pt x="7500" y="23878"/>
                  </a:lnTo>
                  <a:lnTo>
                    <a:pt x="7301" y="23565"/>
                  </a:lnTo>
                  <a:lnTo>
                    <a:pt x="7116" y="23252"/>
                  </a:lnTo>
                  <a:lnTo>
                    <a:pt x="6931" y="22924"/>
                  </a:lnTo>
                  <a:lnTo>
                    <a:pt x="6774" y="22597"/>
                  </a:lnTo>
                  <a:lnTo>
                    <a:pt x="6618" y="22270"/>
                  </a:lnTo>
                  <a:lnTo>
                    <a:pt x="6461" y="21943"/>
                  </a:lnTo>
                  <a:lnTo>
                    <a:pt x="6333" y="21615"/>
                  </a:lnTo>
                  <a:lnTo>
                    <a:pt x="6205" y="21274"/>
                  </a:lnTo>
                  <a:lnTo>
                    <a:pt x="6091" y="20932"/>
                  </a:lnTo>
                  <a:lnTo>
                    <a:pt x="5992" y="20576"/>
                  </a:lnTo>
                  <a:lnTo>
                    <a:pt x="5892" y="20235"/>
                  </a:lnTo>
                  <a:lnTo>
                    <a:pt x="5807" y="19893"/>
                  </a:lnTo>
                  <a:lnTo>
                    <a:pt x="5736" y="19538"/>
                  </a:lnTo>
                  <a:lnTo>
                    <a:pt x="5679" y="19182"/>
                  </a:lnTo>
                  <a:lnTo>
                    <a:pt x="5636" y="18826"/>
                  </a:lnTo>
                  <a:lnTo>
                    <a:pt x="5593" y="18470"/>
                  </a:lnTo>
                  <a:lnTo>
                    <a:pt x="5565" y="18115"/>
                  </a:lnTo>
                  <a:lnTo>
                    <a:pt x="5536" y="17759"/>
                  </a:lnTo>
                  <a:lnTo>
                    <a:pt x="5536" y="17403"/>
                  </a:lnTo>
                  <a:lnTo>
                    <a:pt x="5536" y="17033"/>
                  </a:lnTo>
                  <a:lnTo>
                    <a:pt x="5551" y="16677"/>
                  </a:lnTo>
                  <a:lnTo>
                    <a:pt x="5579" y="16322"/>
                  </a:lnTo>
                  <a:lnTo>
                    <a:pt x="5622" y="15966"/>
                  </a:lnTo>
                  <a:lnTo>
                    <a:pt x="5664" y="15610"/>
                  </a:lnTo>
                  <a:lnTo>
                    <a:pt x="5721" y="15254"/>
                  </a:lnTo>
                  <a:lnTo>
                    <a:pt x="5792" y="14899"/>
                  </a:lnTo>
                  <a:lnTo>
                    <a:pt x="5878" y="14543"/>
                  </a:lnTo>
                  <a:lnTo>
                    <a:pt x="5963" y="14187"/>
                  </a:lnTo>
                  <a:lnTo>
                    <a:pt x="6063" y="13831"/>
                  </a:lnTo>
                  <a:lnTo>
                    <a:pt x="6177" y="13490"/>
                  </a:lnTo>
                  <a:lnTo>
                    <a:pt x="6305" y="13148"/>
                  </a:lnTo>
                  <a:lnTo>
                    <a:pt x="6447" y="12793"/>
                  </a:lnTo>
                  <a:lnTo>
                    <a:pt x="6532" y="12537"/>
                  </a:lnTo>
                  <a:lnTo>
                    <a:pt x="6604" y="12266"/>
                  </a:lnTo>
                  <a:lnTo>
                    <a:pt x="6646" y="11996"/>
                  </a:lnTo>
                  <a:lnTo>
                    <a:pt x="6646" y="11725"/>
                  </a:lnTo>
                  <a:lnTo>
                    <a:pt x="6632" y="11455"/>
                  </a:lnTo>
                  <a:lnTo>
                    <a:pt x="6589" y="11185"/>
                  </a:lnTo>
                  <a:lnTo>
                    <a:pt x="6532" y="10929"/>
                  </a:lnTo>
                  <a:lnTo>
                    <a:pt x="6433" y="10687"/>
                  </a:lnTo>
                  <a:lnTo>
                    <a:pt x="6333" y="10445"/>
                  </a:lnTo>
                  <a:lnTo>
                    <a:pt x="6191" y="10217"/>
                  </a:lnTo>
                  <a:lnTo>
                    <a:pt x="6034" y="10004"/>
                  </a:lnTo>
                  <a:lnTo>
                    <a:pt x="5849" y="9804"/>
                  </a:lnTo>
                  <a:lnTo>
                    <a:pt x="5650" y="9619"/>
                  </a:lnTo>
                  <a:lnTo>
                    <a:pt x="5437" y="9449"/>
                  </a:lnTo>
                  <a:lnTo>
                    <a:pt x="5195" y="9306"/>
                  </a:lnTo>
                  <a:lnTo>
                    <a:pt x="4939" y="9193"/>
                  </a:lnTo>
                  <a:lnTo>
                    <a:pt x="4683" y="9093"/>
                  </a:lnTo>
                  <a:lnTo>
                    <a:pt x="4412" y="9022"/>
                  </a:lnTo>
                  <a:lnTo>
                    <a:pt x="4142" y="8993"/>
                  </a:lnTo>
                  <a:lnTo>
                    <a:pt x="3871" y="8979"/>
                  </a:lnTo>
                  <a:lnTo>
                    <a:pt x="3601" y="8993"/>
                  </a:lnTo>
                  <a:lnTo>
                    <a:pt x="3331" y="9036"/>
                  </a:lnTo>
                  <a:lnTo>
                    <a:pt x="3075" y="9093"/>
                  </a:lnTo>
                  <a:lnTo>
                    <a:pt x="2833" y="9193"/>
                  </a:lnTo>
                  <a:lnTo>
                    <a:pt x="2591" y="9306"/>
                  </a:lnTo>
                  <a:lnTo>
                    <a:pt x="2363" y="9434"/>
                  </a:lnTo>
                  <a:lnTo>
                    <a:pt x="2150" y="9591"/>
                  </a:lnTo>
                  <a:lnTo>
                    <a:pt x="1950" y="9776"/>
                  </a:lnTo>
                  <a:lnTo>
                    <a:pt x="1765" y="9975"/>
                  </a:lnTo>
                  <a:lnTo>
                    <a:pt x="1595" y="10189"/>
                  </a:lnTo>
                  <a:lnTo>
                    <a:pt x="1452" y="10431"/>
                  </a:lnTo>
                  <a:lnTo>
                    <a:pt x="1339" y="10687"/>
                  </a:lnTo>
                  <a:lnTo>
                    <a:pt x="1139" y="11185"/>
                  </a:lnTo>
                  <a:lnTo>
                    <a:pt x="954" y="11697"/>
                  </a:lnTo>
                  <a:lnTo>
                    <a:pt x="784" y="12209"/>
                  </a:lnTo>
                  <a:lnTo>
                    <a:pt x="627" y="12722"/>
                  </a:lnTo>
                  <a:lnTo>
                    <a:pt x="499" y="13234"/>
                  </a:lnTo>
                  <a:lnTo>
                    <a:pt x="385" y="13760"/>
                  </a:lnTo>
                  <a:lnTo>
                    <a:pt x="286" y="14273"/>
                  </a:lnTo>
                  <a:lnTo>
                    <a:pt x="200" y="14799"/>
                  </a:lnTo>
                  <a:lnTo>
                    <a:pt x="129" y="15326"/>
                  </a:lnTo>
                  <a:lnTo>
                    <a:pt x="72" y="15852"/>
                  </a:lnTo>
                  <a:lnTo>
                    <a:pt x="29" y="16379"/>
                  </a:lnTo>
                  <a:lnTo>
                    <a:pt x="15" y="16905"/>
                  </a:lnTo>
                  <a:lnTo>
                    <a:pt x="1" y="17432"/>
                  </a:lnTo>
                  <a:lnTo>
                    <a:pt x="15" y="17958"/>
                  </a:lnTo>
                  <a:lnTo>
                    <a:pt x="44" y="18485"/>
                  </a:lnTo>
                  <a:lnTo>
                    <a:pt x="86" y="18997"/>
                  </a:lnTo>
                  <a:lnTo>
                    <a:pt x="143" y="19523"/>
                  </a:lnTo>
                  <a:lnTo>
                    <a:pt x="214" y="20050"/>
                  </a:lnTo>
                  <a:lnTo>
                    <a:pt x="314" y="20562"/>
                  </a:lnTo>
                  <a:lnTo>
                    <a:pt x="414" y="21075"/>
                  </a:lnTo>
                  <a:lnTo>
                    <a:pt x="542" y="21587"/>
                  </a:lnTo>
                  <a:lnTo>
                    <a:pt x="670" y="22099"/>
                  </a:lnTo>
                  <a:lnTo>
                    <a:pt x="826" y="22597"/>
                  </a:lnTo>
                  <a:lnTo>
                    <a:pt x="997" y="23109"/>
                  </a:lnTo>
                  <a:lnTo>
                    <a:pt x="1182" y="23607"/>
                  </a:lnTo>
                  <a:lnTo>
                    <a:pt x="1381" y="24091"/>
                  </a:lnTo>
                  <a:lnTo>
                    <a:pt x="1595" y="24575"/>
                  </a:lnTo>
                  <a:lnTo>
                    <a:pt x="1822" y="25059"/>
                  </a:lnTo>
                  <a:lnTo>
                    <a:pt x="2064" y="25543"/>
                  </a:lnTo>
                  <a:lnTo>
                    <a:pt x="2320" y="25998"/>
                  </a:lnTo>
                  <a:lnTo>
                    <a:pt x="2605" y="26468"/>
                  </a:lnTo>
                  <a:lnTo>
                    <a:pt x="2890" y="26923"/>
                  </a:lnTo>
                  <a:lnTo>
                    <a:pt x="3146" y="27293"/>
                  </a:lnTo>
                  <a:lnTo>
                    <a:pt x="3402" y="27649"/>
                  </a:lnTo>
                  <a:lnTo>
                    <a:pt x="3672" y="28005"/>
                  </a:lnTo>
                  <a:lnTo>
                    <a:pt x="3943" y="28346"/>
                  </a:lnTo>
                  <a:lnTo>
                    <a:pt x="4227" y="28688"/>
                  </a:lnTo>
                  <a:lnTo>
                    <a:pt x="4512" y="29015"/>
                  </a:lnTo>
                  <a:lnTo>
                    <a:pt x="4811" y="29328"/>
                  </a:lnTo>
                  <a:lnTo>
                    <a:pt x="5109" y="29641"/>
                  </a:lnTo>
                  <a:lnTo>
                    <a:pt x="5423" y="29940"/>
                  </a:lnTo>
                  <a:lnTo>
                    <a:pt x="5736" y="30239"/>
                  </a:lnTo>
                  <a:lnTo>
                    <a:pt x="6063" y="30523"/>
                  </a:lnTo>
                  <a:lnTo>
                    <a:pt x="6390" y="30794"/>
                  </a:lnTo>
                  <a:lnTo>
                    <a:pt x="6717" y="31064"/>
                  </a:lnTo>
                  <a:lnTo>
                    <a:pt x="7059" y="31320"/>
                  </a:lnTo>
                  <a:lnTo>
                    <a:pt x="7415" y="31562"/>
                  </a:lnTo>
                  <a:lnTo>
                    <a:pt x="7756" y="31804"/>
                  </a:lnTo>
                  <a:lnTo>
                    <a:pt x="8112" y="32032"/>
                  </a:lnTo>
                  <a:lnTo>
                    <a:pt x="8468" y="32259"/>
                  </a:lnTo>
                  <a:lnTo>
                    <a:pt x="8838" y="32458"/>
                  </a:lnTo>
                  <a:lnTo>
                    <a:pt x="9208" y="32672"/>
                  </a:lnTo>
                  <a:lnTo>
                    <a:pt x="9578" y="32857"/>
                  </a:lnTo>
                  <a:lnTo>
                    <a:pt x="9962" y="33042"/>
                  </a:lnTo>
                  <a:lnTo>
                    <a:pt x="10332" y="33213"/>
                  </a:lnTo>
                  <a:lnTo>
                    <a:pt x="10730" y="33383"/>
                  </a:lnTo>
                  <a:lnTo>
                    <a:pt x="11114" y="33540"/>
                  </a:lnTo>
                  <a:lnTo>
                    <a:pt x="11499" y="33682"/>
                  </a:lnTo>
                  <a:lnTo>
                    <a:pt x="11897" y="33810"/>
                  </a:lnTo>
                  <a:lnTo>
                    <a:pt x="12296" y="33938"/>
                  </a:lnTo>
                  <a:lnTo>
                    <a:pt x="12694" y="34066"/>
                  </a:lnTo>
                  <a:lnTo>
                    <a:pt x="13107" y="34166"/>
                  </a:lnTo>
                  <a:lnTo>
                    <a:pt x="13505" y="34266"/>
                  </a:lnTo>
                  <a:lnTo>
                    <a:pt x="13918" y="34351"/>
                  </a:lnTo>
                  <a:lnTo>
                    <a:pt x="14316" y="34436"/>
                  </a:lnTo>
                  <a:lnTo>
                    <a:pt x="14729" y="34508"/>
                  </a:lnTo>
                  <a:lnTo>
                    <a:pt x="15142" y="34565"/>
                  </a:lnTo>
                  <a:lnTo>
                    <a:pt x="15568" y="34607"/>
                  </a:lnTo>
                  <a:lnTo>
                    <a:pt x="15981" y="34650"/>
                  </a:lnTo>
                  <a:lnTo>
                    <a:pt x="16394" y="34678"/>
                  </a:lnTo>
                  <a:lnTo>
                    <a:pt x="16806" y="34693"/>
                  </a:lnTo>
                  <a:lnTo>
                    <a:pt x="17233" y="34707"/>
                  </a:lnTo>
                  <a:lnTo>
                    <a:pt x="17646" y="34707"/>
                  </a:lnTo>
                  <a:lnTo>
                    <a:pt x="18073" y="34693"/>
                  </a:lnTo>
                  <a:lnTo>
                    <a:pt x="18486" y="34678"/>
                  </a:lnTo>
                  <a:lnTo>
                    <a:pt x="18898" y="34636"/>
                  </a:lnTo>
                  <a:lnTo>
                    <a:pt x="19325" y="34607"/>
                  </a:lnTo>
                  <a:lnTo>
                    <a:pt x="19738" y="34550"/>
                  </a:lnTo>
                  <a:lnTo>
                    <a:pt x="20165" y="34493"/>
                  </a:lnTo>
                  <a:lnTo>
                    <a:pt x="20577" y="34422"/>
                  </a:lnTo>
                  <a:lnTo>
                    <a:pt x="20990" y="34337"/>
                  </a:lnTo>
                  <a:lnTo>
                    <a:pt x="21403" y="34237"/>
                  </a:lnTo>
                  <a:lnTo>
                    <a:pt x="21815" y="34138"/>
                  </a:lnTo>
                  <a:lnTo>
                    <a:pt x="22228" y="34024"/>
                  </a:lnTo>
                  <a:lnTo>
                    <a:pt x="22641" y="33896"/>
                  </a:lnTo>
                  <a:lnTo>
                    <a:pt x="23039" y="33768"/>
                  </a:lnTo>
                  <a:lnTo>
                    <a:pt x="23452" y="33625"/>
                  </a:lnTo>
                  <a:lnTo>
                    <a:pt x="23850" y="33469"/>
                  </a:lnTo>
                  <a:lnTo>
                    <a:pt x="24249" y="33298"/>
                  </a:lnTo>
                  <a:lnTo>
                    <a:pt x="24647" y="33127"/>
                  </a:lnTo>
                  <a:lnTo>
                    <a:pt x="25046" y="32928"/>
                  </a:lnTo>
                  <a:lnTo>
                    <a:pt x="25430" y="32729"/>
                  </a:lnTo>
                  <a:lnTo>
                    <a:pt x="25828" y="32530"/>
                  </a:lnTo>
                  <a:lnTo>
                    <a:pt x="26212" y="32302"/>
                  </a:lnTo>
                  <a:lnTo>
                    <a:pt x="26582" y="32074"/>
                  </a:lnTo>
                  <a:lnTo>
                    <a:pt x="26967" y="31832"/>
                  </a:lnTo>
                  <a:lnTo>
                    <a:pt x="27337" y="31576"/>
                  </a:lnTo>
                  <a:lnTo>
                    <a:pt x="27692" y="31320"/>
                  </a:lnTo>
                  <a:lnTo>
                    <a:pt x="28048" y="31050"/>
                  </a:lnTo>
                  <a:lnTo>
                    <a:pt x="28390" y="30779"/>
                  </a:lnTo>
                  <a:lnTo>
                    <a:pt x="28731" y="30495"/>
                  </a:lnTo>
                  <a:lnTo>
                    <a:pt x="29058" y="30210"/>
                  </a:lnTo>
                  <a:lnTo>
                    <a:pt x="29371" y="29911"/>
                  </a:lnTo>
                  <a:lnTo>
                    <a:pt x="29684" y="29612"/>
                  </a:lnTo>
                  <a:lnTo>
                    <a:pt x="29983" y="29299"/>
                  </a:lnTo>
                  <a:lnTo>
                    <a:pt x="30282" y="28986"/>
                  </a:lnTo>
                  <a:lnTo>
                    <a:pt x="30567" y="28659"/>
                  </a:lnTo>
                  <a:lnTo>
                    <a:pt x="30837" y="28332"/>
                  </a:lnTo>
                  <a:lnTo>
                    <a:pt x="31107" y="27990"/>
                  </a:lnTo>
                  <a:lnTo>
                    <a:pt x="31364" y="27663"/>
                  </a:lnTo>
                  <a:lnTo>
                    <a:pt x="31606" y="27307"/>
                  </a:lnTo>
                  <a:lnTo>
                    <a:pt x="31847" y="26966"/>
                  </a:lnTo>
                  <a:lnTo>
                    <a:pt x="32075" y="26610"/>
                  </a:lnTo>
                  <a:lnTo>
                    <a:pt x="32289" y="26254"/>
                  </a:lnTo>
                  <a:lnTo>
                    <a:pt x="32502" y="25884"/>
                  </a:lnTo>
                  <a:lnTo>
                    <a:pt x="32701" y="25514"/>
                  </a:lnTo>
                  <a:lnTo>
                    <a:pt x="32900" y="25144"/>
                  </a:lnTo>
                  <a:lnTo>
                    <a:pt x="33085" y="24760"/>
                  </a:lnTo>
                  <a:lnTo>
                    <a:pt x="33256" y="24376"/>
                  </a:lnTo>
                  <a:lnTo>
                    <a:pt x="33427" y="23992"/>
                  </a:lnTo>
                  <a:lnTo>
                    <a:pt x="33569" y="23607"/>
                  </a:lnTo>
                  <a:lnTo>
                    <a:pt x="33726" y="23223"/>
                  </a:lnTo>
                  <a:lnTo>
                    <a:pt x="33854" y="22825"/>
                  </a:lnTo>
                  <a:lnTo>
                    <a:pt x="33982" y="22426"/>
                  </a:lnTo>
                  <a:lnTo>
                    <a:pt x="34096" y="22028"/>
                  </a:lnTo>
                  <a:lnTo>
                    <a:pt x="34210" y="21615"/>
                  </a:lnTo>
                  <a:lnTo>
                    <a:pt x="34309" y="21217"/>
                  </a:lnTo>
                  <a:lnTo>
                    <a:pt x="34395" y="20804"/>
                  </a:lnTo>
                  <a:lnTo>
                    <a:pt x="34480" y="20406"/>
                  </a:lnTo>
                  <a:lnTo>
                    <a:pt x="34537" y="19993"/>
                  </a:lnTo>
                  <a:lnTo>
                    <a:pt x="34608" y="19580"/>
                  </a:lnTo>
                  <a:lnTo>
                    <a:pt x="34651" y="19153"/>
                  </a:lnTo>
                  <a:lnTo>
                    <a:pt x="34693" y="18741"/>
                  </a:lnTo>
                  <a:lnTo>
                    <a:pt x="34722" y="18328"/>
                  </a:lnTo>
                  <a:lnTo>
                    <a:pt x="34736" y="17915"/>
                  </a:lnTo>
                  <a:lnTo>
                    <a:pt x="34750" y="17489"/>
                  </a:lnTo>
                  <a:lnTo>
                    <a:pt x="34750" y="17076"/>
                  </a:lnTo>
                  <a:lnTo>
                    <a:pt x="34736" y="16649"/>
                  </a:lnTo>
                  <a:lnTo>
                    <a:pt x="34708" y="16236"/>
                  </a:lnTo>
                  <a:lnTo>
                    <a:pt x="34679" y="15824"/>
                  </a:lnTo>
                  <a:lnTo>
                    <a:pt x="34636" y="15397"/>
                  </a:lnTo>
                  <a:lnTo>
                    <a:pt x="34594" y="14984"/>
                  </a:lnTo>
                  <a:lnTo>
                    <a:pt x="34523" y="14557"/>
                  </a:lnTo>
                  <a:lnTo>
                    <a:pt x="34451" y="14145"/>
                  </a:lnTo>
                  <a:lnTo>
                    <a:pt x="34380" y="13732"/>
                  </a:lnTo>
                  <a:lnTo>
                    <a:pt x="34281" y="13319"/>
                  </a:lnTo>
                  <a:lnTo>
                    <a:pt x="34181" y="12907"/>
                  </a:lnTo>
                  <a:lnTo>
                    <a:pt x="34067" y="12494"/>
                  </a:lnTo>
                  <a:lnTo>
                    <a:pt x="33939" y="12081"/>
                  </a:lnTo>
                  <a:lnTo>
                    <a:pt x="33811" y="11683"/>
                  </a:lnTo>
                  <a:lnTo>
                    <a:pt x="33655" y="11270"/>
                  </a:lnTo>
                  <a:lnTo>
                    <a:pt x="33498" y="10872"/>
                  </a:lnTo>
                  <a:lnTo>
                    <a:pt x="33342" y="10473"/>
                  </a:lnTo>
                  <a:lnTo>
                    <a:pt x="33157" y="10075"/>
                  </a:lnTo>
                  <a:lnTo>
                    <a:pt x="32972" y="9676"/>
                  </a:lnTo>
                  <a:lnTo>
                    <a:pt x="32772" y="9292"/>
                  </a:lnTo>
                  <a:lnTo>
                    <a:pt x="32559" y="8894"/>
                  </a:lnTo>
                  <a:lnTo>
                    <a:pt x="32345" y="8510"/>
                  </a:lnTo>
                  <a:lnTo>
                    <a:pt x="32118" y="8140"/>
                  </a:lnTo>
                  <a:lnTo>
                    <a:pt x="31876" y="7755"/>
                  </a:lnTo>
                  <a:lnTo>
                    <a:pt x="31577" y="7328"/>
                  </a:lnTo>
                  <a:lnTo>
                    <a:pt x="31278" y="6916"/>
                  </a:lnTo>
                  <a:lnTo>
                    <a:pt x="30965" y="6517"/>
                  </a:lnTo>
                  <a:lnTo>
                    <a:pt x="30652" y="6119"/>
                  </a:lnTo>
                  <a:lnTo>
                    <a:pt x="30325" y="5749"/>
                  </a:lnTo>
                  <a:lnTo>
                    <a:pt x="29983" y="5379"/>
                  </a:lnTo>
                  <a:lnTo>
                    <a:pt x="29628" y="5009"/>
                  </a:lnTo>
                  <a:lnTo>
                    <a:pt x="29272" y="4667"/>
                  </a:lnTo>
                  <a:lnTo>
                    <a:pt x="28902" y="4326"/>
                  </a:lnTo>
                  <a:lnTo>
                    <a:pt x="28532" y="3999"/>
                  </a:lnTo>
                  <a:lnTo>
                    <a:pt x="28148" y="3686"/>
                  </a:lnTo>
                  <a:lnTo>
                    <a:pt x="27749" y="3387"/>
                  </a:lnTo>
                  <a:lnTo>
                    <a:pt x="27351" y="3102"/>
                  </a:lnTo>
                  <a:lnTo>
                    <a:pt x="26938" y="2818"/>
                  </a:lnTo>
                  <a:lnTo>
                    <a:pt x="26525" y="2547"/>
                  </a:lnTo>
                  <a:lnTo>
                    <a:pt x="26099" y="2291"/>
                  </a:lnTo>
                  <a:lnTo>
                    <a:pt x="25672" y="2049"/>
                  </a:lnTo>
                  <a:lnTo>
                    <a:pt x="25231" y="1821"/>
                  </a:lnTo>
                  <a:lnTo>
                    <a:pt x="24789" y="1608"/>
                  </a:lnTo>
                  <a:lnTo>
                    <a:pt x="24334" y="1409"/>
                  </a:lnTo>
                  <a:lnTo>
                    <a:pt x="23879" y="1210"/>
                  </a:lnTo>
                  <a:lnTo>
                    <a:pt x="23409" y="1039"/>
                  </a:lnTo>
                  <a:lnTo>
                    <a:pt x="22940" y="868"/>
                  </a:lnTo>
                  <a:lnTo>
                    <a:pt x="22470" y="726"/>
                  </a:lnTo>
                  <a:lnTo>
                    <a:pt x="21986" y="583"/>
                  </a:lnTo>
                  <a:lnTo>
                    <a:pt x="21502" y="455"/>
                  </a:lnTo>
                  <a:lnTo>
                    <a:pt x="21004" y="342"/>
                  </a:lnTo>
                  <a:lnTo>
                    <a:pt x="20506" y="256"/>
                  </a:lnTo>
                  <a:lnTo>
                    <a:pt x="20008" y="171"/>
                  </a:lnTo>
                  <a:lnTo>
                    <a:pt x="19510" y="100"/>
                  </a:lnTo>
                  <a:lnTo>
                    <a:pt x="18998" y="43"/>
                  </a:lnTo>
                  <a:lnTo>
                    <a:pt x="184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1"/>
            <p:cNvSpPr/>
            <p:nvPr/>
          </p:nvSpPr>
          <p:spPr>
            <a:xfrm>
              <a:off x="4625084" y="1394790"/>
              <a:ext cx="1099163" cy="964913"/>
            </a:xfrm>
            <a:custGeom>
              <a:avLst/>
              <a:gdLst/>
              <a:ahLst/>
              <a:cxnLst/>
              <a:rect l="l" t="t" r="r" b="b"/>
              <a:pathLst>
                <a:path w="33896" h="29756" extrusionOk="0">
                  <a:moveTo>
                    <a:pt x="27962" y="1"/>
                  </a:moveTo>
                  <a:lnTo>
                    <a:pt x="27621" y="15"/>
                  </a:lnTo>
                  <a:lnTo>
                    <a:pt x="27279" y="58"/>
                  </a:lnTo>
                  <a:lnTo>
                    <a:pt x="27108" y="86"/>
                  </a:lnTo>
                  <a:lnTo>
                    <a:pt x="26938" y="129"/>
                  </a:lnTo>
                  <a:lnTo>
                    <a:pt x="26767" y="186"/>
                  </a:lnTo>
                  <a:lnTo>
                    <a:pt x="26610" y="243"/>
                  </a:lnTo>
                  <a:lnTo>
                    <a:pt x="26440" y="314"/>
                  </a:lnTo>
                  <a:lnTo>
                    <a:pt x="26283" y="399"/>
                  </a:lnTo>
                  <a:lnTo>
                    <a:pt x="26126" y="484"/>
                  </a:lnTo>
                  <a:lnTo>
                    <a:pt x="25970" y="584"/>
                  </a:lnTo>
                  <a:lnTo>
                    <a:pt x="25813" y="684"/>
                  </a:lnTo>
                  <a:lnTo>
                    <a:pt x="25671" y="798"/>
                  </a:lnTo>
                  <a:lnTo>
                    <a:pt x="25543" y="911"/>
                  </a:lnTo>
                  <a:lnTo>
                    <a:pt x="25415" y="1039"/>
                  </a:lnTo>
                  <a:lnTo>
                    <a:pt x="25287" y="1168"/>
                  </a:lnTo>
                  <a:lnTo>
                    <a:pt x="25173" y="1296"/>
                  </a:lnTo>
                  <a:lnTo>
                    <a:pt x="25073" y="1438"/>
                  </a:lnTo>
                  <a:lnTo>
                    <a:pt x="24974" y="1580"/>
                  </a:lnTo>
                  <a:lnTo>
                    <a:pt x="24789" y="1879"/>
                  </a:lnTo>
                  <a:lnTo>
                    <a:pt x="24647" y="2192"/>
                  </a:lnTo>
                  <a:lnTo>
                    <a:pt x="24533" y="2505"/>
                  </a:lnTo>
                  <a:lnTo>
                    <a:pt x="24447" y="2832"/>
                  </a:lnTo>
                  <a:lnTo>
                    <a:pt x="24390" y="3174"/>
                  </a:lnTo>
                  <a:lnTo>
                    <a:pt x="24376" y="3515"/>
                  </a:lnTo>
                  <a:lnTo>
                    <a:pt x="24390" y="3857"/>
                  </a:lnTo>
                  <a:lnTo>
                    <a:pt x="24433" y="4198"/>
                  </a:lnTo>
                  <a:lnTo>
                    <a:pt x="24476" y="4369"/>
                  </a:lnTo>
                  <a:lnTo>
                    <a:pt x="24518" y="4540"/>
                  </a:lnTo>
                  <a:lnTo>
                    <a:pt x="24575" y="4711"/>
                  </a:lnTo>
                  <a:lnTo>
                    <a:pt x="24632" y="4867"/>
                  </a:lnTo>
                  <a:lnTo>
                    <a:pt x="24703" y="5038"/>
                  </a:lnTo>
                  <a:lnTo>
                    <a:pt x="24775" y="5195"/>
                  </a:lnTo>
                  <a:lnTo>
                    <a:pt x="24874" y="5351"/>
                  </a:lnTo>
                  <a:lnTo>
                    <a:pt x="24960" y="5508"/>
                  </a:lnTo>
                  <a:lnTo>
                    <a:pt x="25273" y="5991"/>
                  </a:lnTo>
                  <a:lnTo>
                    <a:pt x="25543" y="6475"/>
                  </a:lnTo>
                  <a:lnTo>
                    <a:pt x="25785" y="6988"/>
                  </a:lnTo>
                  <a:lnTo>
                    <a:pt x="25998" y="7486"/>
                  </a:lnTo>
                  <a:lnTo>
                    <a:pt x="26198" y="7998"/>
                  </a:lnTo>
                  <a:lnTo>
                    <a:pt x="26354" y="8524"/>
                  </a:lnTo>
                  <a:lnTo>
                    <a:pt x="26496" y="9051"/>
                  </a:lnTo>
                  <a:lnTo>
                    <a:pt x="26610" y="9577"/>
                  </a:lnTo>
                  <a:lnTo>
                    <a:pt x="26696" y="10104"/>
                  </a:lnTo>
                  <a:lnTo>
                    <a:pt x="26753" y="10630"/>
                  </a:lnTo>
                  <a:lnTo>
                    <a:pt x="26781" y="11171"/>
                  </a:lnTo>
                  <a:lnTo>
                    <a:pt x="26795" y="11698"/>
                  </a:lnTo>
                  <a:lnTo>
                    <a:pt x="26781" y="12238"/>
                  </a:lnTo>
                  <a:lnTo>
                    <a:pt x="26738" y="12765"/>
                  </a:lnTo>
                  <a:lnTo>
                    <a:pt x="26667" y="13291"/>
                  </a:lnTo>
                  <a:lnTo>
                    <a:pt x="26568" y="13818"/>
                  </a:lnTo>
                  <a:lnTo>
                    <a:pt x="26454" y="14330"/>
                  </a:lnTo>
                  <a:lnTo>
                    <a:pt x="26311" y="14842"/>
                  </a:lnTo>
                  <a:lnTo>
                    <a:pt x="26141" y="15341"/>
                  </a:lnTo>
                  <a:lnTo>
                    <a:pt x="25956" y="15839"/>
                  </a:lnTo>
                  <a:lnTo>
                    <a:pt x="25742" y="16337"/>
                  </a:lnTo>
                  <a:lnTo>
                    <a:pt x="25500" y="16806"/>
                  </a:lnTo>
                  <a:lnTo>
                    <a:pt x="25230" y="17276"/>
                  </a:lnTo>
                  <a:lnTo>
                    <a:pt x="24945" y="17731"/>
                  </a:lnTo>
                  <a:lnTo>
                    <a:pt x="24632" y="18172"/>
                  </a:lnTo>
                  <a:lnTo>
                    <a:pt x="24305" y="18599"/>
                  </a:lnTo>
                  <a:lnTo>
                    <a:pt x="23949" y="19012"/>
                  </a:lnTo>
                  <a:lnTo>
                    <a:pt x="23579" y="19410"/>
                  </a:lnTo>
                  <a:lnTo>
                    <a:pt x="23181" y="19795"/>
                  </a:lnTo>
                  <a:lnTo>
                    <a:pt x="22754" y="20150"/>
                  </a:lnTo>
                  <a:lnTo>
                    <a:pt x="22313" y="20506"/>
                  </a:lnTo>
                  <a:lnTo>
                    <a:pt x="21843" y="20833"/>
                  </a:lnTo>
                  <a:lnTo>
                    <a:pt x="21359" y="21132"/>
                  </a:lnTo>
                  <a:lnTo>
                    <a:pt x="20876" y="21402"/>
                  </a:lnTo>
                  <a:lnTo>
                    <a:pt x="20363" y="21644"/>
                  </a:lnTo>
                  <a:lnTo>
                    <a:pt x="19865" y="21872"/>
                  </a:lnTo>
                  <a:lnTo>
                    <a:pt x="19353" y="22057"/>
                  </a:lnTo>
                  <a:lnTo>
                    <a:pt x="18827" y="22228"/>
                  </a:lnTo>
                  <a:lnTo>
                    <a:pt x="18300" y="22356"/>
                  </a:lnTo>
                  <a:lnTo>
                    <a:pt x="17773" y="22470"/>
                  </a:lnTo>
                  <a:lnTo>
                    <a:pt x="17247" y="22555"/>
                  </a:lnTo>
                  <a:lnTo>
                    <a:pt x="16720" y="22612"/>
                  </a:lnTo>
                  <a:lnTo>
                    <a:pt x="16180" y="22655"/>
                  </a:lnTo>
                  <a:lnTo>
                    <a:pt x="15653" y="22655"/>
                  </a:lnTo>
                  <a:lnTo>
                    <a:pt x="15113" y="22640"/>
                  </a:lnTo>
                  <a:lnTo>
                    <a:pt x="14586" y="22598"/>
                  </a:lnTo>
                  <a:lnTo>
                    <a:pt x="14059" y="22527"/>
                  </a:lnTo>
                  <a:lnTo>
                    <a:pt x="13533" y="22427"/>
                  </a:lnTo>
                  <a:lnTo>
                    <a:pt x="13021" y="22313"/>
                  </a:lnTo>
                  <a:lnTo>
                    <a:pt x="12508" y="22171"/>
                  </a:lnTo>
                  <a:lnTo>
                    <a:pt x="12010" y="22000"/>
                  </a:lnTo>
                  <a:lnTo>
                    <a:pt x="11512" y="21815"/>
                  </a:lnTo>
                  <a:lnTo>
                    <a:pt x="11014" y="21602"/>
                  </a:lnTo>
                  <a:lnTo>
                    <a:pt x="10545" y="21360"/>
                  </a:lnTo>
                  <a:lnTo>
                    <a:pt x="10075" y="21089"/>
                  </a:lnTo>
                  <a:lnTo>
                    <a:pt x="9620" y="20805"/>
                  </a:lnTo>
                  <a:lnTo>
                    <a:pt x="9179" y="20506"/>
                  </a:lnTo>
                  <a:lnTo>
                    <a:pt x="8752" y="20164"/>
                  </a:lnTo>
                  <a:lnTo>
                    <a:pt x="8339" y="19809"/>
                  </a:lnTo>
                  <a:lnTo>
                    <a:pt x="7941" y="19439"/>
                  </a:lnTo>
                  <a:lnTo>
                    <a:pt x="7556" y="19040"/>
                  </a:lnTo>
                  <a:lnTo>
                    <a:pt x="7201" y="18613"/>
                  </a:lnTo>
                  <a:lnTo>
                    <a:pt x="6845" y="18172"/>
                  </a:lnTo>
                  <a:lnTo>
                    <a:pt x="6518" y="17703"/>
                  </a:lnTo>
                  <a:lnTo>
                    <a:pt x="6418" y="17560"/>
                  </a:lnTo>
                  <a:lnTo>
                    <a:pt x="6304" y="17418"/>
                  </a:lnTo>
                  <a:lnTo>
                    <a:pt x="6190" y="17276"/>
                  </a:lnTo>
                  <a:lnTo>
                    <a:pt x="6062" y="17148"/>
                  </a:lnTo>
                  <a:lnTo>
                    <a:pt x="5934" y="17020"/>
                  </a:lnTo>
                  <a:lnTo>
                    <a:pt x="5806" y="16906"/>
                  </a:lnTo>
                  <a:lnTo>
                    <a:pt x="5664" y="16806"/>
                  </a:lnTo>
                  <a:lnTo>
                    <a:pt x="5522" y="16707"/>
                  </a:lnTo>
                  <a:lnTo>
                    <a:pt x="5237" y="16522"/>
                  </a:lnTo>
                  <a:lnTo>
                    <a:pt x="4924" y="16379"/>
                  </a:lnTo>
                  <a:lnTo>
                    <a:pt x="4597" y="16265"/>
                  </a:lnTo>
                  <a:lnTo>
                    <a:pt x="4269" y="16180"/>
                  </a:lnTo>
                  <a:lnTo>
                    <a:pt x="3928" y="16137"/>
                  </a:lnTo>
                  <a:lnTo>
                    <a:pt x="3586" y="16109"/>
                  </a:lnTo>
                  <a:lnTo>
                    <a:pt x="3245" y="16123"/>
                  </a:lnTo>
                  <a:lnTo>
                    <a:pt x="2903" y="16166"/>
                  </a:lnTo>
                  <a:lnTo>
                    <a:pt x="2733" y="16209"/>
                  </a:lnTo>
                  <a:lnTo>
                    <a:pt x="2576" y="16251"/>
                  </a:lnTo>
                  <a:lnTo>
                    <a:pt x="2405" y="16308"/>
                  </a:lnTo>
                  <a:lnTo>
                    <a:pt x="2234" y="16365"/>
                  </a:lnTo>
                  <a:lnTo>
                    <a:pt x="2078" y="16436"/>
                  </a:lnTo>
                  <a:lnTo>
                    <a:pt x="1907" y="16522"/>
                  </a:lnTo>
                  <a:lnTo>
                    <a:pt x="1751" y="16607"/>
                  </a:lnTo>
                  <a:lnTo>
                    <a:pt x="1594" y="16707"/>
                  </a:lnTo>
                  <a:lnTo>
                    <a:pt x="1452" y="16806"/>
                  </a:lnTo>
                  <a:lnTo>
                    <a:pt x="1310" y="16920"/>
                  </a:lnTo>
                  <a:lnTo>
                    <a:pt x="1167" y="17034"/>
                  </a:lnTo>
                  <a:lnTo>
                    <a:pt x="1039" y="17162"/>
                  </a:lnTo>
                  <a:lnTo>
                    <a:pt x="925" y="17290"/>
                  </a:lnTo>
                  <a:lnTo>
                    <a:pt x="811" y="17418"/>
                  </a:lnTo>
                  <a:lnTo>
                    <a:pt x="698" y="17560"/>
                  </a:lnTo>
                  <a:lnTo>
                    <a:pt x="598" y="17703"/>
                  </a:lnTo>
                  <a:lnTo>
                    <a:pt x="427" y="17987"/>
                  </a:lnTo>
                  <a:lnTo>
                    <a:pt x="271" y="18300"/>
                  </a:lnTo>
                  <a:lnTo>
                    <a:pt x="157" y="18628"/>
                  </a:lnTo>
                  <a:lnTo>
                    <a:pt x="72" y="18955"/>
                  </a:lnTo>
                  <a:lnTo>
                    <a:pt x="29" y="19296"/>
                  </a:lnTo>
                  <a:lnTo>
                    <a:pt x="0" y="19638"/>
                  </a:lnTo>
                  <a:lnTo>
                    <a:pt x="15" y="19979"/>
                  </a:lnTo>
                  <a:lnTo>
                    <a:pt x="72" y="20321"/>
                  </a:lnTo>
                  <a:lnTo>
                    <a:pt x="100" y="20492"/>
                  </a:lnTo>
                  <a:lnTo>
                    <a:pt x="143" y="20648"/>
                  </a:lnTo>
                  <a:lnTo>
                    <a:pt x="200" y="20819"/>
                  </a:lnTo>
                  <a:lnTo>
                    <a:pt x="256" y="20990"/>
                  </a:lnTo>
                  <a:lnTo>
                    <a:pt x="328" y="21146"/>
                  </a:lnTo>
                  <a:lnTo>
                    <a:pt x="413" y="21317"/>
                  </a:lnTo>
                  <a:lnTo>
                    <a:pt x="498" y="21474"/>
                  </a:lnTo>
                  <a:lnTo>
                    <a:pt x="598" y="21630"/>
                  </a:lnTo>
                  <a:lnTo>
                    <a:pt x="854" y="22014"/>
                  </a:lnTo>
                  <a:lnTo>
                    <a:pt x="1125" y="22384"/>
                  </a:lnTo>
                  <a:lnTo>
                    <a:pt x="1409" y="22754"/>
                  </a:lnTo>
                  <a:lnTo>
                    <a:pt x="1694" y="23124"/>
                  </a:lnTo>
                  <a:lnTo>
                    <a:pt x="1993" y="23466"/>
                  </a:lnTo>
                  <a:lnTo>
                    <a:pt x="2291" y="23807"/>
                  </a:lnTo>
                  <a:lnTo>
                    <a:pt x="2604" y="24149"/>
                  </a:lnTo>
                  <a:lnTo>
                    <a:pt x="2917" y="24476"/>
                  </a:lnTo>
                  <a:lnTo>
                    <a:pt x="3245" y="24789"/>
                  </a:lnTo>
                  <a:lnTo>
                    <a:pt x="3572" y="25088"/>
                  </a:lnTo>
                  <a:lnTo>
                    <a:pt x="3914" y="25387"/>
                  </a:lnTo>
                  <a:lnTo>
                    <a:pt x="4255" y="25671"/>
                  </a:lnTo>
                  <a:lnTo>
                    <a:pt x="4597" y="25956"/>
                  </a:lnTo>
                  <a:lnTo>
                    <a:pt x="4952" y="26212"/>
                  </a:lnTo>
                  <a:lnTo>
                    <a:pt x="5322" y="26483"/>
                  </a:lnTo>
                  <a:lnTo>
                    <a:pt x="5678" y="26724"/>
                  </a:lnTo>
                  <a:lnTo>
                    <a:pt x="6062" y="26966"/>
                  </a:lnTo>
                  <a:lnTo>
                    <a:pt x="6432" y="27194"/>
                  </a:lnTo>
                  <a:lnTo>
                    <a:pt x="6816" y="27422"/>
                  </a:lnTo>
                  <a:lnTo>
                    <a:pt x="7201" y="27635"/>
                  </a:lnTo>
                  <a:lnTo>
                    <a:pt x="7585" y="27834"/>
                  </a:lnTo>
                  <a:lnTo>
                    <a:pt x="7983" y="28019"/>
                  </a:lnTo>
                  <a:lnTo>
                    <a:pt x="8382" y="28204"/>
                  </a:lnTo>
                  <a:lnTo>
                    <a:pt x="8780" y="28375"/>
                  </a:lnTo>
                  <a:lnTo>
                    <a:pt x="9193" y="28532"/>
                  </a:lnTo>
                  <a:lnTo>
                    <a:pt x="9606" y="28688"/>
                  </a:lnTo>
                  <a:lnTo>
                    <a:pt x="10018" y="28831"/>
                  </a:lnTo>
                  <a:lnTo>
                    <a:pt x="10431" y="28959"/>
                  </a:lnTo>
                  <a:lnTo>
                    <a:pt x="10844" y="29087"/>
                  </a:lnTo>
                  <a:lnTo>
                    <a:pt x="11270" y="29200"/>
                  </a:lnTo>
                  <a:lnTo>
                    <a:pt x="11697" y="29300"/>
                  </a:lnTo>
                  <a:lnTo>
                    <a:pt x="12124" y="29400"/>
                  </a:lnTo>
                  <a:lnTo>
                    <a:pt x="12551" y="29471"/>
                  </a:lnTo>
                  <a:lnTo>
                    <a:pt x="12978" y="29542"/>
                  </a:lnTo>
                  <a:lnTo>
                    <a:pt x="13405" y="29613"/>
                  </a:lnTo>
                  <a:lnTo>
                    <a:pt x="13846" y="29656"/>
                  </a:lnTo>
                  <a:lnTo>
                    <a:pt x="14273" y="29699"/>
                  </a:lnTo>
                  <a:lnTo>
                    <a:pt x="14714" y="29727"/>
                  </a:lnTo>
                  <a:lnTo>
                    <a:pt x="15155" y="29755"/>
                  </a:lnTo>
                  <a:lnTo>
                    <a:pt x="16464" y="29755"/>
                  </a:lnTo>
                  <a:lnTo>
                    <a:pt x="16905" y="29727"/>
                  </a:lnTo>
                  <a:lnTo>
                    <a:pt x="17332" y="29699"/>
                  </a:lnTo>
                  <a:lnTo>
                    <a:pt x="17773" y="29656"/>
                  </a:lnTo>
                  <a:lnTo>
                    <a:pt x="18215" y="29599"/>
                  </a:lnTo>
                  <a:lnTo>
                    <a:pt x="18642" y="29528"/>
                  </a:lnTo>
                  <a:lnTo>
                    <a:pt x="19083" y="29457"/>
                  </a:lnTo>
                  <a:lnTo>
                    <a:pt x="19524" y="29371"/>
                  </a:lnTo>
                  <a:lnTo>
                    <a:pt x="19951" y="29272"/>
                  </a:lnTo>
                  <a:lnTo>
                    <a:pt x="20378" y="29172"/>
                  </a:lnTo>
                  <a:lnTo>
                    <a:pt x="20819" y="29044"/>
                  </a:lnTo>
                  <a:lnTo>
                    <a:pt x="21246" y="28916"/>
                  </a:lnTo>
                  <a:lnTo>
                    <a:pt x="21658" y="28774"/>
                  </a:lnTo>
                  <a:lnTo>
                    <a:pt x="22085" y="28631"/>
                  </a:lnTo>
                  <a:lnTo>
                    <a:pt x="22512" y="28461"/>
                  </a:lnTo>
                  <a:lnTo>
                    <a:pt x="22925" y="28290"/>
                  </a:lnTo>
                  <a:lnTo>
                    <a:pt x="23337" y="28105"/>
                  </a:lnTo>
                  <a:lnTo>
                    <a:pt x="23750" y="27906"/>
                  </a:lnTo>
                  <a:lnTo>
                    <a:pt x="24163" y="27692"/>
                  </a:lnTo>
                  <a:lnTo>
                    <a:pt x="24575" y="27479"/>
                  </a:lnTo>
                  <a:lnTo>
                    <a:pt x="24974" y="27251"/>
                  </a:lnTo>
                  <a:lnTo>
                    <a:pt x="25372" y="27009"/>
                  </a:lnTo>
                  <a:lnTo>
                    <a:pt x="25756" y="26753"/>
                  </a:lnTo>
                  <a:lnTo>
                    <a:pt x="26155" y="26497"/>
                  </a:lnTo>
                  <a:lnTo>
                    <a:pt x="26525" y="26226"/>
                  </a:lnTo>
                  <a:lnTo>
                    <a:pt x="26895" y="25942"/>
                  </a:lnTo>
                  <a:lnTo>
                    <a:pt x="27251" y="25657"/>
                  </a:lnTo>
                  <a:lnTo>
                    <a:pt x="27606" y="25358"/>
                  </a:lnTo>
                  <a:lnTo>
                    <a:pt x="27948" y="25060"/>
                  </a:lnTo>
                  <a:lnTo>
                    <a:pt x="28289" y="24747"/>
                  </a:lnTo>
                  <a:lnTo>
                    <a:pt x="28602" y="24433"/>
                  </a:lnTo>
                  <a:lnTo>
                    <a:pt x="28916" y="24106"/>
                  </a:lnTo>
                  <a:lnTo>
                    <a:pt x="29229" y="23779"/>
                  </a:lnTo>
                  <a:lnTo>
                    <a:pt x="29527" y="23437"/>
                  </a:lnTo>
                  <a:lnTo>
                    <a:pt x="29812" y="23096"/>
                  </a:lnTo>
                  <a:lnTo>
                    <a:pt x="30082" y="22754"/>
                  </a:lnTo>
                  <a:lnTo>
                    <a:pt x="30353" y="22399"/>
                  </a:lnTo>
                  <a:lnTo>
                    <a:pt x="30609" y="22029"/>
                  </a:lnTo>
                  <a:lnTo>
                    <a:pt x="30865" y="21673"/>
                  </a:lnTo>
                  <a:lnTo>
                    <a:pt x="31107" y="21289"/>
                  </a:lnTo>
                  <a:lnTo>
                    <a:pt x="31335" y="20919"/>
                  </a:lnTo>
                  <a:lnTo>
                    <a:pt x="31562" y="20534"/>
                  </a:lnTo>
                  <a:lnTo>
                    <a:pt x="31761" y="20150"/>
                  </a:lnTo>
                  <a:lnTo>
                    <a:pt x="31961" y="19766"/>
                  </a:lnTo>
                  <a:lnTo>
                    <a:pt x="32160" y="19368"/>
                  </a:lnTo>
                  <a:lnTo>
                    <a:pt x="32345" y="18969"/>
                  </a:lnTo>
                  <a:lnTo>
                    <a:pt x="32516" y="18571"/>
                  </a:lnTo>
                  <a:lnTo>
                    <a:pt x="32672" y="18158"/>
                  </a:lnTo>
                  <a:lnTo>
                    <a:pt x="32829" y="17745"/>
                  </a:lnTo>
                  <a:lnTo>
                    <a:pt x="32971" y="17333"/>
                  </a:lnTo>
                  <a:lnTo>
                    <a:pt x="33099" y="16920"/>
                  </a:lnTo>
                  <a:lnTo>
                    <a:pt x="33227" y="16507"/>
                  </a:lnTo>
                  <a:lnTo>
                    <a:pt x="33341" y="16080"/>
                  </a:lnTo>
                  <a:lnTo>
                    <a:pt x="33441" y="15654"/>
                  </a:lnTo>
                  <a:lnTo>
                    <a:pt x="33526" y="15227"/>
                  </a:lnTo>
                  <a:lnTo>
                    <a:pt x="33611" y="14800"/>
                  </a:lnTo>
                  <a:lnTo>
                    <a:pt x="33683" y="14373"/>
                  </a:lnTo>
                  <a:lnTo>
                    <a:pt x="33754" y="13946"/>
                  </a:lnTo>
                  <a:lnTo>
                    <a:pt x="33796" y="13505"/>
                  </a:lnTo>
                  <a:lnTo>
                    <a:pt x="33839" y="13078"/>
                  </a:lnTo>
                  <a:lnTo>
                    <a:pt x="33868" y="12637"/>
                  </a:lnTo>
                  <a:lnTo>
                    <a:pt x="33896" y="12196"/>
                  </a:lnTo>
                  <a:lnTo>
                    <a:pt x="33896" y="11769"/>
                  </a:lnTo>
                  <a:lnTo>
                    <a:pt x="33896" y="11328"/>
                  </a:lnTo>
                  <a:lnTo>
                    <a:pt x="33882" y="10887"/>
                  </a:lnTo>
                  <a:lnTo>
                    <a:pt x="33868" y="10445"/>
                  </a:lnTo>
                  <a:lnTo>
                    <a:pt x="33839" y="10019"/>
                  </a:lnTo>
                  <a:lnTo>
                    <a:pt x="33796" y="9577"/>
                  </a:lnTo>
                  <a:lnTo>
                    <a:pt x="33739" y="9136"/>
                  </a:lnTo>
                  <a:lnTo>
                    <a:pt x="33668" y="8709"/>
                  </a:lnTo>
                  <a:lnTo>
                    <a:pt x="33597" y="8268"/>
                  </a:lnTo>
                  <a:lnTo>
                    <a:pt x="33512" y="7827"/>
                  </a:lnTo>
                  <a:lnTo>
                    <a:pt x="33412" y="7400"/>
                  </a:lnTo>
                  <a:lnTo>
                    <a:pt x="33298" y="6973"/>
                  </a:lnTo>
                  <a:lnTo>
                    <a:pt x="33184" y="6532"/>
                  </a:lnTo>
                  <a:lnTo>
                    <a:pt x="33056" y="6105"/>
                  </a:lnTo>
                  <a:lnTo>
                    <a:pt x="32914" y="5678"/>
                  </a:lnTo>
                  <a:lnTo>
                    <a:pt x="32758" y="5266"/>
                  </a:lnTo>
                  <a:lnTo>
                    <a:pt x="32601" y="4839"/>
                  </a:lnTo>
                  <a:lnTo>
                    <a:pt x="32430" y="4426"/>
                  </a:lnTo>
                  <a:lnTo>
                    <a:pt x="32245" y="4014"/>
                  </a:lnTo>
                  <a:lnTo>
                    <a:pt x="32046" y="3601"/>
                  </a:lnTo>
                  <a:lnTo>
                    <a:pt x="31833" y="3188"/>
                  </a:lnTo>
                  <a:lnTo>
                    <a:pt x="31619" y="2776"/>
                  </a:lnTo>
                  <a:lnTo>
                    <a:pt x="31392" y="2377"/>
                  </a:lnTo>
                  <a:lnTo>
                    <a:pt x="31150" y="1979"/>
                  </a:lnTo>
                  <a:lnTo>
                    <a:pt x="30893" y="1594"/>
                  </a:lnTo>
                  <a:lnTo>
                    <a:pt x="30794" y="1438"/>
                  </a:lnTo>
                  <a:lnTo>
                    <a:pt x="30680" y="1296"/>
                  </a:lnTo>
                  <a:lnTo>
                    <a:pt x="30566" y="1153"/>
                  </a:lnTo>
                  <a:lnTo>
                    <a:pt x="30438" y="1025"/>
                  </a:lnTo>
                  <a:lnTo>
                    <a:pt x="30310" y="911"/>
                  </a:lnTo>
                  <a:lnTo>
                    <a:pt x="30182" y="798"/>
                  </a:lnTo>
                  <a:lnTo>
                    <a:pt x="30040" y="684"/>
                  </a:lnTo>
                  <a:lnTo>
                    <a:pt x="29897" y="584"/>
                  </a:lnTo>
                  <a:lnTo>
                    <a:pt x="29599" y="413"/>
                  </a:lnTo>
                  <a:lnTo>
                    <a:pt x="29285" y="271"/>
                  </a:lnTo>
                  <a:lnTo>
                    <a:pt x="28972" y="157"/>
                  </a:lnTo>
                  <a:lnTo>
                    <a:pt x="28645" y="72"/>
                  </a:lnTo>
                  <a:lnTo>
                    <a:pt x="28304" y="15"/>
                  </a:lnTo>
                  <a:lnTo>
                    <a:pt x="279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5651770" y="3750004"/>
              <a:ext cx="606362" cy="981970"/>
            </a:xfrm>
            <a:custGeom>
              <a:avLst/>
              <a:gdLst/>
              <a:ahLst/>
              <a:cxnLst/>
              <a:rect l="l" t="t" r="r" b="b"/>
              <a:pathLst>
                <a:path w="18699" h="30282" extrusionOk="0">
                  <a:moveTo>
                    <a:pt x="8880" y="0"/>
                  </a:moveTo>
                  <a:lnTo>
                    <a:pt x="8397" y="43"/>
                  </a:lnTo>
                  <a:lnTo>
                    <a:pt x="7927" y="100"/>
                  </a:lnTo>
                  <a:lnTo>
                    <a:pt x="7472" y="185"/>
                  </a:lnTo>
                  <a:lnTo>
                    <a:pt x="7016" y="285"/>
                  </a:lnTo>
                  <a:lnTo>
                    <a:pt x="6575" y="413"/>
                  </a:lnTo>
                  <a:lnTo>
                    <a:pt x="6148" y="569"/>
                  </a:lnTo>
                  <a:lnTo>
                    <a:pt x="5721" y="726"/>
                  </a:lnTo>
                  <a:lnTo>
                    <a:pt x="5309" y="911"/>
                  </a:lnTo>
                  <a:lnTo>
                    <a:pt x="4896" y="1124"/>
                  </a:lnTo>
                  <a:lnTo>
                    <a:pt x="4512" y="1352"/>
                  </a:lnTo>
                  <a:lnTo>
                    <a:pt x="4128" y="1594"/>
                  </a:lnTo>
                  <a:lnTo>
                    <a:pt x="3758" y="1850"/>
                  </a:lnTo>
                  <a:lnTo>
                    <a:pt x="3416" y="2135"/>
                  </a:lnTo>
                  <a:lnTo>
                    <a:pt x="3075" y="2419"/>
                  </a:lnTo>
                  <a:lnTo>
                    <a:pt x="2747" y="2732"/>
                  </a:lnTo>
                  <a:lnTo>
                    <a:pt x="2434" y="3060"/>
                  </a:lnTo>
                  <a:lnTo>
                    <a:pt x="2135" y="3401"/>
                  </a:lnTo>
                  <a:lnTo>
                    <a:pt x="1865" y="3757"/>
                  </a:lnTo>
                  <a:lnTo>
                    <a:pt x="1609" y="4113"/>
                  </a:lnTo>
                  <a:lnTo>
                    <a:pt x="1367" y="4497"/>
                  </a:lnTo>
                  <a:lnTo>
                    <a:pt x="1139" y="4881"/>
                  </a:lnTo>
                  <a:lnTo>
                    <a:pt x="926" y="5294"/>
                  </a:lnTo>
                  <a:lnTo>
                    <a:pt x="741" y="5706"/>
                  </a:lnTo>
                  <a:lnTo>
                    <a:pt x="570" y="6133"/>
                  </a:lnTo>
                  <a:lnTo>
                    <a:pt x="428" y="6560"/>
                  </a:lnTo>
                  <a:lnTo>
                    <a:pt x="300" y="7001"/>
                  </a:lnTo>
                  <a:lnTo>
                    <a:pt x="200" y="7457"/>
                  </a:lnTo>
                  <a:lnTo>
                    <a:pt x="115" y="7926"/>
                  </a:lnTo>
                  <a:lnTo>
                    <a:pt x="58" y="8382"/>
                  </a:lnTo>
                  <a:lnTo>
                    <a:pt x="15" y="8865"/>
                  </a:lnTo>
                  <a:lnTo>
                    <a:pt x="1" y="9349"/>
                  </a:lnTo>
                  <a:lnTo>
                    <a:pt x="1" y="20932"/>
                  </a:lnTo>
                  <a:lnTo>
                    <a:pt x="15" y="21416"/>
                  </a:lnTo>
                  <a:lnTo>
                    <a:pt x="58" y="21900"/>
                  </a:lnTo>
                  <a:lnTo>
                    <a:pt x="115" y="22355"/>
                  </a:lnTo>
                  <a:lnTo>
                    <a:pt x="200" y="22825"/>
                  </a:lnTo>
                  <a:lnTo>
                    <a:pt x="300" y="23280"/>
                  </a:lnTo>
                  <a:lnTo>
                    <a:pt x="428" y="23722"/>
                  </a:lnTo>
                  <a:lnTo>
                    <a:pt x="570" y="24148"/>
                  </a:lnTo>
                  <a:lnTo>
                    <a:pt x="741" y="24575"/>
                  </a:lnTo>
                  <a:lnTo>
                    <a:pt x="926" y="24988"/>
                  </a:lnTo>
                  <a:lnTo>
                    <a:pt x="1139" y="25386"/>
                  </a:lnTo>
                  <a:lnTo>
                    <a:pt x="1367" y="25785"/>
                  </a:lnTo>
                  <a:lnTo>
                    <a:pt x="1609" y="26169"/>
                  </a:lnTo>
                  <a:lnTo>
                    <a:pt x="1865" y="26525"/>
                  </a:lnTo>
                  <a:lnTo>
                    <a:pt x="2135" y="26881"/>
                  </a:lnTo>
                  <a:lnTo>
                    <a:pt x="2434" y="27222"/>
                  </a:lnTo>
                  <a:lnTo>
                    <a:pt x="2747" y="27549"/>
                  </a:lnTo>
                  <a:lnTo>
                    <a:pt x="3075" y="27862"/>
                  </a:lnTo>
                  <a:lnTo>
                    <a:pt x="3416" y="28147"/>
                  </a:lnTo>
                  <a:lnTo>
                    <a:pt x="3758" y="28432"/>
                  </a:lnTo>
                  <a:lnTo>
                    <a:pt x="4128" y="28688"/>
                  </a:lnTo>
                  <a:lnTo>
                    <a:pt x="4512" y="28930"/>
                  </a:lnTo>
                  <a:lnTo>
                    <a:pt x="4896" y="29157"/>
                  </a:lnTo>
                  <a:lnTo>
                    <a:pt x="5309" y="29371"/>
                  </a:lnTo>
                  <a:lnTo>
                    <a:pt x="5721" y="29556"/>
                  </a:lnTo>
                  <a:lnTo>
                    <a:pt x="6148" y="29712"/>
                  </a:lnTo>
                  <a:lnTo>
                    <a:pt x="6575" y="29869"/>
                  </a:lnTo>
                  <a:lnTo>
                    <a:pt x="7016" y="29997"/>
                  </a:lnTo>
                  <a:lnTo>
                    <a:pt x="7472" y="30097"/>
                  </a:lnTo>
                  <a:lnTo>
                    <a:pt x="7927" y="30182"/>
                  </a:lnTo>
                  <a:lnTo>
                    <a:pt x="8397" y="30239"/>
                  </a:lnTo>
                  <a:lnTo>
                    <a:pt x="8880" y="30267"/>
                  </a:lnTo>
                  <a:lnTo>
                    <a:pt x="9350" y="30282"/>
                  </a:lnTo>
                  <a:lnTo>
                    <a:pt x="9834" y="30267"/>
                  </a:lnTo>
                  <a:lnTo>
                    <a:pt x="10318" y="30239"/>
                  </a:lnTo>
                  <a:lnTo>
                    <a:pt x="10773" y="30182"/>
                  </a:lnTo>
                  <a:lnTo>
                    <a:pt x="11242" y="30097"/>
                  </a:lnTo>
                  <a:lnTo>
                    <a:pt x="11698" y="29997"/>
                  </a:lnTo>
                  <a:lnTo>
                    <a:pt x="12139" y="29869"/>
                  </a:lnTo>
                  <a:lnTo>
                    <a:pt x="12566" y="29712"/>
                  </a:lnTo>
                  <a:lnTo>
                    <a:pt x="12993" y="29556"/>
                  </a:lnTo>
                  <a:lnTo>
                    <a:pt x="13405" y="29371"/>
                  </a:lnTo>
                  <a:lnTo>
                    <a:pt x="13818" y="29157"/>
                  </a:lnTo>
                  <a:lnTo>
                    <a:pt x="14202" y="28930"/>
                  </a:lnTo>
                  <a:lnTo>
                    <a:pt x="14587" y="28688"/>
                  </a:lnTo>
                  <a:lnTo>
                    <a:pt x="14942" y="28432"/>
                  </a:lnTo>
                  <a:lnTo>
                    <a:pt x="15298" y="28147"/>
                  </a:lnTo>
                  <a:lnTo>
                    <a:pt x="15640" y="27862"/>
                  </a:lnTo>
                  <a:lnTo>
                    <a:pt x="15967" y="27549"/>
                  </a:lnTo>
                  <a:lnTo>
                    <a:pt x="16280" y="27222"/>
                  </a:lnTo>
                  <a:lnTo>
                    <a:pt x="16564" y="26881"/>
                  </a:lnTo>
                  <a:lnTo>
                    <a:pt x="16849" y="26525"/>
                  </a:lnTo>
                  <a:lnTo>
                    <a:pt x="17105" y="26169"/>
                  </a:lnTo>
                  <a:lnTo>
                    <a:pt x="17347" y="25785"/>
                  </a:lnTo>
                  <a:lnTo>
                    <a:pt x="17575" y="25386"/>
                  </a:lnTo>
                  <a:lnTo>
                    <a:pt x="17788" y="24988"/>
                  </a:lnTo>
                  <a:lnTo>
                    <a:pt x="17973" y="24575"/>
                  </a:lnTo>
                  <a:lnTo>
                    <a:pt x="18144" y="24148"/>
                  </a:lnTo>
                  <a:lnTo>
                    <a:pt x="18286" y="23722"/>
                  </a:lnTo>
                  <a:lnTo>
                    <a:pt x="18414" y="23280"/>
                  </a:lnTo>
                  <a:lnTo>
                    <a:pt x="18514" y="22825"/>
                  </a:lnTo>
                  <a:lnTo>
                    <a:pt x="18599" y="22355"/>
                  </a:lnTo>
                  <a:lnTo>
                    <a:pt x="18656" y="21900"/>
                  </a:lnTo>
                  <a:lnTo>
                    <a:pt x="18699" y="21416"/>
                  </a:lnTo>
                  <a:lnTo>
                    <a:pt x="18699" y="20932"/>
                  </a:lnTo>
                  <a:lnTo>
                    <a:pt x="18699" y="9349"/>
                  </a:lnTo>
                  <a:lnTo>
                    <a:pt x="18699" y="8865"/>
                  </a:lnTo>
                  <a:lnTo>
                    <a:pt x="18656" y="8382"/>
                  </a:lnTo>
                  <a:lnTo>
                    <a:pt x="18599" y="7926"/>
                  </a:lnTo>
                  <a:lnTo>
                    <a:pt x="18514" y="7457"/>
                  </a:lnTo>
                  <a:lnTo>
                    <a:pt x="18414" y="7001"/>
                  </a:lnTo>
                  <a:lnTo>
                    <a:pt x="18286" y="6560"/>
                  </a:lnTo>
                  <a:lnTo>
                    <a:pt x="18144" y="6133"/>
                  </a:lnTo>
                  <a:lnTo>
                    <a:pt x="17973" y="5706"/>
                  </a:lnTo>
                  <a:lnTo>
                    <a:pt x="17788" y="5294"/>
                  </a:lnTo>
                  <a:lnTo>
                    <a:pt x="17575" y="4881"/>
                  </a:lnTo>
                  <a:lnTo>
                    <a:pt x="17347" y="4497"/>
                  </a:lnTo>
                  <a:lnTo>
                    <a:pt x="17105" y="4113"/>
                  </a:lnTo>
                  <a:lnTo>
                    <a:pt x="16849" y="3757"/>
                  </a:lnTo>
                  <a:lnTo>
                    <a:pt x="16564" y="3401"/>
                  </a:lnTo>
                  <a:lnTo>
                    <a:pt x="16280" y="3060"/>
                  </a:lnTo>
                  <a:lnTo>
                    <a:pt x="15967" y="2732"/>
                  </a:lnTo>
                  <a:lnTo>
                    <a:pt x="15640" y="2419"/>
                  </a:lnTo>
                  <a:lnTo>
                    <a:pt x="15298" y="2135"/>
                  </a:lnTo>
                  <a:lnTo>
                    <a:pt x="14942" y="1850"/>
                  </a:lnTo>
                  <a:lnTo>
                    <a:pt x="14587" y="1594"/>
                  </a:lnTo>
                  <a:lnTo>
                    <a:pt x="14202" y="1352"/>
                  </a:lnTo>
                  <a:lnTo>
                    <a:pt x="13818" y="1124"/>
                  </a:lnTo>
                  <a:lnTo>
                    <a:pt x="13405" y="911"/>
                  </a:lnTo>
                  <a:lnTo>
                    <a:pt x="12993" y="726"/>
                  </a:lnTo>
                  <a:lnTo>
                    <a:pt x="12566" y="569"/>
                  </a:lnTo>
                  <a:lnTo>
                    <a:pt x="12139" y="413"/>
                  </a:lnTo>
                  <a:lnTo>
                    <a:pt x="11698" y="285"/>
                  </a:lnTo>
                  <a:lnTo>
                    <a:pt x="11242" y="185"/>
                  </a:lnTo>
                  <a:lnTo>
                    <a:pt x="10773" y="100"/>
                  </a:lnTo>
                  <a:lnTo>
                    <a:pt x="10318" y="43"/>
                  </a:lnTo>
                  <a:lnTo>
                    <a:pt x="98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5388751" y="4322642"/>
              <a:ext cx="1069200" cy="409332"/>
            </a:xfrm>
            <a:custGeom>
              <a:avLst/>
              <a:gdLst/>
              <a:ahLst/>
              <a:cxnLst/>
              <a:rect l="l" t="t" r="r" b="b"/>
              <a:pathLst>
                <a:path w="32972" h="12623" extrusionOk="0">
                  <a:moveTo>
                    <a:pt x="12637" y="1"/>
                  </a:moveTo>
                  <a:lnTo>
                    <a:pt x="11982" y="15"/>
                  </a:lnTo>
                  <a:lnTo>
                    <a:pt x="11342" y="58"/>
                  </a:lnTo>
                  <a:lnTo>
                    <a:pt x="10702" y="143"/>
                  </a:lnTo>
                  <a:lnTo>
                    <a:pt x="10090" y="257"/>
                  </a:lnTo>
                  <a:lnTo>
                    <a:pt x="9478" y="385"/>
                  </a:lnTo>
                  <a:lnTo>
                    <a:pt x="8880" y="556"/>
                  </a:lnTo>
                  <a:lnTo>
                    <a:pt x="8283" y="755"/>
                  </a:lnTo>
                  <a:lnTo>
                    <a:pt x="7713" y="982"/>
                  </a:lnTo>
                  <a:lnTo>
                    <a:pt x="7158" y="1239"/>
                  </a:lnTo>
                  <a:lnTo>
                    <a:pt x="6604" y="1523"/>
                  </a:lnTo>
                  <a:lnTo>
                    <a:pt x="6077" y="1822"/>
                  </a:lnTo>
                  <a:lnTo>
                    <a:pt x="5565" y="2149"/>
                  </a:lnTo>
                  <a:lnTo>
                    <a:pt x="5067" y="2505"/>
                  </a:lnTo>
                  <a:lnTo>
                    <a:pt x="4597" y="2875"/>
                  </a:lnTo>
                  <a:lnTo>
                    <a:pt x="4142" y="3273"/>
                  </a:lnTo>
                  <a:lnTo>
                    <a:pt x="3701" y="3700"/>
                  </a:lnTo>
                  <a:lnTo>
                    <a:pt x="3274" y="4127"/>
                  </a:lnTo>
                  <a:lnTo>
                    <a:pt x="2890" y="4597"/>
                  </a:lnTo>
                  <a:lnTo>
                    <a:pt x="2505" y="5066"/>
                  </a:lnTo>
                  <a:lnTo>
                    <a:pt x="2150" y="5564"/>
                  </a:lnTo>
                  <a:lnTo>
                    <a:pt x="1822" y="6077"/>
                  </a:lnTo>
                  <a:lnTo>
                    <a:pt x="1523" y="6603"/>
                  </a:lnTo>
                  <a:lnTo>
                    <a:pt x="1239" y="7144"/>
                  </a:lnTo>
                  <a:lnTo>
                    <a:pt x="997" y="7713"/>
                  </a:lnTo>
                  <a:lnTo>
                    <a:pt x="769" y="8282"/>
                  </a:lnTo>
                  <a:lnTo>
                    <a:pt x="570" y="8866"/>
                  </a:lnTo>
                  <a:lnTo>
                    <a:pt x="399" y="9464"/>
                  </a:lnTo>
                  <a:lnTo>
                    <a:pt x="257" y="10075"/>
                  </a:lnTo>
                  <a:lnTo>
                    <a:pt x="143" y="10702"/>
                  </a:lnTo>
                  <a:lnTo>
                    <a:pt x="58" y="11342"/>
                  </a:lnTo>
                  <a:lnTo>
                    <a:pt x="15" y="11982"/>
                  </a:lnTo>
                  <a:lnTo>
                    <a:pt x="1" y="12623"/>
                  </a:lnTo>
                  <a:lnTo>
                    <a:pt x="32972" y="12623"/>
                  </a:lnTo>
                  <a:lnTo>
                    <a:pt x="32957" y="11982"/>
                  </a:lnTo>
                  <a:lnTo>
                    <a:pt x="32915" y="11342"/>
                  </a:lnTo>
                  <a:lnTo>
                    <a:pt x="32829" y="10702"/>
                  </a:lnTo>
                  <a:lnTo>
                    <a:pt x="32715" y="10075"/>
                  </a:lnTo>
                  <a:lnTo>
                    <a:pt x="32573" y="9464"/>
                  </a:lnTo>
                  <a:lnTo>
                    <a:pt x="32402" y="8866"/>
                  </a:lnTo>
                  <a:lnTo>
                    <a:pt x="32203" y="8282"/>
                  </a:lnTo>
                  <a:lnTo>
                    <a:pt x="31990" y="7713"/>
                  </a:lnTo>
                  <a:lnTo>
                    <a:pt x="31734" y="7144"/>
                  </a:lnTo>
                  <a:lnTo>
                    <a:pt x="31449" y="6603"/>
                  </a:lnTo>
                  <a:lnTo>
                    <a:pt x="31150" y="6077"/>
                  </a:lnTo>
                  <a:lnTo>
                    <a:pt x="30823" y="5564"/>
                  </a:lnTo>
                  <a:lnTo>
                    <a:pt x="30467" y="5066"/>
                  </a:lnTo>
                  <a:lnTo>
                    <a:pt x="30097" y="4597"/>
                  </a:lnTo>
                  <a:lnTo>
                    <a:pt x="29699" y="4127"/>
                  </a:lnTo>
                  <a:lnTo>
                    <a:pt x="29272" y="3700"/>
                  </a:lnTo>
                  <a:lnTo>
                    <a:pt x="28831" y="3273"/>
                  </a:lnTo>
                  <a:lnTo>
                    <a:pt x="28375" y="2875"/>
                  </a:lnTo>
                  <a:lnTo>
                    <a:pt x="27906" y="2505"/>
                  </a:lnTo>
                  <a:lnTo>
                    <a:pt x="27408" y="2149"/>
                  </a:lnTo>
                  <a:lnTo>
                    <a:pt x="26895" y="1822"/>
                  </a:lnTo>
                  <a:lnTo>
                    <a:pt x="26369" y="1523"/>
                  </a:lnTo>
                  <a:lnTo>
                    <a:pt x="25814" y="1239"/>
                  </a:lnTo>
                  <a:lnTo>
                    <a:pt x="25259" y="982"/>
                  </a:lnTo>
                  <a:lnTo>
                    <a:pt x="24690" y="755"/>
                  </a:lnTo>
                  <a:lnTo>
                    <a:pt x="24106" y="556"/>
                  </a:lnTo>
                  <a:lnTo>
                    <a:pt x="23494" y="385"/>
                  </a:lnTo>
                  <a:lnTo>
                    <a:pt x="22883" y="257"/>
                  </a:lnTo>
                  <a:lnTo>
                    <a:pt x="22271" y="143"/>
                  </a:lnTo>
                  <a:lnTo>
                    <a:pt x="21630" y="58"/>
                  </a:lnTo>
                  <a:lnTo>
                    <a:pt x="20990" y="15"/>
                  </a:lnTo>
                  <a:lnTo>
                    <a:pt x="20350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5485190" y="2057414"/>
              <a:ext cx="650204" cy="2351999"/>
            </a:xfrm>
            <a:custGeom>
              <a:avLst/>
              <a:gdLst/>
              <a:ahLst/>
              <a:cxnLst/>
              <a:rect l="l" t="t" r="r" b="b"/>
              <a:pathLst>
                <a:path w="20051" h="72531" extrusionOk="0">
                  <a:moveTo>
                    <a:pt x="5081" y="1"/>
                  </a:moveTo>
                  <a:lnTo>
                    <a:pt x="6006" y="1111"/>
                  </a:lnTo>
                  <a:lnTo>
                    <a:pt x="6575" y="1125"/>
                  </a:lnTo>
                  <a:lnTo>
                    <a:pt x="6988" y="1139"/>
                  </a:lnTo>
                  <a:lnTo>
                    <a:pt x="7500" y="1168"/>
                  </a:lnTo>
                  <a:lnTo>
                    <a:pt x="8083" y="1225"/>
                  </a:lnTo>
                  <a:lnTo>
                    <a:pt x="8724" y="1310"/>
                  </a:lnTo>
                  <a:lnTo>
                    <a:pt x="9421" y="1438"/>
                  </a:lnTo>
                  <a:lnTo>
                    <a:pt x="9791" y="1523"/>
                  </a:lnTo>
                  <a:lnTo>
                    <a:pt x="10175" y="1623"/>
                  </a:lnTo>
                  <a:lnTo>
                    <a:pt x="10559" y="1723"/>
                  </a:lnTo>
                  <a:lnTo>
                    <a:pt x="10958" y="1837"/>
                  </a:lnTo>
                  <a:lnTo>
                    <a:pt x="11356" y="1979"/>
                  </a:lnTo>
                  <a:lnTo>
                    <a:pt x="11769" y="2121"/>
                  </a:lnTo>
                  <a:lnTo>
                    <a:pt x="12196" y="2292"/>
                  </a:lnTo>
                  <a:lnTo>
                    <a:pt x="12609" y="2477"/>
                  </a:lnTo>
                  <a:lnTo>
                    <a:pt x="13035" y="2676"/>
                  </a:lnTo>
                  <a:lnTo>
                    <a:pt x="13462" y="2890"/>
                  </a:lnTo>
                  <a:lnTo>
                    <a:pt x="13889" y="3131"/>
                  </a:lnTo>
                  <a:lnTo>
                    <a:pt x="14302" y="3402"/>
                  </a:lnTo>
                  <a:lnTo>
                    <a:pt x="14729" y="3672"/>
                  </a:lnTo>
                  <a:lnTo>
                    <a:pt x="15156" y="3985"/>
                  </a:lnTo>
                  <a:lnTo>
                    <a:pt x="15568" y="4313"/>
                  </a:lnTo>
                  <a:lnTo>
                    <a:pt x="15981" y="4654"/>
                  </a:lnTo>
                  <a:lnTo>
                    <a:pt x="16394" y="5038"/>
                  </a:lnTo>
                  <a:lnTo>
                    <a:pt x="16792" y="5437"/>
                  </a:lnTo>
                  <a:lnTo>
                    <a:pt x="16977" y="5650"/>
                  </a:lnTo>
                  <a:lnTo>
                    <a:pt x="17162" y="5864"/>
                  </a:lnTo>
                  <a:lnTo>
                    <a:pt x="17333" y="6091"/>
                  </a:lnTo>
                  <a:lnTo>
                    <a:pt x="17504" y="6319"/>
                  </a:lnTo>
                  <a:lnTo>
                    <a:pt x="17660" y="6561"/>
                  </a:lnTo>
                  <a:lnTo>
                    <a:pt x="17802" y="6803"/>
                  </a:lnTo>
                  <a:lnTo>
                    <a:pt x="17945" y="7045"/>
                  </a:lnTo>
                  <a:lnTo>
                    <a:pt x="18073" y="7301"/>
                  </a:lnTo>
                  <a:lnTo>
                    <a:pt x="18187" y="7557"/>
                  </a:lnTo>
                  <a:lnTo>
                    <a:pt x="18301" y="7827"/>
                  </a:lnTo>
                  <a:lnTo>
                    <a:pt x="18400" y="8098"/>
                  </a:lnTo>
                  <a:lnTo>
                    <a:pt x="18500" y="8382"/>
                  </a:lnTo>
                  <a:lnTo>
                    <a:pt x="18585" y="8653"/>
                  </a:lnTo>
                  <a:lnTo>
                    <a:pt x="18656" y="8951"/>
                  </a:lnTo>
                  <a:lnTo>
                    <a:pt x="18727" y="9236"/>
                  </a:lnTo>
                  <a:lnTo>
                    <a:pt x="18784" y="9535"/>
                  </a:lnTo>
                  <a:lnTo>
                    <a:pt x="18827" y="9848"/>
                  </a:lnTo>
                  <a:lnTo>
                    <a:pt x="18870" y="10147"/>
                  </a:lnTo>
                  <a:lnTo>
                    <a:pt x="18912" y="10474"/>
                  </a:lnTo>
                  <a:lnTo>
                    <a:pt x="18927" y="10787"/>
                  </a:lnTo>
                  <a:lnTo>
                    <a:pt x="18955" y="11442"/>
                  </a:lnTo>
                  <a:lnTo>
                    <a:pt x="18955" y="12111"/>
                  </a:lnTo>
                  <a:lnTo>
                    <a:pt x="18912" y="12808"/>
                  </a:lnTo>
                  <a:lnTo>
                    <a:pt x="18841" y="13505"/>
                  </a:lnTo>
                  <a:lnTo>
                    <a:pt x="18756" y="14231"/>
                  </a:lnTo>
                  <a:lnTo>
                    <a:pt x="18628" y="14971"/>
                  </a:lnTo>
                  <a:lnTo>
                    <a:pt x="18500" y="15568"/>
                  </a:lnTo>
                  <a:lnTo>
                    <a:pt x="18357" y="16166"/>
                  </a:lnTo>
                  <a:lnTo>
                    <a:pt x="18215" y="16764"/>
                  </a:lnTo>
                  <a:lnTo>
                    <a:pt x="18044" y="17347"/>
                  </a:lnTo>
                  <a:lnTo>
                    <a:pt x="17859" y="17931"/>
                  </a:lnTo>
                  <a:lnTo>
                    <a:pt x="17660" y="18514"/>
                  </a:lnTo>
                  <a:lnTo>
                    <a:pt x="17461" y="19097"/>
                  </a:lnTo>
                  <a:lnTo>
                    <a:pt x="17233" y="19681"/>
                  </a:lnTo>
                  <a:lnTo>
                    <a:pt x="17006" y="20250"/>
                  </a:lnTo>
                  <a:lnTo>
                    <a:pt x="16764" y="20819"/>
                  </a:lnTo>
                  <a:lnTo>
                    <a:pt x="16508" y="21388"/>
                  </a:lnTo>
                  <a:lnTo>
                    <a:pt x="16237" y="21958"/>
                  </a:lnTo>
                  <a:lnTo>
                    <a:pt x="15967" y="22527"/>
                  </a:lnTo>
                  <a:lnTo>
                    <a:pt x="15682" y="23082"/>
                  </a:lnTo>
                  <a:lnTo>
                    <a:pt x="15085" y="24206"/>
                  </a:lnTo>
                  <a:lnTo>
                    <a:pt x="14458" y="25316"/>
                  </a:lnTo>
                  <a:lnTo>
                    <a:pt x="13818" y="26412"/>
                  </a:lnTo>
                  <a:lnTo>
                    <a:pt x="13135" y="27507"/>
                  </a:lnTo>
                  <a:lnTo>
                    <a:pt x="12452" y="28589"/>
                  </a:lnTo>
                  <a:lnTo>
                    <a:pt x="11741" y="29670"/>
                  </a:lnTo>
                  <a:lnTo>
                    <a:pt x="11029" y="30752"/>
                  </a:lnTo>
                  <a:lnTo>
                    <a:pt x="9592" y="32872"/>
                  </a:lnTo>
                  <a:lnTo>
                    <a:pt x="8638" y="34281"/>
                  </a:lnTo>
                  <a:lnTo>
                    <a:pt x="7685" y="35690"/>
                  </a:lnTo>
                  <a:lnTo>
                    <a:pt x="6760" y="37113"/>
                  </a:lnTo>
                  <a:lnTo>
                    <a:pt x="5849" y="38550"/>
                  </a:lnTo>
                  <a:lnTo>
                    <a:pt x="5408" y="39261"/>
                  </a:lnTo>
                  <a:lnTo>
                    <a:pt x="4981" y="39987"/>
                  </a:lnTo>
                  <a:lnTo>
                    <a:pt x="4554" y="40727"/>
                  </a:lnTo>
                  <a:lnTo>
                    <a:pt x="4142" y="41453"/>
                  </a:lnTo>
                  <a:lnTo>
                    <a:pt x="3743" y="42193"/>
                  </a:lnTo>
                  <a:lnTo>
                    <a:pt x="3359" y="42933"/>
                  </a:lnTo>
                  <a:lnTo>
                    <a:pt x="2989" y="43673"/>
                  </a:lnTo>
                  <a:lnTo>
                    <a:pt x="2633" y="44427"/>
                  </a:lnTo>
                  <a:lnTo>
                    <a:pt x="2292" y="45181"/>
                  </a:lnTo>
                  <a:lnTo>
                    <a:pt x="1979" y="45949"/>
                  </a:lnTo>
                  <a:lnTo>
                    <a:pt x="1680" y="46703"/>
                  </a:lnTo>
                  <a:lnTo>
                    <a:pt x="1395" y="47486"/>
                  </a:lnTo>
                  <a:lnTo>
                    <a:pt x="1139" y="48255"/>
                  </a:lnTo>
                  <a:lnTo>
                    <a:pt x="912" y="49051"/>
                  </a:lnTo>
                  <a:lnTo>
                    <a:pt x="698" y="49834"/>
                  </a:lnTo>
                  <a:lnTo>
                    <a:pt x="513" y="50631"/>
                  </a:lnTo>
                  <a:lnTo>
                    <a:pt x="357" y="51442"/>
                  </a:lnTo>
                  <a:lnTo>
                    <a:pt x="229" y="52253"/>
                  </a:lnTo>
                  <a:lnTo>
                    <a:pt x="129" y="53079"/>
                  </a:lnTo>
                  <a:lnTo>
                    <a:pt x="58" y="53904"/>
                  </a:lnTo>
                  <a:lnTo>
                    <a:pt x="15" y="54729"/>
                  </a:lnTo>
                  <a:lnTo>
                    <a:pt x="1" y="55583"/>
                  </a:lnTo>
                  <a:lnTo>
                    <a:pt x="29" y="56423"/>
                  </a:lnTo>
                  <a:lnTo>
                    <a:pt x="58" y="56864"/>
                  </a:lnTo>
                  <a:lnTo>
                    <a:pt x="86" y="57291"/>
                  </a:lnTo>
                  <a:lnTo>
                    <a:pt x="143" y="57817"/>
                  </a:lnTo>
                  <a:lnTo>
                    <a:pt x="200" y="58329"/>
                  </a:lnTo>
                  <a:lnTo>
                    <a:pt x="271" y="58842"/>
                  </a:lnTo>
                  <a:lnTo>
                    <a:pt x="342" y="59340"/>
                  </a:lnTo>
                  <a:lnTo>
                    <a:pt x="428" y="59823"/>
                  </a:lnTo>
                  <a:lnTo>
                    <a:pt x="527" y="60293"/>
                  </a:lnTo>
                  <a:lnTo>
                    <a:pt x="627" y="60763"/>
                  </a:lnTo>
                  <a:lnTo>
                    <a:pt x="727" y="61218"/>
                  </a:lnTo>
                  <a:lnTo>
                    <a:pt x="840" y="61659"/>
                  </a:lnTo>
                  <a:lnTo>
                    <a:pt x="969" y="62086"/>
                  </a:lnTo>
                  <a:lnTo>
                    <a:pt x="1082" y="62513"/>
                  </a:lnTo>
                  <a:lnTo>
                    <a:pt x="1225" y="62911"/>
                  </a:lnTo>
                  <a:lnTo>
                    <a:pt x="1495" y="63708"/>
                  </a:lnTo>
                  <a:lnTo>
                    <a:pt x="1794" y="64462"/>
                  </a:lnTo>
                  <a:lnTo>
                    <a:pt x="2121" y="65174"/>
                  </a:lnTo>
                  <a:lnTo>
                    <a:pt x="2448" y="65843"/>
                  </a:lnTo>
                  <a:lnTo>
                    <a:pt x="2790" y="66483"/>
                  </a:lnTo>
                  <a:lnTo>
                    <a:pt x="3146" y="67081"/>
                  </a:lnTo>
                  <a:lnTo>
                    <a:pt x="3516" y="67650"/>
                  </a:lnTo>
                  <a:lnTo>
                    <a:pt x="3886" y="68176"/>
                  </a:lnTo>
                  <a:lnTo>
                    <a:pt x="4256" y="68675"/>
                  </a:lnTo>
                  <a:lnTo>
                    <a:pt x="4626" y="69130"/>
                  </a:lnTo>
                  <a:lnTo>
                    <a:pt x="4996" y="69557"/>
                  </a:lnTo>
                  <a:lnTo>
                    <a:pt x="5351" y="69955"/>
                  </a:lnTo>
                  <a:lnTo>
                    <a:pt x="5707" y="70311"/>
                  </a:lnTo>
                  <a:lnTo>
                    <a:pt x="6063" y="70652"/>
                  </a:lnTo>
                  <a:lnTo>
                    <a:pt x="6390" y="70951"/>
                  </a:lnTo>
                  <a:lnTo>
                    <a:pt x="6717" y="71222"/>
                  </a:lnTo>
                  <a:lnTo>
                    <a:pt x="7030" y="71464"/>
                  </a:lnTo>
                  <a:lnTo>
                    <a:pt x="7315" y="71691"/>
                  </a:lnTo>
                  <a:lnTo>
                    <a:pt x="7813" y="72047"/>
                  </a:lnTo>
                  <a:lnTo>
                    <a:pt x="8226" y="72303"/>
                  </a:lnTo>
                  <a:lnTo>
                    <a:pt x="8496" y="72460"/>
                  </a:lnTo>
                  <a:lnTo>
                    <a:pt x="8638" y="72531"/>
                  </a:lnTo>
                  <a:lnTo>
                    <a:pt x="9122" y="71535"/>
                  </a:lnTo>
                  <a:lnTo>
                    <a:pt x="9037" y="71478"/>
                  </a:lnTo>
                  <a:lnTo>
                    <a:pt x="8809" y="71350"/>
                  </a:lnTo>
                  <a:lnTo>
                    <a:pt x="8453" y="71122"/>
                  </a:lnTo>
                  <a:lnTo>
                    <a:pt x="7984" y="70795"/>
                  </a:lnTo>
                  <a:lnTo>
                    <a:pt x="7728" y="70581"/>
                  </a:lnTo>
                  <a:lnTo>
                    <a:pt x="7443" y="70354"/>
                  </a:lnTo>
                  <a:lnTo>
                    <a:pt x="7144" y="70098"/>
                  </a:lnTo>
                  <a:lnTo>
                    <a:pt x="6831" y="69813"/>
                  </a:lnTo>
                  <a:lnTo>
                    <a:pt x="6504" y="69500"/>
                  </a:lnTo>
                  <a:lnTo>
                    <a:pt x="6177" y="69158"/>
                  </a:lnTo>
                  <a:lnTo>
                    <a:pt x="5835" y="68788"/>
                  </a:lnTo>
                  <a:lnTo>
                    <a:pt x="5494" y="68376"/>
                  </a:lnTo>
                  <a:lnTo>
                    <a:pt x="5138" y="67949"/>
                  </a:lnTo>
                  <a:lnTo>
                    <a:pt x="4796" y="67479"/>
                  </a:lnTo>
                  <a:lnTo>
                    <a:pt x="4441" y="66981"/>
                  </a:lnTo>
                  <a:lnTo>
                    <a:pt x="4099" y="66440"/>
                  </a:lnTo>
                  <a:lnTo>
                    <a:pt x="3758" y="65871"/>
                  </a:lnTo>
                  <a:lnTo>
                    <a:pt x="3430" y="65274"/>
                  </a:lnTo>
                  <a:lnTo>
                    <a:pt x="3117" y="64633"/>
                  </a:lnTo>
                  <a:lnTo>
                    <a:pt x="2818" y="63964"/>
                  </a:lnTo>
                  <a:lnTo>
                    <a:pt x="2534" y="63253"/>
                  </a:lnTo>
                  <a:lnTo>
                    <a:pt x="2263" y="62499"/>
                  </a:lnTo>
                  <a:lnTo>
                    <a:pt x="2022" y="61716"/>
                  </a:lnTo>
                  <a:lnTo>
                    <a:pt x="1908" y="61318"/>
                  </a:lnTo>
                  <a:lnTo>
                    <a:pt x="1808" y="60891"/>
                  </a:lnTo>
                  <a:lnTo>
                    <a:pt x="1694" y="60464"/>
                  </a:lnTo>
                  <a:lnTo>
                    <a:pt x="1609" y="60023"/>
                  </a:lnTo>
                  <a:lnTo>
                    <a:pt x="1523" y="59582"/>
                  </a:lnTo>
                  <a:lnTo>
                    <a:pt x="1438" y="59126"/>
                  </a:lnTo>
                  <a:lnTo>
                    <a:pt x="1367" y="58657"/>
                  </a:lnTo>
                  <a:lnTo>
                    <a:pt x="1296" y="58173"/>
                  </a:lnTo>
                  <a:lnTo>
                    <a:pt x="1239" y="57689"/>
                  </a:lnTo>
                  <a:lnTo>
                    <a:pt x="1196" y="57191"/>
                  </a:lnTo>
                  <a:lnTo>
                    <a:pt x="1139" y="56366"/>
                  </a:lnTo>
                  <a:lnTo>
                    <a:pt x="1111" y="55555"/>
                  </a:lnTo>
                  <a:lnTo>
                    <a:pt x="1125" y="54743"/>
                  </a:lnTo>
                  <a:lnTo>
                    <a:pt x="1168" y="53932"/>
                  </a:lnTo>
                  <a:lnTo>
                    <a:pt x="1239" y="53150"/>
                  </a:lnTo>
                  <a:lnTo>
                    <a:pt x="1338" y="52353"/>
                  </a:lnTo>
                  <a:lnTo>
                    <a:pt x="1467" y="51570"/>
                  </a:lnTo>
                  <a:lnTo>
                    <a:pt x="1623" y="50787"/>
                  </a:lnTo>
                  <a:lnTo>
                    <a:pt x="1808" y="50019"/>
                  </a:lnTo>
                  <a:lnTo>
                    <a:pt x="2007" y="49265"/>
                  </a:lnTo>
                  <a:lnTo>
                    <a:pt x="2235" y="48496"/>
                  </a:lnTo>
                  <a:lnTo>
                    <a:pt x="2491" y="47742"/>
                  </a:lnTo>
                  <a:lnTo>
                    <a:pt x="2761" y="47002"/>
                  </a:lnTo>
                  <a:lnTo>
                    <a:pt x="3060" y="46248"/>
                  </a:lnTo>
                  <a:lnTo>
                    <a:pt x="3373" y="45508"/>
                  </a:lnTo>
                  <a:lnTo>
                    <a:pt x="3701" y="44782"/>
                  </a:lnTo>
                  <a:lnTo>
                    <a:pt x="4042" y="44042"/>
                  </a:lnTo>
                  <a:lnTo>
                    <a:pt x="4412" y="43317"/>
                  </a:lnTo>
                  <a:lnTo>
                    <a:pt x="4782" y="42605"/>
                  </a:lnTo>
                  <a:lnTo>
                    <a:pt x="5181" y="41880"/>
                  </a:lnTo>
                  <a:lnTo>
                    <a:pt x="5579" y="41168"/>
                  </a:lnTo>
                  <a:lnTo>
                    <a:pt x="5992" y="40457"/>
                  </a:lnTo>
                  <a:lnTo>
                    <a:pt x="6419" y="39745"/>
                  </a:lnTo>
                  <a:lnTo>
                    <a:pt x="6845" y="39048"/>
                  </a:lnTo>
                  <a:lnTo>
                    <a:pt x="7742" y="37639"/>
                  </a:lnTo>
                  <a:lnTo>
                    <a:pt x="8653" y="36259"/>
                  </a:lnTo>
                  <a:lnTo>
                    <a:pt x="9578" y="34878"/>
                  </a:lnTo>
                  <a:lnTo>
                    <a:pt x="10503" y="33498"/>
                  </a:lnTo>
                  <a:lnTo>
                    <a:pt x="11968" y="31335"/>
                  </a:lnTo>
                  <a:lnTo>
                    <a:pt x="12694" y="30239"/>
                  </a:lnTo>
                  <a:lnTo>
                    <a:pt x="13420" y="29144"/>
                  </a:lnTo>
                  <a:lnTo>
                    <a:pt x="14117" y="28034"/>
                  </a:lnTo>
                  <a:lnTo>
                    <a:pt x="14800" y="26924"/>
                  </a:lnTo>
                  <a:lnTo>
                    <a:pt x="15469" y="25800"/>
                  </a:lnTo>
                  <a:lnTo>
                    <a:pt x="16109" y="24676"/>
                  </a:lnTo>
                  <a:lnTo>
                    <a:pt x="16408" y="24106"/>
                  </a:lnTo>
                  <a:lnTo>
                    <a:pt x="16707" y="23523"/>
                  </a:lnTo>
                  <a:lnTo>
                    <a:pt x="16991" y="22954"/>
                  </a:lnTo>
                  <a:lnTo>
                    <a:pt x="17276" y="22370"/>
                  </a:lnTo>
                  <a:lnTo>
                    <a:pt x="17546" y="21787"/>
                  </a:lnTo>
                  <a:lnTo>
                    <a:pt x="17802" y="21203"/>
                  </a:lnTo>
                  <a:lnTo>
                    <a:pt x="18059" y="20620"/>
                  </a:lnTo>
                  <a:lnTo>
                    <a:pt x="18286" y="20037"/>
                  </a:lnTo>
                  <a:lnTo>
                    <a:pt x="18514" y="19439"/>
                  </a:lnTo>
                  <a:lnTo>
                    <a:pt x="18727" y="18841"/>
                  </a:lnTo>
                  <a:lnTo>
                    <a:pt x="18927" y="18244"/>
                  </a:lnTo>
                  <a:lnTo>
                    <a:pt x="19112" y="17632"/>
                  </a:lnTo>
                  <a:lnTo>
                    <a:pt x="19282" y="17034"/>
                  </a:lnTo>
                  <a:lnTo>
                    <a:pt x="19439" y="16422"/>
                  </a:lnTo>
                  <a:lnTo>
                    <a:pt x="19581" y="15810"/>
                  </a:lnTo>
                  <a:lnTo>
                    <a:pt x="19709" y="15184"/>
                  </a:lnTo>
                  <a:lnTo>
                    <a:pt x="19852" y="14387"/>
                  </a:lnTo>
                  <a:lnTo>
                    <a:pt x="19951" y="13590"/>
                  </a:lnTo>
                  <a:lnTo>
                    <a:pt x="20022" y="12822"/>
                  </a:lnTo>
                  <a:lnTo>
                    <a:pt x="20037" y="12452"/>
                  </a:lnTo>
                  <a:lnTo>
                    <a:pt x="20051" y="12082"/>
                  </a:lnTo>
                  <a:lnTo>
                    <a:pt x="20051" y="11712"/>
                  </a:lnTo>
                  <a:lnTo>
                    <a:pt x="20037" y="11356"/>
                  </a:lnTo>
                  <a:lnTo>
                    <a:pt x="20022" y="11001"/>
                  </a:lnTo>
                  <a:lnTo>
                    <a:pt x="19994" y="10645"/>
                  </a:lnTo>
                  <a:lnTo>
                    <a:pt x="19965" y="10303"/>
                  </a:lnTo>
                  <a:lnTo>
                    <a:pt x="19923" y="9962"/>
                  </a:lnTo>
                  <a:lnTo>
                    <a:pt x="19866" y="9620"/>
                  </a:lnTo>
                  <a:lnTo>
                    <a:pt x="19809" y="9293"/>
                  </a:lnTo>
                  <a:lnTo>
                    <a:pt x="19738" y="8966"/>
                  </a:lnTo>
                  <a:lnTo>
                    <a:pt x="19667" y="8653"/>
                  </a:lnTo>
                  <a:lnTo>
                    <a:pt x="19581" y="8340"/>
                  </a:lnTo>
                  <a:lnTo>
                    <a:pt x="19482" y="8027"/>
                  </a:lnTo>
                  <a:lnTo>
                    <a:pt x="19368" y="7728"/>
                  </a:lnTo>
                  <a:lnTo>
                    <a:pt x="19254" y="7415"/>
                  </a:lnTo>
                  <a:lnTo>
                    <a:pt x="19140" y="7130"/>
                  </a:lnTo>
                  <a:lnTo>
                    <a:pt x="19012" y="6831"/>
                  </a:lnTo>
                  <a:lnTo>
                    <a:pt x="18870" y="6561"/>
                  </a:lnTo>
                  <a:lnTo>
                    <a:pt x="18713" y="6276"/>
                  </a:lnTo>
                  <a:lnTo>
                    <a:pt x="18557" y="6006"/>
                  </a:lnTo>
                  <a:lnTo>
                    <a:pt x="18386" y="5736"/>
                  </a:lnTo>
                  <a:lnTo>
                    <a:pt x="18215" y="5465"/>
                  </a:lnTo>
                  <a:lnTo>
                    <a:pt x="18030" y="5209"/>
                  </a:lnTo>
                  <a:lnTo>
                    <a:pt x="17831" y="4967"/>
                  </a:lnTo>
                  <a:lnTo>
                    <a:pt x="17632" y="4711"/>
                  </a:lnTo>
                  <a:lnTo>
                    <a:pt x="17433" y="4498"/>
                  </a:lnTo>
                  <a:lnTo>
                    <a:pt x="17233" y="4270"/>
                  </a:lnTo>
                  <a:lnTo>
                    <a:pt x="17034" y="4071"/>
                  </a:lnTo>
                  <a:lnTo>
                    <a:pt x="16821" y="3857"/>
                  </a:lnTo>
                  <a:lnTo>
                    <a:pt x="16379" y="3473"/>
                  </a:lnTo>
                  <a:lnTo>
                    <a:pt x="15924" y="3117"/>
                  </a:lnTo>
                  <a:lnTo>
                    <a:pt x="15455" y="2790"/>
                  </a:lnTo>
                  <a:lnTo>
                    <a:pt x="14971" y="2477"/>
                  </a:lnTo>
                  <a:lnTo>
                    <a:pt x="14487" y="2192"/>
                  </a:lnTo>
                  <a:lnTo>
                    <a:pt x="13975" y="1922"/>
                  </a:lnTo>
                  <a:lnTo>
                    <a:pt x="13477" y="1694"/>
                  </a:lnTo>
                  <a:lnTo>
                    <a:pt x="12964" y="1467"/>
                  </a:lnTo>
                  <a:lnTo>
                    <a:pt x="12452" y="1267"/>
                  </a:lnTo>
                  <a:lnTo>
                    <a:pt x="11940" y="1082"/>
                  </a:lnTo>
                  <a:lnTo>
                    <a:pt x="11427" y="926"/>
                  </a:lnTo>
                  <a:lnTo>
                    <a:pt x="10929" y="783"/>
                  </a:lnTo>
                  <a:lnTo>
                    <a:pt x="10431" y="641"/>
                  </a:lnTo>
                  <a:lnTo>
                    <a:pt x="9933" y="527"/>
                  </a:lnTo>
                  <a:lnTo>
                    <a:pt x="9464" y="428"/>
                  </a:lnTo>
                  <a:lnTo>
                    <a:pt x="8994" y="342"/>
                  </a:lnTo>
                  <a:lnTo>
                    <a:pt x="8553" y="271"/>
                  </a:lnTo>
                  <a:lnTo>
                    <a:pt x="8112" y="214"/>
                  </a:lnTo>
                  <a:lnTo>
                    <a:pt x="7315" y="115"/>
                  </a:lnTo>
                  <a:lnTo>
                    <a:pt x="6604" y="44"/>
                  </a:lnTo>
                  <a:lnTo>
                    <a:pt x="6020" y="15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21"/>
          <p:cNvGrpSpPr/>
          <p:nvPr/>
        </p:nvGrpSpPr>
        <p:grpSpPr>
          <a:xfrm>
            <a:off x="4596781" y="1070302"/>
            <a:ext cx="2981604" cy="1331969"/>
            <a:chOff x="4620296" y="1278038"/>
            <a:chExt cx="2981604" cy="1331969"/>
          </a:xfrm>
        </p:grpSpPr>
        <p:sp>
          <p:nvSpPr>
            <p:cNvPr id="607" name="Google Shape;607;p21"/>
            <p:cNvSpPr/>
            <p:nvPr/>
          </p:nvSpPr>
          <p:spPr>
            <a:xfrm>
              <a:off x="6997400" y="1518078"/>
              <a:ext cx="604500" cy="6045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08" name="Google Shape;608;p21"/>
            <p:cNvGrpSpPr/>
            <p:nvPr/>
          </p:nvGrpSpPr>
          <p:grpSpPr>
            <a:xfrm>
              <a:off x="4620296" y="1278038"/>
              <a:ext cx="2366653" cy="1331969"/>
              <a:chOff x="6025171" y="700371"/>
              <a:chExt cx="2366653" cy="1331969"/>
            </a:xfrm>
          </p:grpSpPr>
          <p:sp>
            <p:nvSpPr>
              <p:cNvPr id="609" name="Google Shape;609;p21"/>
              <p:cNvSpPr txBox="1"/>
              <p:nvPr/>
            </p:nvSpPr>
            <p:spPr>
              <a:xfrm>
                <a:off x="6053051" y="700371"/>
                <a:ext cx="2338773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Image preprocessing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0" name="Google Shape;610;p21"/>
              <p:cNvSpPr txBox="1"/>
              <p:nvPr/>
            </p:nvSpPr>
            <p:spPr>
              <a:xfrm>
                <a:off x="6025171" y="1289918"/>
                <a:ext cx="2338772" cy="742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+mj-lt"/>
                    <a:ea typeface="Roboto"/>
                    <a:cs typeface="Roboto"/>
                    <a:sym typeface="Roboto"/>
                  </a:rPr>
                  <a:t>Metadata removal and grayscale training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0" i="0" u="none" strike="noStrike" cap="none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  <a:sym typeface="Arial"/>
                  </a:rPr>
                  <a:t>80/20 train-validation split</a:t>
                </a:r>
                <a:br>
                  <a:rPr lang="en-US" sz="1200" b="0" i="0" u="none" strike="noStrike" cap="none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  <a:sym typeface="Arial"/>
                  </a:rPr>
                </a:br>
                <a:r>
                  <a:rPr lang="en-US" sz="1200" b="0" i="0" u="none" strike="noStrike" cap="none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  <a:sym typeface="Arial"/>
                  </a:rPr>
                  <a:t>(</a:t>
                </a:r>
                <a:r>
                  <a:rPr lang="en-US" sz="900" b="0" i="0" u="none" strike="noStrike" cap="none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  <a:sym typeface="Arial"/>
                  </a:rPr>
                  <a:t>additional unlabeled images were used only for inference inspection) </a:t>
                </a:r>
                <a:endParaRPr lang="en-US" sz="1200" b="0" i="0" u="none" strike="noStrike" cap="none" dirty="0">
                  <a:solidFill>
                    <a:schemeClr val="tx1"/>
                  </a:solidFill>
                  <a:latin typeface="+mj-lt"/>
                  <a:ea typeface="+mn-ea"/>
                  <a:cs typeface="+mn-cs"/>
                  <a:sym typeface="Arial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b="0" i="0" u="none" strike="noStrike" cap="none" dirty="0">
                  <a:solidFill>
                    <a:schemeClr val="tx1"/>
                  </a:solidFill>
                  <a:latin typeface="+mj-lt"/>
                  <a:ea typeface="+mn-ea"/>
                  <a:cs typeface="+mn-cs"/>
                  <a:sym typeface="Arial"/>
                </a:endParaRP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sz="1200" dirty="0">
                  <a:latin typeface="+mj-lt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16" name="Google Shape;616;p21"/>
          <p:cNvGrpSpPr/>
          <p:nvPr/>
        </p:nvGrpSpPr>
        <p:grpSpPr>
          <a:xfrm>
            <a:off x="2487241" y="2506178"/>
            <a:ext cx="3450170" cy="604500"/>
            <a:chOff x="2979230" y="2477850"/>
            <a:chExt cx="3450170" cy="604500"/>
          </a:xfrm>
        </p:grpSpPr>
        <p:sp>
          <p:nvSpPr>
            <p:cNvPr id="617" name="Google Shape;617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19" name="Google Shape;619;p21"/>
            <p:cNvSpPr txBox="1"/>
            <p:nvPr/>
          </p:nvSpPr>
          <p:spPr>
            <a:xfrm>
              <a:off x="2979230" y="250692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Manual Annotation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21" name="Google Shape;621;p21"/>
          <p:cNvGrpSpPr/>
          <p:nvPr/>
        </p:nvGrpSpPr>
        <p:grpSpPr>
          <a:xfrm>
            <a:off x="1062750" y="3445199"/>
            <a:ext cx="3847455" cy="805645"/>
            <a:chOff x="3486127" y="2444463"/>
            <a:chExt cx="3847455" cy="805645"/>
          </a:xfrm>
        </p:grpSpPr>
        <p:sp>
          <p:nvSpPr>
            <p:cNvPr id="622" name="Google Shape;62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23" name="Google Shape;623;p21"/>
            <p:cNvGrpSpPr/>
            <p:nvPr/>
          </p:nvGrpSpPr>
          <p:grpSpPr>
            <a:xfrm>
              <a:off x="3486127" y="2444463"/>
              <a:ext cx="3847455" cy="805645"/>
              <a:chOff x="6053052" y="700371"/>
              <a:chExt cx="3847455" cy="805645"/>
            </a:xfrm>
          </p:grpSpPr>
          <p:sp>
            <p:nvSpPr>
              <p:cNvPr id="624" name="Google Shape;624;p21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Data Collection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25" name="Google Shape;625;p21"/>
              <p:cNvSpPr txBox="1"/>
              <p:nvPr/>
            </p:nvSpPr>
            <p:spPr>
              <a:xfrm>
                <a:off x="6053052" y="1174216"/>
                <a:ext cx="3847455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+mj-lt"/>
                  </a:rPr>
                  <a:t>4,158 SEM </a:t>
                </a:r>
                <a:r>
                  <a:rPr lang="en-US" sz="1200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images</a:t>
                </a:r>
                <a:r>
                  <a:rPr lang="en-US" sz="1200" dirty="0">
                    <a:latin typeface="+mj-lt"/>
                  </a:rPr>
                  <a:t> from Kaggle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(NFFA-EUROPE - SEM Dataset)</a:t>
                </a:r>
              </a:p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latin typeface="+mj-lt"/>
                  <a:ea typeface="Roboto"/>
                  <a:cs typeface="Roboto"/>
                  <a:sym typeface="Roboto"/>
                </a:endParaRPr>
              </a:p>
            </p:txBody>
          </p:sp>
        </p:grpSp>
      </p:grpSp>
      <p:cxnSp>
        <p:nvCxnSpPr>
          <p:cNvPr id="626" name="Google Shape;626;p21"/>
          <p:cNvCxnSpPr>
            <a:cxnSpLocks/>
            <a:stCxn id="622" idx="6"/>
            <a:endCxn id="617" idx="4"/>
          </p:cNvCxnSpPr>
          <p:nvPr/>
        </p:nvCxnSpPr>
        <p:spPr>
          <a:xfrm flipV="1">
            <a:off x="4006023" y="3110678"/>
            <a:ext cx="1629138" cy="67015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21"/>
          <p:cNvCxnSpPr>
            <a:cxnSpLocks/>
            <a:stCxn id="617" idx="6"/>
            <a:endCxn id="607" idx="4"/>
          </p:cNvCxnSpPr>
          <p:nvPr/>
        </p:nvCxnSpPr>
        <p:spPr>
          <a:xfrm flipV="1">
            <a:off x="5937411" y="1914842"/>
            <a:ext cx="1338724" cy="89358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17B826C3-603A-492C-91D3-D945D8687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292790"/>
              </p:ext>
            </p:extLst>
          </p:nvPr>
        </p:nvGraphicFramePr>
        <p:xfrm>
          <a:off x="2487241" y="2823251"/>
          <a:ext cx="2982994" cy="457200"/>
        </p:xfrm>
        <a:graphic>
          <a:graphicData uri="http://schemas.openxmlformats.org/drawingml/2006/table">
            <a:tbl>
              <a:tblPr/>
              <a:tblGrid>
                <a:gridCol w="2982994">
                  <a:extLst>
                    <a:ext uri="{9D8B030D-6E8A-4147-A177-3AD203B41FA5}">
                      <a16:colId xmlns:a16="http://schemas.microsoft.com/office/drawing/2014/main" val="3376412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latin typeface="+mj-lt"/>
                        </a:rPr>
                        <a:t>2,800 images categorized into 8 classes</a:t>
                      </a:r>
                    </a:p>
                    <a:p>
                      <a:pPr rtl="0"/>
                      <a:endParaRPr lang="en-US" sz="1200" dirty="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201948"/>
                  </a:ext>
                </a:extLst>
              </a:tr>
            </a:tbl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7D2A9E43-3BDC-412A-94D7-8DAE15F7AC53}"/>
              </a:ext>
            </a:extLst>
          </p:cNvPr>
          <p:cNvSpPr/>
          <p:nvPr/>
        </p:nvSpPr>
        <p:spPr>
          <a:xfrm>
            <a:off x="2438423" y="2193008"/>
            <a:ext cx="2030018" cy="1504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687F6C3-D728-4E67-B301-AEA50793F5CB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B992B753-5C2E-4236-898A-7EF1A2DAD8C2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A1119F48-083B-438A-829A-25A95070D210}"/>
              </a:ext>
            </a:extLst>
          </p:cNvPr>
          <p:cNvSpPr/>
          <p:nvPr/>
        </p:nvSpPr>
        <p:spPr>
          <a:xfrm>
            <a:off x="279327" y="3404625"/>
            <a:ext cx="2080681" cy="1150284"/>
          </a:xfrm>
          <a:prstGeom prst="round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7004C28-628F-4555-ABDC-ED4BC3A78DF2}"/>
              </a:ext>
            </a:extLst>
          </p:cNvPr>
          <p:cNvSpPr txBox="1"/>
          <p:nvPr/>
        </p:nvSpPr>
        <p:spPr>
          <a:xfrm>
            <a:off x="354926" y="3426741"/>
            <a:ext cx="1925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Pretrained Features</a:t>
            </a:r>
            <a:endParaRPr lang="LID4096" sz="1200" b="1" dirty="0">
              <a:solidFill>
                <a:schemeClr val="bg1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E9A48DF-3E2F-4FFC-8C09-C70575C1F7D7}"/>
              </a:ext>
            </a:extLst>
          </p:cNvPr>
          <p:cNvSpPr txBox="1"/>
          <p:nvPr/>
        </p:nvSpPr>
        <p:spPr>
          <a:xfrm>
            <a:off x="293768" y="3703740"/>
            <a:ext cx="2048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Leverages knowledge from millions of images to learn general features (edges, textures, shapes).</a:t>
            </a:r>
            <a:endParaRPr lang="LID4096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996FE0A-BB16-4873-83AE-15A4FA4B8DE9}"/>
              </a:ext>
            </a:extLst>
          </p:cNvPr>
          <p:cNvSpPr/>
          <p:nvPr/>
        </p:nvSpPr>
        <p:spPr>
          <a:xfrm>
            <a:off x="2424900" y="3404625"/>
            <a:ext cx="2080681" cy="1150284"/>
          </a:xfrm>
          <a:prstGeom prst="round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8FA8DDE-D076-4DFC-BA99-94251AABC609}"/>
              </a:ext>
            </a:extLst>
          </p:cNvPr>
          <p:cNvSpPr txBox="1"/>
          <p:nvPr/>
        </p:nvSpPr>
        <p:spPr>
          <a:xfrm>
            <a:off x="2376303" y="3703740"/>
            <a:ext cx="2194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well-established and widely validated deep learning architecture for image classification.</a:t>
            </a:r>
            <a:endParaRPr lang="LID4096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FFADC0B2-CA8D-41C3-9355-F654711D0B56}"/>
              </a:ext>
            </a:extLst>
          </p:cNvPr>
          <p:cNvSpPr/>
          <p:nvPr/>
        </p:nvSpPr>
        <p:spPr>
          <a:xfrm>
            <a:off x="4570473" y="3406349"/>
            <a:ext cx="2080681" cy="1150284"/>
          </a:xfrm>
          <a:prstGeom prst="round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574C6E4-A961-4956-926A-67CD47DA5289}"/>
              </a:ext>
            </a:extLst>
          </p:cNvPr>
          <p:cNvSpPr txBox="1"/>
          <p:nvPr/>
        </p:nvSpPr>
        <p:spPr>
          <a:xfrm>
            <a:off x="4608916" y="3714716"/>
            <a:ext cx="200379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Better accuracy with limited data due to powerful feature representation.</a:t>
            </a:r>
            <a:endParaRPr lang="LID4096" dirty="0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58EF5AAA-69EE-4F84-AD94-70AE298D6071}"/>
              </a:ext>
            </a:extLst>
          </p:cNvPr>
          <p:cNvSpPr/>
          <p:nvPr/>
        </p:nvSpPr>
        <p:spPr>
          <a:xfrm>
            <a:off x="6716046" y="3404625"/>
            <a:ext cx="2080681" cy="1150284"/>
          </a:xfrm>
          <a:prstGeom prst="round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DB91635-C17B-4CE2-A8C6-A9D220524A30}"/>
              </a:ext>
            </a:extLst>
          </p:cNvPr>
          <p:cNvSpPr txBox="1"/>
          <p:nvPr/>
        </p:nvSpPr>
        <p:spPr>
          <a:xfrm>
            <a:off x="6745288" y="3699874"/>
            <a:ext cx="20514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uses residual connections, which allow the network to be much deeper while avoiding the vanishing gradient problem.</a:t>
            </a:r>
            <a:endParaRPr lang="LID4096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1125B4C-3276-4B0B-8FD1-C9FE07D35D3D}"/>
              </a:ext>
            </a:extLst>
          </p:cNvPr>
          <p:cNvSpPr txBox="1"/>
          <p:nvPr/>
        </p:nvSpPr>
        <p:spPr>
          <a:xfrm>
            <a:off x="2313292" y="3436815"/>
            <a:ext cx="2266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ResNet-50</a:t>
            </a:r>
            <a:endParaRPr lang="LID4096" sz="1200" b="1" dirty="0">
              <a:solidFill>
                <a:schemeClr val="bg1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B1BD657-6C7F-4D9E-AD82-70696CA741E6}"/>
              </a:ext>
            </a:extLst>
          </p:cNvPr>
          <p:cNvSpPr txBox="1"/>
          <p:nvPr/>
        </p:nvSpPr>
        <p:spPr>
          <a:xfrm>
            <a:off x="4505581" y="3436815"/>
            <a:ext cx="2266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Improved Performance</a:t>
            </a:r>
            <a:endParaRPr lang="LID4096" sz="1200" b="1" dirty="0">
              <a:solidFill>
                <a:schemeClr val="bg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8FE91D8-2C6B-4461-A9C3-DE9F8941EB3C}"/>
              </a:ext>
            </a:extLst>
          </p:cNvPr>
          <p:cNvSpPr txBox="1"/>
          <p:nvPr/>
        </p:nvSpPr>
        <p:spPr>
          <a:xfrm>
            <a:off x="6651154" y="3439027"/>
            <a:ext cx="2266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Reliable Baseline</a:t>
            </a:r>
            <a:endParaRPr lang="LID4096" sz="1200" b="1" dirty="0">
              <a:solidFill>
                <a:schemeClr val="bg1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52F0B34-21EE-47B5-811B-518848BBBAB5}"/>
              </a:ext>
            </a:extLst>
          </p:cNvPr>
          <p:cNvSpPr txBox="1"/>
          <p:nvPr/>
        </p:nvSpPr>
        <p:spPr>
          <a:xfrm>
            <a:off x="2829033" y="3091624"/>
            <a:ext cx="37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35C"/>
                </a:solidFill>
              </a:rPr>
              <a:t>Why Pre-trained ResNet-50 as baseline?</a:t>
            </a:r>
          </a:p>
        </p:txBody>
      </p:sp>
      <p:sp>
        <p:nvSpPr>
          <p:cNvPr id="57" name="Titel 1">
            <a:extLst>
              <a:ext uri="{FF2B5EF4-FFF2-40B4-BE49-F238E27FC236}">
                <a16:creationId xmlns:a16="http://schemas.microsoft.com/office/drawing/2014/main" id="{7B72E2D8-22BF-4DA2-A66F-14ED5DF9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52" y="195175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</a:t>
            </a:r>
            <a:endParaRPr lang="LID4096" dirty="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29886A91-B183-4060-9402-752567200F29}"/>
              </a:ext>
            </a:extLst>
          </p:cNvPr>
          <p:cNvSpPr/>
          <p:nvPr/>
        </p:nvSpPr>
        <p:spPr>
          <a:xfrm>
            <a:off x="313299" y="865463"/>
            <a:ext cx="8517400" cy="1435942"/>
          </a:xfrm>
          <a:prstGeom prst="rect">
            <a:avLst/>
          </a:prstGeom>
          <a:solidFill>
            <a:srgbClr val="000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9" name="Grafik 58">
            <a:extLst>
              <a:ext uri="{FF2B5EF4-FFF2-40B4-BE49-F238E27FC236}">
                <a16:creationId xmlns:a16="http://schemas.microsoft.com/office/drawing/2014/main" id="{0A91A763-623C-4DEF-A712-A4643BCBDC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44" t="29550" r="35185" b="54715"/>
          <a:stretch/>
        </p:blipFill>
        <p:spPr>
          <a:xfrm>
            <a:off x="2662364" y="865463"/>
            <a:ext cx="3568362" cy="1204784"/>
          </a:xfrm>
          <a:prstGeom prst="rect">
            <a:avLst/>
          </a:prstGeom>
        </p:spPr>
      </p:pic>
      <p:sp>
        <p:nvSpPr>
          <p:cNvPr id="60" name="Trapezoid 59">
            <a:extLst>
              <a:ext uri="{FF2B5EF4-FFF2-40B4-BE49-F238E27FC236}">
                <a16:creationId xmlns:a16="http://schemas.microsoft.com/office/drawing/2014/main" id="{483D90AB-3100-4C3D-8C95-09AC19EACA3C}"/>
              </a:ext>
            </a:extLst>
          </p:cNvPr>
          <p:cNvSpPr/>
          <p:nvPr/>
        </p:nvSpPr>
        <p:spPr>
          <a:xfrm>
            <a:off x="3236167" y="676625"/>
            <a:ext cx="2254233" cy="251694"/>
          </a:xfrm>
          <a:prstGeom prst="trapezoid">
            <a:avLst>
              <a:gd name="adj" fmla="val 125644"/>
            </a:avLst>
          </a:prstGeom>
          <a:solidFill>
            <a:srgbClr val="000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A767E81C-F4D8-43AD-AE3D-D5ECFDA87031}"/>
              </a:ext>
            </a:extLst>
          </p:cNvPr>
          <p:cNvSpPr txBox="1"/>
          <p:nvPr/>
        </p:nvSpPr>
        <p:spPr>
          <a:xfrm>
            <a:off x="2722779" y="675039"/>
            <a:ext cx="3323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ResNet-50</a:t>
            </a:r>
          </a:p>
        </p:txBody>
      </p:sp>
      <p:sp>
        <p:nvSpPr>
          <p:cNvPr id="62" name="Pfeil: nach rechts 61">
            <a:extLst>
              <a:ext uri="{FF2B5EF4-FFF2-40B4-BE49-F238E27FC236}">
                <a16:creationId xmlns:a16="http://schemas.microsoft.com/office/drawing/2014/main" id="{ED7A7D1D-97EE-4681-B2E1-D3D75078D56C}"/>
              </a:ext>
            </a:extLst>
          </p:cNvPr>
          <p:cNvSpPr/>
          <p:nvPr/>
        </p:nvSpPr>
        <p:spPr>
          <a:xfrm>
            <a:off x="2078719" y="1350291"/>
            <a:ext cx="454173" cy="327004"/>
          </a:xfrm>
          <a:prstGeom prst="rightArrow">
            <a:avLst/>
          </a:prstGeom>
          <a:solidFill>
            <a:srgbClr val="437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E43DB6CB-EE08-4CD2-8814-C879C5AC16A2}"/>
              </a:ext>
            </a:extLst>
          </p:cNvPr>
          <p:cNvSpPr txBox="1"/>
          <p:nvPr/>
        </p:nvSpPr>
        <p:spPr>
          <a:xfrm>
            <a:off x="205612" y="1277211"/>
            <a:ext cx="1972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z="1200" dirty="0"/>
              <a:t>Pretrained Weights/ </a:t>
            </a:r>
            <a:br>
              <a:rPr lang="en-US" sz="1200" dirty="0"/>
            </a:br>
            <a:r>
              <a:rPr lang="en-US" sz="1200" dirty="0"/>
              <a:t>Cropped SEM Images</a:t>
            </a:r>
            <a:endParaRPr lang="LID4096" sz="1200" dirty="0"/>
          </a:p>
        </p:txBody>
      </p:sp>
      <p:sp>
        <p:nvSpPr>
          <p:cNvPr id="64" name="Pfeil: nach rechts 63">
            <a:extLst>
              <a:ext uri="{FF2B5EF4-FFF2-40B4-BE49-F238E27FC236}">
                <a16:creationId xmlns:a16="http://schemas.microsoft.com/office/drawing/2014/main" id="{C3644885-3940-4E50-85E6-A196EE98AD2B}"/>
              </a:ext>
            </a:extLst>
          </p:cNvPr>
          <p:cNvSpPr/>
          <p:nvPr/>
        </p:nvSpPr>
        <p:spPr>
          <a:xfrm>
            <a:off x="6428106" y="1344542"/>
            <a:ext cx="454173" cy="327004"/>
          </a:xfrm>
          <a:prstGeom prst="rightArrow">
            <a:avLst/>
          </a:prstGeom>
          <a:solidFill>
            <a:srgbClr val="437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CBCCC138-C2C5-4FDB-9A59-184B34C2FC9A}"/>
              </a:ext>
            </a:extLst>
          </p:cNvPr>
          <p:cNvSpPr txBox="1"/>
          <p:nvPr/>
        </p:nvSpPr>
        <p:spPr>
          <a:xfrm>
            <a:off x="6882279" y="1277211"/>
            <a:ext cx="1873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 classes with Accuracy of 92.97%</a:t>
            </a:r>
            <a:endParaRPr lang="LID4096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59357121-37A4-4446-BD37-45B182846DC5}"/>
              </a:ext>
            </a:extLst>
          </p:cNvPr>
          <p:cNvSpPr txBox="1"/>
          <p:nvPr/>
        </p:nvSpPr>
        <p:spPr>
          <a:xfrm>
            <a:off x="3139643" y="1955468"/>
            <a:ext cx="2613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Final classification layer has been replaced and fine-tuned the model on MEMS dataset for 8 classes.</a:t>
            </a:r>
            <a:endParaRPr lang="LID4096" sz="800" dirty="0">
              <a:solidFill>
                <a:schemeClr val="bg1"/>
              </a:solidFill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C053DADD-4E02-4574-9E7E-19979FDC55CA}"/>
              </a:ext>
            </a:extLst>
          </p:cNvPr>
          <p:cNvSpPr txBox="1"/>
          <p:nvPr/>
        </p:nvSpPr>
        <p:spPr>
          <a:xfrm>
            <a:off x="2424900" y="2537252"/>
            <a:ext cx="123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learning rate: 0.00003</a:t>
            </a:r>
            <a:endParaRPr lang="LID4096" sz="900" dirty="0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136D09F8-ED0B-42D4-94DA-0EEF447812F4}"/>
              </a:ext>
            </a:extLst>
          </p:cNvPr>
          <p:cNvSpPr txBox="1"/>
          <p:nvPr/>
        </p:nvSpPr>
        <p:spPr>
          <a:xfrm>
            <a:off x="3426312" y="2531213"/>
            <a:ext cx="103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/>
            </a:lvl1pPr>
          </a:lstStyle>
          <a:p>
            <a:r>
              <a:rPr lang="en-US" dirty="0"/>
              <a:t>Number of epochs: 20</a:t>
            </a:r>
            <a:endParaRPr lang="LID4096" dirty="0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BAFC0343-8B0F-44C4-84B1-B0E94E3E314D}"/>
              </a:ext>
            </a:extLst>
          </p:cNvPr>
          <p:cNvSpPr txBox="1"/>
          <p:nvPr/>
        </p:nvSpPr>
        <p:spPr>
          <a:xfrm>
            <a:off x="4376159" y="2536450"/>
            <a:ext cx="78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900"/>
            </a:lvl1pPr>
          </a:lstStyle>
          <a:p>
            <a:r>
              <a:rPr lang="en-US" dirty="0"/>
              <a:t>batch size: 16</a:t>
            </a:r>
            <a:endParaRPr lang="LID4096" dirty="0"/>
          </a:p>
        </p:txBody>
      </p:sp>
      <p:grpSp>
        <p:nvGrpSpPr>
          <p:cNvPr id="70" name="Google Shape;1039;p27">
            <a:extLst>
              <a:ext uri="{FF2B5EF4-FFF2-40B4-BE49-F238E27FC236}">
                <a16:creationId xmlns:a16="http://schemas.microsoft.com/office/drawing/2014/main" id="{F74ECA06-A453-4FE7-958A-164E5A9D46BF}"/>
              </a:ext>
            </a:extLst>
          </p:cNvPr>
          <p:cNvGrpSpPr/>
          <p:nvPr/>
        </p:nvGrpSpPr>
        <p:grpSpPr>
          <a:xfrm>
            <a:off x="2906696" y="2324075"/>
            <a:ext cx="295886" cy="220795"/>
            <a:chOff x="831093" y="2905635"/>
            <a:chExt cx="366770" cy="297474"/>
          </a:xfrm>
          <a:solidFill>
            <a:srgbClr val="00102B"/>
          </a:solidFill>
        </p:grpSpPr>
        <p:sp>
          <p:nvSpPr>
            <p:cNvPr id="71" name="Google Shape;1040;p27">
              <a:extLst>
                <a:ext uri="{FF2B5EF4-FFF2-40B4-BE49-F238E27FC236}">
                  <a16:creationId xmlns:a16="http://schemas.microsoft.com/office/drawing/2014/main" id="{4C55F464-4E99-4F63-872E-668F0BD913E2}"/>
                </a:ext>
              </a:extLst>
            </p:cNvPr>
            <p:cNvSpPr/>
            <p:nvPr/>
          </p:nvSpPr>
          <p:spPr>
            <a:xfrm>
              <a:off x="831093" y="3009116"/>
              <a:ext cx="286079" cy="193993"/>
            </a:xfrm>
            <a:custGeom>
              <a:avLst/>
              <a:gdLst/>
              <a:ahLst/>
              <a:cxnLst/>
              <a:rect l="l" t="t" r="r" b="b"/>
              <a:pathLst>
                <a:path w="8360" h="5669" extrusionOk="0">
                  <a:moveTo>
                    <a:pt x="4177" y="1339"/>
                  </a:moveTo>
                  <a:cubicBezTo>
                    <a:pt x="4942" y="1339"/>
                    <a:pt x="5669" y="1935"/>
                    <a:pt x="5669" y="2835"/>
                  </a:cubicBezTo>
                  <a:cubicBezTo>
                    <a:pt x="5669" y="3644"/>
                    <a:pt x="5002" y="4311"/>
                    <a:pt x="4192" y="4311"/>
                  </a:cubicBezTo>
                  <a:cubicBezTo>
                    <a:pt x="2859" y="4311"/>
                    <a:pt x="2192" y="2716"/>
                    <a:pt x="3121" y="1787"/>
                  </a:cubicBezTo>
                  <a:cubicBezTo>
                    <a:pt x="3430" y="1477"/>
                    <a:pt x="3808" y="1339"/>
                    <a:pt x="4177" y="1339"/>
                  </a:cubicBezTo>
                  <a:close/>
                  <a:moveTo>
                    <a:pt x="1346" y="1305"/>
                  </a:moveTo>
                  <a:cubicBezTo>
                    <a:pt x="1519" y="1305"/>
                    <a:pt x="1692" y="1418"/>
                    <a:pt x="1668" y="1644"/>
                  </a:cubicBezTo>
                  <a:lnTo>
                    <a:pt x="1668" y="4002"/>
                  </a:lnTo>
                  <a:cubicBezTo>
                    <a:pt x="1692" y="4228"/>
                    <a:pt x="1519" y="4341"/>
                    <a:pt x="1346" y="4341"/>
                  </a:cubicBezTo>
                  <a:cubicBezTo>
                    <a:pt x="1174" y="4341"/>
                    <a:pt x="1001" y="4228"/>
                    <a:pt x="1025" y="4002"/>
                  </a:cubicBezTo>
                  <a:lnTo>
                    <a:pt x="1025" y="1644"/>
                  </a:lnTo>
                  <a:cubicBezTo>
                    <a:pt x="1001" y="1418"/>
                    <a:pt x="1174" y="1305"/>
                    <a:pt x="1346" y="1305"/>
                  </a:cubicBezTo>
                  <a:close/>
                  <a:moveTo>
                    <a:pt x="1293" y="0"/>
                  </a:moveTo>
                  <a:cubicBezTo>
                    <a:pt x="574" y="0"/>
                    <a:pt x="1" y="610"/>
                    <a:pt x="1" y="1334"/>
                  </a:cubicBezTo>
                  <a:lnTo>
                    <a:pt x="1" y="4359"/>
                  </a:lnTo>
                  <a:cubicBezTo>
                    <a:pt x="1" y="5073"/>
                    <a:pt x="596" y="5669"/>
                    <a:pt x="1335" y="5669"/>
                  </a:cubicBezTo>
                  <a:lnTo>
                    <a:pt x="7050" y="5669"/>
                  </a:lnTo>
                  <a:cubicBezTo>
                    <a:pt x="7764" y="5669"/>
                    <a:pt x="8360" y="5073"/>
                    <a:pt x="8360" y="4359"/>
                  </a:cubicBezTo>
                  <a:lnTo>
                    <a:pt x="8360" y="2620"/>
                  </a:lnTo>
                  <a:lnTo>
                    <a:pt x="8217" y="2620"/>
                  </a:lnTo>
                  <a:cubicBezTo>
                    <a:pt x="7907" y="2620"/>
                    <a:pt x="7622" y="2573"/>
                    <a:pt x="7336" y="2501"/>
                  </a:cubicBezTo>
                  <a:lnTo>
                    <a:pt x="7336" y="4002"/>
                  </a:lnTo>
                  <a:cubicBezTo>
                    <a:pt x="7360" y="4228"/>
                    <a:pt x="7193" y="4341"/>
                    <a:pt x="7023" y="4341"/>
                  </a:cubicBezTo>
                  <a:cubicBezTo>
                    <a:pt x="6854" y="4341"/>
                    <a:pt x="6681" y="4228"/>
                    <a:pt x="6693" y="4002"/>
                  </a:cubicBezTo>
                  <a:lnTo>
                    <a:pt x="6693" y="2239"/>
                  </a:lnTo>
                  <a:cubicBezTo>
                    <a:pt x="5859" y="1763"/>
                    <a:pt x="5264" y="930"/>
                    <a:pt x="5097" y="1"/>
                  </a:cubicBezTo>
                  <a:lnTo>
                    <a:pt x="1335" y="1"/>
                  </a:lnTo>
                  <a:cubicBezTo>
                    <a:pt x="1321" y="0"/>
                    <a:pt x="1307" y="0"/>
                    <a:pt x="1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1041;p27">
              <a:extLst>
                <a:ext uri="{FF2B5EF4-FFF2-40B4-BE49-F238E27FC236}">
                  <a16:creationId xmlns:a16="http://schemas.microsoft.com/office/drawing/2014/main" id="{8411D4E3-DF33-4555-B9DF-1F9D10348337}"/>
                </a:ext>
              </a:extLst>
            </p:cNvPr>
            <p:cNvSpPr/>
            <p:nvPr/>
          </p:nvSpPr>
          <p:spPr>
            <a:xfrm>
              <a:off x="996547" y="2905635"/>
              <a:ext cx="201316" cy="171819"/>
            </a:xfrm>
            <a:custGeom>
              <a:avLst/>
              <a:gdLst/>
              <a:ahLst/>
              <a:cxnLst/>
              <a:rect l="l" t="t" r="r" b="b"/>
              <a:pathLst>
                <a:path w="5883" h="5021" extrusionOk="0">
                  <a:moveTo>
                    <a:pt x="3370" y="882"/>
                  </a:moveTo>
                  <a:cubicBezTo>
                    <a:pt x="3519" y="882"/>
                    <a:pt x="3668" y="977"/>
                    <a:pt x="3692" y="1167"/>
                  </a:cubicBezTo>
                  <a:lnTo>
                    <a:pt x="3692" y="2191"/>
                  </a:lnTo>
                  <a:lnTo>
                    <a:pt x="4406" y="2191"/>
                  </a:lnTo>
                  <a:cubicBezTo>
                    <a:pt x="4421" y="2190"/>
                    <a:pt x="4435" y="2189"/>
                    <a:pt x="4448" y="2189"/>
                  </a:cubicBezTo>
                  <a:cubicBezTo>
                    <a:pt x="4844" y="2189"/>
                    <a:pt x="4844" y="2813"/>
                    <a:pt x="4448" y="2813"/>
                  </a:cubicBezTo>
                  <a:cubicBezTo>
                    <a:pt x="4435" y="2813"/>
                    <a:pt x="4421" y="2812"/>
                    <a:pt x="4406" y="2811"/>
                  </a:cubicBezTo>
                  <a:lnTo>
                    <a:pt x="3382" y="2811"/>
                  </a:lnTo>
                  <a:cubicBezTo>
                    <a:pt x="3191" y="2811"/>
                    <a:pt x="3049" y="2668"/>
                    <a:pt x="3049" y="2501"/>
                  </a:cubicBezTo>
                  <a:lnTo>
                    <a:pt x="3049" y="1167"/>
                  </a:lnTo>
                  <a:cubicBezTo>
                    <a:pt x="3072" y="977"/>
                    <a:pt x="3221" y="882"/>
                    <a:pt x="3370" y="882"/>
                  </a:cubicBezTo>
                  <a:close/>
                  <a:moveTo>
                    <a:pt x="3382" y="0"/>
                  </a:moveTo>
                  <a:cubicBezTo>
                    <a:pt x="1120" y="0"/>
                    <a:pt x="0" y="2691"/>
                    <a:pt x="1596" y="4287"/>
                  </a:cubicBezTo>
                  <a:cubicBezTo>
                    <a:pt x="2103" y="4794"/>
                    <a:pt x="2728" y="5021"/>
                    <a:pt x="3343" y="5021"/>
                  </a:cubicBezTo>
                  <a:cubicBezTo>
                    <a:pt x="4636" y="5021"/>
                    <a:pt x="5882" y="4018"/>
                    <a:pt x="5882" y="2501"/>
                  </a:cubicBezTo>
                  <a:cubicBezTo>
                    <a:pt x="5882" y="1120"/>
                    <a:pt x="4763" y="0"/>
                    <a:pt x="33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042;p27">
              <a:extLst>
                <a:ext uri="{FF2B5EF4-FFF2-40B4-BE49-F238E27FC236}">
                  <a16:creationId xmlns:a16="http://schemas.microsoft.com/office/drawing/2014/main" id="{49602FAC-2011-4117-B766-AA70DCF5C6C0}"/>
                </a:ext>
              </a:extLst>
            </p:cNvPr>
            <p:cNvSpPr/>
            <p:nvPr/>
          </p:nvSpPr>
          <p:spPr>
            <a:xfrm>
              <a:off x="935430" y="3076769"/>
              <a:ext cx="69295" cy="58858"/>
            </a:xfrm>
            <a:custGeom>
              <a:avLst/>
              <a:gdLst/>
              <a:ahLst/>
              <a:cxnLst/>
              <a:rect l="l" t="t" r="r" b="b"/>
              <a:pathLst>
                <a:path w="2025" h="1720" extrusionOk="0">
                  <a:moveTo>
                    <a:pt x="1143" y="0"/>
                  </a:moveTo>
                  <a:cubicBezTo>
                    <a:pt x="381" y="0"/>
                    <a:pt x="0" y="929"/>
                    <a:pt x="548" y="1477"/>
                  </a:cubicBezTo>
                  <a:cubicBezTo>
                    <a:pt x="715" y="1644"/>
                    <a:pt x="926" y="1719"/>
                    <a:pt x="1135" y="1719"/>
                  </a:cubicBezTo>
                  <a:cubicBezTo>
                    <a:pt x="1583" y="1719"/>
                    <a:pt x="2024" y="1377"/>
                    <a:pt x="2024" y="858"/>
                  </a:cubicBezTo>
                  <a:cubicBezTo>
                    <a:pt x="2024" y="382"/>
                    <a:pt x="1620" y="0"/>
                    <a:pt x="1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1030;p27">
            <a:extLst>
              <a:ext uri="{FF2B5EF4-FFF2-40B4-BE49-F238E27FC236}">
                <a16:creationId xmlns:a16="http://schemas.microsoft.com/office/drawing/2014/main" id="{8490BE69-1C47-4B0C-A578-EF9F17F014EA}"/>
              </a:ext>
            </a:extLst>
          </p:cNvPr>
          <p:cNvGrpSpPr/>
          <p:nvPr/>
        </p:nvGrpSpPr>
        <p:grpSpPr>
          <a:xfrm>
            <a:off x="3797751" y="2310266"/>
            <a:ext cx="273204" cy="230694"/>
            <a:chOff x="828892" y="4635792"/>
            <a:chExt cx="367302" cy="365289"/>
          </a:xfrm>
          <a:solidFill>
            <a:srgbClr val="00102B"/>
          </a:solidFill>
        </p:grpSpPr>
        <p:sp>
          <p:nvSpPr>
            <p:cNvPr id="75" name="Google Shape;1031;p27">
              <a:extLst>
                <a:ext uri="{FF2B5EF4-FFF2-40B4-BE49-F238E27FC236}">
                  <a16:creationId xmlns:a16="http://schemas.microsoft.com/office/drawing/2014/main" id="{3BBD6906-9510-4AA1-A89E-884F0F2AF1C3}"/>
                </a:ext>
              </a:extLst>
            </p:cNvPr>
            <p:cNvSpPr/>
            <p:nvPr/>
          </p:nvSpPr>
          <p:spPr>
            <a:xfrm>
              <a:off x="881368" y="4654626"/>
              <a:ext cx="69775" cy="101746"/>
            </a:xfrm>
            <a:custGeom>
              <a:avLst/>
              <a:gdLst/>
              <a:ahLst/>
              <a:cxnLst/>
              <a:rect l="l" t="t" r="r" b="b"/>
              <a:pathLst>
                <a:path w="2045" h="2982" extrusionOk="0">
                  <a:moveTo>
                    <a:pt x="423" y="0"/>
                  </a:moveTo>
                  <a:cubicBezTo>
                    <a:pt x="208" y="0"/>
                    <a:pt x="1" y="220"/>
                    <a:pt x="129" y="461"/>
                  </a:cubicBezTo>
                  <a:lnTo>
                    <a:pt x="1344" y="2819"/>
                  </a:lnTo>
                  <a:cubicBezTo>
                    <a:pt x="1413" y="2934"/>
                    <a:pt x="1516" y="2982"/>
                    <a:pt x="1619" y="2982"/>
                  </a:cubicBezTo>
                  <a:cubicBezTo>
                    <a:pt x="1834" y="2982"/>
                    <a:pt x="2044" y="2767"/>
                    <a:pt x="1915" y="2509"/>
                  </a:cubicBezTo>
                  <a:lnTo>
                    <a:pt x="701" y="175"/>
                  </a:lnTo>
                  <a:cubicBezTo>
                    <a:pt x="631" y="51"/>
                    <a:pt x="526" y="0"/>
                    <a:pt x="4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032;p27">
              <a:extLst>
                <a:ext uri="{FF2B5EF4-FFF2-40B4-BE49-F238E27FC236}">
                  <a16:creationId xmlns:a16="http://schemas.microsoft.com/office/drawing/2014/main" id="{441F47C7-025C-42FD-ACBF-06718B690A70}"/>
                </a:ext>
              </a:extLst>
            </p:cNvPr>
            <p:cNvSpPr/>
            <p:nvPr/>
          </p:nvSpPr>
          <p:spPr>
            <a:xfrm>
              <a:off x="1001948" y="4635792"/>
              <a:ext cx="21154" cy="111777"/>
            </a:xfrm>
            <a:custGeom>
              <a:avLst/>
              <a:gdLst/>
              <a:ahLst/>
              <a:cxnLst/>
              <a:rect l="l" t="t" r="r" b="b"/>
              <a:pathLst>
                <a:path w="620" h="3276" extrusionOk="0">
                  <a:moveTo>
                    <a:pt x="310" y="1"/>
                  </a:moveTo>
                  <a:cubicBezTo>
                    <a:pt x="155" y="1"/>
                    <a:pt x="1" y="108"/>
                    <a:pt x="1" y="322"/>
                  </a:cubicBezTo>
                  <a:lnTo>
                    <a:pt x="1" y="2942"/>
                  </a:lnTo>
                  <a:cubicBezTo>
                    <a:pt x="1" y="3109"/>
                    <a:pt x="120" y="3251"/>
                    <a:pt x="286" y="3275"/>
                  </a:cubicBezTo>
                  <a:lnTo>
                    <a:pt x="310" y="3275"/>
                  </a:lnTo>
                  <a:cubicBezTo>
                    <a:pt x="477" y="3275"/>
                    <a:pt x="620" y="3132"/>
                    <a:pt x="620" y="2942"/>
                  </a:cubicBezTo>
                  <a:lnTo>
                    <a:pt x="620" y="322"/>
                  </a:lnTo>
                  <a:cubicBezTo>
                    <a:pt x="620" y="108"/>
                    <a:pt x="465" y="1"/>
                    <a:pt x="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033;p27">
              <a:extLst>
                <a:ext uri="{FF2B5EF4-FFF2-40B4-BE49-F238E27FC236}">
                  <a16:creationId xmlns:a16="http://schemas.microsoft.com/office/drawing/2014/main" id="{7E85B8F0-634E-44B1-A727-914D97B15D89}"/>
                </a:ext>
              </a:extLst>
            </p:cNvPr>
            <p:cNvSpPr/>
            <p:nvPr/>
          </p:nvSpPr>
          <p:spPr>
            <a:xfrm>
              <a:off x="1076705" y="4654626"/>
              <a:ext cx="67523" cy="101712"/>
            </a:xfrm>
            <a:custGeom>
              <a:avLst/>
              <a:gdLst/>
              <a:ahLst/>
              <a:cxnLst/>
              <a:rect l="l" t="t" r="r" b="b"/>
              <a:pathLst>
                <a:path w="1979" h="2981" extrusionOk="0">
                  <a:moveTo>
                    <a:pt x="1553" y="0"/>
                  </a:moveTo>
                  <a:cubicBezTo>
                    <a:pt x="1451" y="0"/>
                    <a:pt x="1348" y="51"/>
                    <a:pt x="1287" y="175"/>
                  </a:cubicBezTo>
                  <a:lnTo>
                    <a:pt x="72" y="2509"/>
                  </a:lnTo>
                  <a:cubicBezTo>
                    <a:pt x="1" y="2676"/>
                    <a:pt x="48" y="2842"/>
                    <a:pt x="191" y="2938"/>
                  </a:cubicBezTo>
                  <a:lnTo>
                    <a:pt x="215" y="2938"/>
                  </a:lnTo>
                  <a:cubicBezTo>
                    <a:pt x="260" y="2968"/>
                    <a:pt x="309" y="2981"/>
                    <a:pt x="358" y="2981"/>
                  </a:cubicBezTo>
                  <a:cubicBezTo>
                    <a:pt x="466" y="2981"/>
                    <a:pt x="571" y="2917"/>
                    <a:pt x="620" y="2819"/>
                  </a:cubicBezTo>
                  <a:lnTo>
                    <a:pt x="1834" y="461"/>
                  </a:lnTo>
                  <a:cubicBezTo>
                    <a:pt x="1979" y="220"/>
                    <a:pt x="1766" y="0"/>
                    <a:pt x="15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034;p27">
              <a:extLst>
                <a:ext uri="{FF2B5EF4-FFF2-40B4-BE49-F238E27FC236}">
                  <a16:creationId xmlns:a16="http://schemas.microsoft.com/office/drawing/2014/main" id="{25A60D45-A6DB-4FF2-B4CA-E75557120D0B}"/>
                </a:ext>
              </a:extLst>
            </p:cNvPr>
            <p:cNvSpPr/>
            <p:nvPr/>
          </p:nvSpPr>
          <p:spPr>
            <a:xfrm>
              <a:off x="957251" y="4843412"/>
              <a:ext cx="96730" cy="82639"/>
            </a:xfrm>
            <a:custGeom>
              <a:avLst/>
              <a:gdLst/>
              <a:ahLst/>
              <a:cxnLst/>
              <a:rect l="l" t="t" r="r" b="b"/>
              <a:pathLst>
                <a:path w="2835" h="2422" extrusionOk="0">
                  <a:moveTo>
                    <a:pt x="1620" y="0"/>
                  </a:moveTo>
                  <a:cubicBezTo>
                    <a:pt x="549" y="0"/>
                    <a:pt x="1" y="1310"/>
                    <a:pt x="763" y="2072"/>
                  </a:cubicBezTo>
                  <a:cubicBezTo>
                    <a:pt x="1012" y="2314"/>
                    <a:pt x="1312" y="2421"/>
                    <a:pt x="1604" y="2421"/>
                  </a:cubicBezTo>
                  <a:cubicBezTo>
                    <a:pt x="2235" y="2421"/>
                    <a:pt x="2835" y="1923"/>
                    <a:pt x="2835" y="1191"/>
                  </a:cubicBezTo>
                  <a:cubicBezTo>
                    <a:pt x="2811" y="524"/>
                    <a:pt x="2287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035;p27">
              <a:extLst>
                <a:ext uri="{FF2B5EF4-FFF2-40B4-BE49-F238E27FC236}">
                  <a16:creationId xmlns:a16="http://schemas.microsoft.com/office/drawing/2014/main" id="{451C2F7B-AA42-4790-9F01-8C2794588AAA}"/>
                </a:ext>
              </a:extLst>
            </p:cNvPr>
            <p:cNvSpPr/>
            <p:nvPr/>
          </p:nvSpPr>
          <p:spPr>
            <a:xfrm>
              <a:off x="828892" y="4767836"/>
              <a:ext cx="367302" cy="233244"/>
            </a:xfrm>
            <a:custGeom>
              <a:avLst/>
              <a:gdLst/>
              <a:ahLst/>
              <a:cxnLst/>
              <a:rect l="l" t="t" r="r" b="b"/>
              <a:pathLst>
                <a:path w="10765" h="6836" extrusionOk="0">
                  <a:moveTo>
                    <a:pt x="5361" y="1575"/>
                  </a:moveTo>
                  <a:cubicBezTo>
                    <a:pt x="6309" y="1575"/>
                    <a:pt x="7216" y="2317"/>
                    <a:pt x="7216" y="3430"/>
                  </a:cubicBezTo>
                  <a:cubicBezTo>
                    <a:pt x="7216" y="4430"/>
                    <a:pt x="6406" y="5264"/>
                    <a:pt x="5382" y="5264"/>
                  </a:cubicBezTo>
                  <a:cubicBezTo>
                    <a:pt x="3739" y="5264"/>
                    <a:pt x="2929" y="3287"/>
                    <a:pt x="4072" y="2120"/>
                  </a:cubicBezTo>
                  <a:cubicBezTo>
                    <a:pt x="4449" y="1744"/>
                    <a:pt x="4910" y="1575"/>
                    <a:pt x="5361" y="1575"/>
                  </a:cubicBezTo>
                  <a:close/>
                  <a:moveTo>
                    <a:pt x="5382" y="1"/>
                  </a:moveTo>
                  <a:cubicBezTo>
                    <a:pt x="4001" y="1"/>
                    <a:pt x="2691" y="739"/>
                    <a:pt x="1619" y="1644"/>
                  </a:cubicBezTo>
                  <a:cubicBezTo>
                    <a:pt x="1048" y="2120"/>
                    <a:pt x="524" y="2644"/>
                    <a:pt x="95" y="3239"/>
                  </a:cubicBezTo>
                  <a:cubicBezTo>
                    <a:pt x="0" y="3335"/>
                    <a:pt x="0" y="3501"/>
                    <a:pt x="95" y="3597"/>
                  </a:cubicBezTo>
                  <a:cubicBezTo>
                    <a:pt x="524" y="4192"/>
                    <a:pt x="1048" y="4740"/>
                    <a:pt x="1619" y="5216"/>
                  </a:cubicBezTo>
                  <a:cubicBezTo>
                    <a:pt x="2691" y="6097"/>
                    <a:pt x="4001" y="6835"/>
                    <a:pt x="5382" y="6835"/>
                  </a:cubicBezTo>
                  <a:cubicBezTo>
                    <a:pt x="6763" y="6835"/>
                    <a:pt x="8097" y="6121"/>
                    <a:pt x="9145" y="5216"/>
                  </a:cubicBezTo>
                  <a:cubicBezTo>
                    <a:pt x="9716" y="4740"/>
                    <a:pt x="10240" y="4192"/>
                    <a:pt x="10693" y="3597"/>
                  </a:cubicBezTo>
                  <a:cubicBezTo>
                    <a:pt x="10764" y="3501"/>
                    <a:pt x="10764" y="3335"/>
                    <a:pt x="10693" y="3239"/>
                  </a:cubicBezTo>
                  <a:cubicBezTo>
                    <a:pt x="10240" y="2644"/>
                    <a:pt x="9716" y="2120"/>
                    <a:pt x="9145" y="1644"/>
                  </a:cubicBezTo>
                  <a:cubicBezTo>
                    <a:pt x="8097" y="739"/>
                    <a:pt x="6763" y="1"/>
                    <a:pt x="53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2018;p39">
            <a:extLst>
              <a:ext uri="{FF2B5EF4-FFF2-40B4-BE49-F238E27FC236}">
                <a16:creationId xmlns:a16="http://schemas.microsoft.com/office/drawing/2014/main" id="{78685951-8985-4438-BDA8-B398F94BF666}"/>
              </a:ext>
            </a:extLst>
          </p:cNvPr>
          <p:cNvGrpSpPr/>
          <p:nvPr/>
        </p:nvGrpSpPr>
        <p:grpSpPr>
          <a:xfrm>
            <a:off x="4586229" y="2221024"/>
            <a:ext cx="375229" cy="406799"/>
            <a:chOff x="5234624" y="2105013"/>
            <a:chExt cx="771000" cy="771000"/>
          </a:xfrm>
        </p:grpSpPr>
        <p:sp>
          <p:nvSpPr>
            <p:cNvPr id="81" name="Google Shape;2019;p39">
              <a:extLst>
                <a:ext uri="{FF2B5EF4-FFF2-40B4-BE49-F238E27FC236}">
                  <a16:creationId xmlns:a16="http://schemas.microsoft.com/office/drawing/2014/main" id="{B7D65E57-D13F-4F7D-A40D-5100CB757E74}"/>
                </a:ext>
              </a:extLst>
            </p:cNvPr>
            <p:cNvSpPr/>
            <p:nvPr/>
          </p:nvSpPr>
          <p:spPr>
            <a:xfrm>
              <a:off x="5234624" y="2105013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82" name="Google Shape;2020;p39">
              <a:extLst>
                <a:ext uri="{FF2B5EF4-FFF2-40B4-BE49-F238E27FC236}">
                  <a16:creationId xmlns:a16="http://schemas.microsoft.com/office/drawing/2014/main" id="{A9BD5102-1746-427B-9559-7323B5B44763}"/>
                </a:ext>
              </a:extLst>
            </p:cNvPr>
            <p:cNvGrpSpPr/>
            <p:nvPr/>
          </p:nvGrpSpPr>
          <p:grpSpPr>
            <a:xfrm>
              <a:off x="5442832" y="2312784"/>
              <a:ext cx="354599" cy="355453"/>
              <a:chOff x="-3771675" y="3971775"/>
              <a:chExt cx="291300" cy="292025"/>
            </a:xfrm>
          </p:grpSpPr>
          <p:sp>
            <p:nvSpPr>
              <p:cNvPr id="83" name="Google Shape;2021;p39">
                <a:extLst>
                  <a:ext uri="{FF2B5EF4-FFF2-40B4-BE49-F238E27FC236}">
                    <a16:creationId xmlns:a16="http://schemas.microsoft.com/office/drawing/2014/main" id="{CCEBFCDE-3E10-427D-B3E7-B750B0752513}"/>
                  </a:ext>
                </a:extLst>
              </p:cNvPr>
              <p:cNvSpPr/>
              <p:nvPr/>
            </p:nvSpPr>
            <p:spPr>
              <a:xfrm>
                <a:off x="-3770100" y="3971775"/>
                <a:ext cx="21897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8759" h="2671" extrusionOk="0">
                    <a:moveTo>
                      <a:pt x="4391" y="0"/>
                    </a:moveTo>
                    <a:cubicBezTo>
                      <a:pt x="2410" y="0"/>
                      <a:pt x="426" y="449"/>
                      <a:pt x="0" y="1347"/>
                    </a:cubicBezTo>
                    <a:cubicBezTo>
                      <a:pt x="426" y="2229"/>
                      <a:pt x="2410" y="2670"/>
                      <a:pt x="4391" y="2670"/>
                    </a:cubicBezTo>
                    <a:cubicBezTo>
                      <a:pt x="6372" y="2670"/>
                      <a:pt x="8349" y="2229"/>
                      <a:pt x="8759" y="1347"/>
                    </a:cubicBezTo>
                    <a:cubicBezTo>
                      <a:pt x="8349" y="449"/>
                      <a:pt x="6372" y="0"/>
                      <a:pt x="4391" y="0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2022;p39">
                <a:extLst>
                  <a:ext uri="{FF2B5EF4-FFF2-40B4-BE49-F238E27FC236}">
                    <a16:creationId xmlns:a16="http://schemas.microsoft.com/office/drawing/2014/main" id="{6DC2D53B-4756-49B8-B638-52F04FB8C9E4}"/>
                  </a:ext>
                </a:extLst>
              </p:cNvPr>
              <p:cNvSpPr/>
              <p:nvPr/>
            </p:nvSpPr>
            <p:spPr>
              <a:xfrm>
                <a:off x="-3771675" y="4030650"/>
                <a:ext cx="22212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8885" h="3120" extrusionOk="0">
                    <a:moveTo>
                      <a:pt x="0" y="0"/>
                    </a:moveTo>
                    <a:lnTo>
                      <a:pt x="0" y="1418"/>
                    </a:lnTo>
                    <a:cubicBezTo>
                      <a:pt x="0" y="2521"/>
                      <a:pt x="2048" y="3088"/>
                      <a:pt x="4127" y="3119"/>
                    </a:cubicBezTo>
                    <a:cubicBezTo>
                      <a:pt x="4915" y="1891"/>
                      <a:pt x="6301" y="1103"/>
                      <a:pt x="7877" y="1103"/>
                    </a:cubicBezTo>
                    <a:cubicBezTo>
                      <a:pt x="8223" y="1103"/>
                      <a:pt x="8570" y="1135"/>
                      <a:pt x="8885" y="1229"/>
                    </a:cubicBezTo>
                    <a:lnTo>
                      <a:pt x="8885" y="0"/>
                    </a:lnTo>
                    <a:cubicBezTo>
                      <a:pt x="7908" y="788"/>
                      <a:pt x="6112" y="1072"/>
                      <a:pt x="4443" y="1072"/>
                    </a:cubicBezTo>
                    <a:cubicBezTo>
                      <a:pt x="2804" y="1072"/>
                      <a:pt x="977" y="757"/>
                      <a:pt x="0" y="0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2023;p39">
                <a:extLst>
                  <a:ext uri="{FF2B5EF4-FFF2-40B4-BE49-F238E27FC236}">
                    <a16:creationId xmlns:a16="http://schemas.microsoft.com/office/drawing/2014/main" id="{092E4E5C-CCB7-4DC5-8E42-D91673A1AC4E}"/>
                  </a:ext>
                </a:extLst>
              </p:cNvPr>
              <p:cNvSpPr/>
              <p:nvPr/>
            </p:nvSpPr>
            <p:spPr>
              <a:xfrm>
                <a:off x="-3669425" y="4074750"/>
                <a:ext cx="189050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extrusionOk="0">
                    <a:moveTo>
                      <a:pt x="5501" y="2732"/>
                    </a:moveTo>
                    <a:cubicBezTo>
                      <a:pt x="5748" y="2732"/>
                      <a:pt x="6008" y="3067"/>
                      <a:pt x="5766" y="3309"/>
                    </a:cubicBezTo>
                    <a:lnTo>
                      <a:pt x="3718" y="5356"/>
                    </a:lnTo>
                    <a:cubicBezTo>
                      <a:pt x="3655" y="5420"/>
                      <a:pt x="3568" y="5451"/>
                      <a:pt x="3482" y="5451"/>
                    </a:cubicBezTo>
                    <a:cubicBezTo>
                      <a:pt x="3395" y="5451"/>
                      <a:pt x="3308" y="5420"/>
                      <a:pt x="3245" y="5356"/>
                    </a:cubicBezTo>
                    <a:lnTo>
                      <a:pt x="1859" y="4002"/>
                    </a:lnTo>
                    <a:cubicBezTo>
                      <a:pt x="1617" y="3760"/>
                      <a:pt x="1840" y="3425"/>
                      <a:pt x="2099" y="3425"/>
                    </a:cubicBezTo>
                    <a:cubicBezTo>
                      <a:pt x="2177" y="3425"/>
                      <a:pt x="2259" y="3456"/>
                      <a:pt x="2332" y="3529"/>
                    </a:cubicBezTo>
                    <a:lnTo>
                      <a:pt x="3466" y="4663"/>
                    </a:lnTo>
                    <a:lnTo>
                      <a:pt x="5293" y="2836"/>
                    </a:lnTo>
                    <a:cubicBezTo>
                      <a:pt x="5352" y="2763"/>
                      <a:pt x="5426" y="2732"/>
                      <a:pt x="5501" y="2732"/>
                    </a:cubicBezTo>
                    <a:close/>
                    <a:moveTo>
                      <a:pt x="3781" y="1"/>
                    </a:moveTo>
                    <a:cubicBezTo>
                      <a:pt x="1702" y="1"/>
                      <a:pt x="0" y="1702"/>
                      <a:pt x="0" y="3781"/>
                    </a:cubicBezTo>
                    <a:cubicBezTo>
                      <a:pt x="0" y="5892"/>
                      <a:pt x="1702" y="7562"/>
                      <a:pt x="3781" y="7562"/>
                    </a:cubicBezTo>
                    <a:cubicBezTo>
                      <a:pt x="5860" y="7562"/>
                      <a:pt x="7562" y="5892"/>
                      <a:pt x="7562" y="3781"/>
                    </a:cubicBezTo>
                    <a:cubicBezTo>
                      <a:pt x="7562" y="1702"/>
                      <a:pt x="5860" y="1"/>
                      <a:pt x="3781" y="1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2024;p39">
                <a:extLst>
                  <a:ext uri="{FF2B5EF4-FFF2-40B4-BE49-F238E27FC236}">
                    <a16:creationId xmlns:a16="http://schemas.microsoft.com/office/drawing/2014/main" id="{409FD4D7-3D93-474A-A117-91D23619981E}"/>
                  </a:ext>
                </a:extLst>
              </p:cNvPr>
              <p:cNvSpPr/>
              <p:nvPr/>
            </p:nvSpPr>
            <p:spPr>
              <a:xfrm>
                <a:off x="-3771675" y="4099950"/>
                <a:ext cx="94525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3781" h="3057" extrusionOk="0">
                    <a:moveTo>
                      <a:pt x="0" y="1"/>
                    </a:moveTo>
                    <a:lnTo>
                      <a:pt x="0" y="1419"/>
                    </a:lnTo>
                    <a:cubicBezTo>
                      <a:pt x="0" y="2364"/>
                      <a:pt x="1607" y="2899"/>
                      <a:pt x="3434" y="3057"/>
                    </a:cubicBezTo>
                    <a:cubicBezTo>
                      <a:pt x="3371" y="2364"/>
                      <a:pt x="3497" y="1671"/>
                      <a:pt x="3781" y="1040"/>
                    </a:cubicBezTo>
                    <a:cubicBezTo>
                      <a:pt x="2332" y="977"/>
                      <a:pt x="819" y="662"/>
                      <a:pt x="0" y="1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2025;p39">
                <a:extLst>
                  <a:ext uri="{FF2B5EF4-FFF2-40B4-BE49-F238E27FC236}">
                    <a16:creationId xmlns:a16="http://schemas.microsoft.com/office/drawing/2014/main" id="{49761FF7-F046-4196-A255-6092CD16252B}"/>
                  </a:ext>
                </a:extLst>
              </p:cNvPr>
              <p:cNvSpPr/>
              <p:nvPr/>
            </p:nvSpPr>
            <p:spPr>
              <a:xfrm>
                <a:off x="-3771675" y="4167700"/>
                <a:ext cx="13550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5420" h="3813" extrusionOk="0">
                    <a:moveTo>
                      <a:pt x="0" y="0"/>
                    </a:moveTo>
                    <a:lnTo>
                      <a:pt x="0" y="2111"/>
                    </a:lnTo>
                    <a:cubicBezTo>
                      <a:pt x="0" y="3277"/>
                      <a:pt x="2237" y="3812"/>
                      <a:pt x="4443" y="3812"/>
                    </a:cubicBezTo>
                    <a:cubicBezTo>
                      <a:pt x="4789" y="3812"/>
                      <a:pt x="5104" y="3812"/>
                      <a:pt x="5419" y="3781"/>
                    </a:cubicBezTo>
                    <a:cubicBezTo>
                      <a:pt x="4474" y="3151"/>
                      <a:pt x="3781" y="2206"/>
                      <a:pt x="3529" y="1071"/>
                    </a:cubicBezTo>
                    <a:cubicBezTo>
                      <a:pt x="2174" y="977"/>
                      <a:pt x="788" y="662"/>
                      <a:pt x="0" y="0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" name="Textfeld 87">
            <a:extLst>
              <a:ext uri="{FF2B5EF4-FFF2-40B4-BE49-F238E27FC236}">
                <a16:creationId xmlns:a16="http://schemas.microsoft.com/office/drawing/2014/main" id="{C6642EEB-220C-4FD0-A5D7-440C3642F551}"/>
              </a:ext>
            </a:extLst>
          </p:cNvPr>
          <p:cNvSpPr txBox="1"/>
          <p:nvPr/>
        </p:nvSpPr>
        <p:spPr>
          <a:xfrm>
            <a:off x="5155647" y="2540702"/>
            <a:ext cx="114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freeze-backbone-epochs: 3</a:t>
            </a:r>
            <a:endParaRPr lang="LID4096" sz="900" dirty="0"/>
          </a:p>
        </p:txBody>
      </p:sp>
      <p:pic>
        <p:nvPicPr>
          <p:cNvPr id="89" name="Grafik 88">
            <a:extLst>
              <a:ext uri="{FF2B5EF4-FFF2-40B4-BE49-F238E27FC236}">
                <a16:creationId xmlns:a16="http://schemas.microsoft.com/office/drawing/2014/main" id="{1E2BAE28-31A9-4AB4-8F77-0D0FED01F4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  <a14:imgEffect>
                      <a14:saturation sat="7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7731" t="1511" r="4696" b="8450"/>
          <a:stretch/>
        </p:blipFill>
        <p:spPr>
          <a:xfrm>
            <a:off x="5568232" y="2311580"/>
            <a:ext cx="266400" cy="273896"/>
          </a:xfrm>
          <a:prstGeom prst="rect">
            <a:avLst/>
          </a:prstGeom>
          <a:solidFill>
            <a:srgbClr val="00102B"/>
          </a:solidFill>
          <a:ln>
            <a:noFill/>
          </a:ln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4BE4C033-61DA-4E25-8F2D-FC0F603F0529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014C23A-A136-4D73-8F6C-30849AE9DDB2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80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E0BA442-4D41-451A-BEF0-CAD94323DBB2}"/>
              </a:ext>
            </a:extLst>
          </p:cNvPr>
          <p:cNvSpPr/>
          <p:nvPr/>
        </p:nvSpPr>
        <p:spPr>
          <a:xfrm>
            <a:off x="246544" y="3177595"/>
            <a:ext cx="8734927" cy="1651984"/>
          </a:xfrm>
          <a:prstGeom prst="rect">
            <a:avLst/>
          </a:prstGeom>
          <a:solidFill>
            <a:srgbClr val="000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99912DE-A51D-44FA-BF4B-B1F387FA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02" y="3235447"/>
            <a:ext cx="8229600" cy="84836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55C7732-5DB2-4F9F-B005-C56B00C9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52" y="195175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</a:t>
            </a:r>
            <a:endParaRPr lang="LID4096" dirty="0"/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4023F256-AD35-4665-B5BA-34FD0958872E}"/>
              </a:ext>
            </a:extLst>
          </p:cNvPr>
          <p:cNvSpPr/>
          <p:nvPr/>
        </p:nvSpPr>
        <p:spPr>
          <a:xfrm>
            <a:off x="3463522" y="2970212"/>
            <a:ext cx="2080260" cy="246106"/>
          </a:xfrm>
          <a:prstGeom prst="trapezoid">
            <a:avLst>
              <a:gd name="adj" fmla="val 86925"/>
            </a:avLst>
          </a:prstGeom>
          <a:solidFill>
            <a:srgbClr val="000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FF8C0F0-215C-4812-A3FB-3AFE00191E38}"/>
              </a:ext>
            </a:extLst>
          </p:cNvPr>
          <p:cNvSpPr txBox="1"/>
          <p:nvPr/>
        </p:nvSpPr>
        <p:spPr>
          <a:xfrm>
            <a:off x="2677547" y="2950841"/>
            <a:ext cx="364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Target Classes (8)</a:t>
            </a:r>
            <a:endParaRPr lang="LID4096" b="1" dirty="0">
              <a:solidFill>
                <a:schemeClr val="bg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26F24D9-513A-4E33-AD1B-957702856731}"/>
              </a:ext>
            </a:extLst>
          </p:cNvPr>
          <p:cNvSpPr/>
          <p:nvPr/>
        </p:nvSpPr>
        <p:spPr>
          <a:xfrm>
            <a:off x="534901" y="4013288"/>
            <a:ext cx="1015637" cy="735985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8E8F242-51F0-4D57-AACB-344F4087015D}"/>
              </a:ext>
            </a:extLst>
          </p:cNvPr>
          <p:cNvSpPr/>
          <p:nvPr/>
        </p:nvSpPr>
        <p:spPr>
          <a:xfrm>
            <a:off x="1572310" y="3994642"/>
            <a:ext cx="992568" cy="754632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C3C6287-2DEA-450B-A2E6-2C9B2F35432F}"/>
              </a:ext>
            </a:extLst>
          </p:cNvPr>
          <p:cNvSpPr txBox="1"/>
          <p:nvPr/>
        </p:nvSpPr>
        <p:spPr>
          <a:xfrm>
            <a:off x="1592260" y="4102943"/>
            <a:ext cx="938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0.97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1.0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0.99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165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97E13EB-D507-4363-BB37-274252BF1A9E}"/>
              </a:ext>
            </a:extLst>
          </p:cNvPr>
          <p:cNvSpPr txBox="1"/>
          <p:nvPr/>
        </p:nvSpPr>
        <p:spPr>
          <a:xfrm>
            <a:off x="540458" y="4102943"/>
            <a:ext cx="992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0.97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0.99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0.97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94.0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F8EF08C-704E-40BC-9ECB-FDA3D951E687}"/>
              </a:ext>
            </a:extLst>
          </p:cNvPr>
          <p:cNvSpPr/>
          <p:nvPr/>
        </p:nvSpPr>
        <p:spPr>
          <a:xfrm>
            <a:off x="2596306" y="4055029"/>
            <a:ext cx="1005807" cy="696120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BBFBE96-C2DD-4621-BEEE-A3FE1557504C}"/>
              </a:ext>
            </a:extLst>
          </p:cNvPr>
          <p:cNvSpPr/>
          <p:nvPr/>
        </p:nvSpPr>
        <p:spPr>
          <a:xfrm>
            <a:off x="3623884" y="4053153"/>
            <a:ext cx="1018198" cy="696120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3673D7E-E8D2-4146-9100-7C037EAAA107}"/>
              </a:ext>
            </a:extLst>
          </p:cNvPr>
          <p:cNvSpPr/>
          <p:nvPr/>
        </p:nvSpPr>
        <p:spPr>
          <a:xfrm>
            <a:off x="4661119" y="4053153"/>
            <a:ext cx="1018198" cy="696120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920A638-FAA6-49BA-B107-3BA758CF272B}"/>
              </a:ext>
            </a:extLst>
          </p:cNvPr>
          <p:cNvSpPr/>
          <p:nvPr/>
        </p:nvSpPr>
        <p:spPr>
          <a:xfrm>
            <a:off x="5694612" y="4053153"/>
            <a:ext cx="999846" cy="696120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4E55318-6118-4C18-B241-4F2CEC2B420F}"/>
              </a:ext>
            </a:extLst>
          </p:cNvPr>
          <p:cNvSpPr/>
          <p:nvPr/>
        </p:nvSpPr>
        <p:spPr>
          <a:xfrm>
            <a:off x="6719288" y="4053153"/>
            <a:ext cx="999846" cy="696120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8B4CC48-9A19-4571-90AB-95C90BA6065F}"/>
              </a:ext>
            </a:extLst>
          </p:cNvPr>
          <p:cNvSpPr/>
          <p:nvPr/>
        </p:nvSpPr>
        <p:spPr>
          <a:xfrm>
            <a:off x="7743964" y="4053153"/>
            <a:ext cx="1012918" cy="696120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CD454AE-6857-485D-9F4E-2C76117B2211}"/>
              </a:ext>
            </a:extLst>
          </p:cNvPr>
          <p:cNvSpPr txBox="1"/>
          <p:nvPr/>
        </p:nvSpPr>
        <p:spPr>
          <a:xfrm>
            <a:off x="2628712" y="4102943"/>
            <a:ext cx="938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0.87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1.0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0.93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7.0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288B47D-F1B7-44F4-AEEE-DACF6BFC886F}"/>
              </a:ext>
            </a:extLst>
          </p:cNvPr>
          <p:cNvSpPr txBox="1"/>
          <p:nvPr/>
        </p:nvSpPr>
        <p:spPr>
          <a:xfrm>
            <a:off x="3653210" y="4104572"/>
            <a:ext cx="938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0.92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0.84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0.88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132.0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D3D1EDA-FE24-49E2-BBC3-E6BCC87B8647}"/>
              </a:ext>
            </a:extLst>
          </p:cNvPr>
          <p:cNvSpPr txBox="1"/>
          <p:nvPr/>
        </p:nvSpPr>
        <p:spPr>
          <a:xfrm>
            <a:off x="4697781" y="4102943"/>
            <a:ext cx="938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0.86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0.90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0.88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126.0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D3E0FC6-279D-40CF-9AEF-8D1F6D4E4AE0}"/>
              </a:ext>
            </a:extLst>
          </p:cNvPr>
          <p:cNvSpPr txBox="1"/>
          <p:nvPr/>
        </p:nvSpPr>
        <p:spPr>
          <a:xfrm>
            <a:off x="6776460" y="4109457"/>
            <a:ext cx="938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0.0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0.0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0.0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1.0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3D9B34B-503A-4EB5-98FB-5F0C371275DC}"/>
              </a:ext>
            </a:extLst>
          </p:cNvPr>
          <p:cNvSpPr txBox="1"/>
          <p:nvPr/>
        </p:nvSpPr>
        <p:spPr>
          <a:xfrm>
            <a:off x="5747444" y="4093378"/>
            <a:ext cx="938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1.0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0.25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0.4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4.0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BD08492-49C3-48CF-A7BD-150AF115879F}"/>
              </a:ext>
            </a:extLst>
          </p:cNvPr>
          <p:cNvSpPr txBox="1"/>
          <p:nvPr/>
        </p:nvSpPr>
        <p:spPr>
          <a:xfrm>
            <a:off x="7757996" y="4104572"/>
            <a:ext cx="938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precision: 0.90</a:t>
            </a: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recall: 1.0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f1-score</a:t>
            </a:r>
            <a:r>
              <a:rPr lang="en-US" sz="900" dirty="0">
                <a:solidFill>
                  <a:schemeClr val="bg1"/>
                </a:solidFill>
                <a:latin typeface="+mj-lt"/>
              </a:rPr>
              <a:t>:</a:t>
            </a:r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 0.94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900" b="0" dirty="0">
                <a:solidFill>
                  <a:schemeClr val="bg1"/>
                </a:solidFill>
                <a:effectLst/>
                <a:latin typeface="+mj-lt"/>
              </a:rPr>
              <a:t>support: 26.0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ABC39829-B4D0-4F3F-8BF7-AEA93F2DE576}"/>
              </a:ext>
            </a:extLst>
          </p:cNvPr>
          <p:cNvSpPr/>
          <p:nvPr/>
        </p:nvSpPr>
        <p:spPr>
          <a:xfrm>
            <a:off x="313299" y="865463"/>
            <a:ext cx="8517400" cy="1435942"/>
          </a:xfrm>
          <a:prstGeom prst="rect">
            <a:avLst/>
          </a:prstGeom>
          <a:solidFill>
            <a:srgbClr val="000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3" name="Grafik 62">
            <a:extLst>
              <a:ext uri="{FF2B5EF4-FFF2-40B4-BE49-F238E27FC236}">
                <a16:creationId xmlns:a16="http://schemas.microsoft.com/office/drawing/2014/main" id="{1AB63CC8-7E00-4B78-88EF-188444C469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744" t="29550" r="35185" b="54715"/>
          <a:stretch/>
        </p:blipFill>
        <p:spPr>
          <a:xfrm>
            <a:off x="2662364" y="865463"/>
            <a:ext cx="3568362" cy="1204784"/>
          </a:xfrm>
          <a:prstGeom prst="rect">
            <a:avLst/>
          </a:prstGeom>
        </p:spPr>
      </p:pic>
      <p:sp>
        <p:nvSpPr>
          <p:cNvPr id="67" name="Trapezoid 66">
            <a:extLst>
              <a:ext uri="{FF2B5EF4-FFF2-40B4-BE49-F238E27FC236}">
                <a16:creationId xmlns:a16="http://schemas.microsoft.com/office/drawing/2014/main" id="{6266513D-1966-4B22-BD4D-FB41E5C68331}"/>
              </a:ext>
            </a:extLst>
          </p:cNvPr>
          <p:cNvSpPr/>
          <p:nvPr/>
        </p:nvSpPr>
        <p:spPr>
          <a:xfrm>
            <a:off x="3236167" y="676625"/>
            <a:ext cx="2254233" cy="251694"/>
          </a:xfrm>
          <a:prstGeom prst="trapezoid">
            <a:avLst>
              <a:gd name="adj" fmla="val 125644"/>
            </a:avLst>
          </a:prstGeom>
          <a:solidFill>
            <a:srgbClr val="000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0827A502-D7A0-438A-833E-0550DC89CFD8}"/>
              </a:ext>
            </a:extLst>
          </p:cNvPr>
          <p:cNvSpPr txBox="1"/>
          <p:nvPr/>
        </p:nvSpPr>
        <p:spPr>
          <a:xfrm>
            <a:off x="2722779" y="675039"/>
            <a:ext cx="3323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ResNet-50</a:t>
            </a:r>
          </a:p>
        </p:txBody>
      </p:sp>
      <p:sp>
        <p:nvSpPr>
          <p:cNvPr id="69" name="Pfeil: nach rechts 68">
            <a:extLst>
              <a:ext uri="{FF2B5EF4-FFF2-40B4-BE49-F238E27FC236}">
                <a16:creationId xmlns:a16="http://schemas.microsoft.com/office/drawing/2014/main" id="{F7471917-1B4D-4EFA-A3A2-2AC9860C2049}"/>
              </a:ext>
            </a:extLst>
          </p:cNvPr>
          <p:cNvSpPr/>
          <p:nvPr/>
        </p:nvSpPr>
        <p:spPr>
          <a:xfrm>
            <a:off x="2078719" y="1350291"/>
            <a:ext cx="454173" cy="327004"/>
          </a:xfrm>
          <a:prstGeom prst="rightArrow">
            <a:avLst/>
          </a:prstGeom>
          <a:solidFill>
            <a:srgbClr val="437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0A6044DE-C878-4787-84FF-349EC40A32DA}"/>
              </a:ext>
            </a:extLst>
          </p:cNvPr>
          <p:cNvSpPr txBox="1"/>
          <p:nvPr/>
        </p:nvSpPr>
        <p:spPr>
          <a:xfrm>
            <a:off x="205612" y="1277211"/>
            <a:ext cx="1972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z="1200" dirty="0"/>
              <a:t>Pretrained Weights/ </a:t>
            </a:r>
            <a:br>
              <a:rPr lang="en-US" sz="1200" dirty="0"/>
            </a:br>
            <a:r>
              <a:rPr lang="en-US" sz="1200" dirty="0"/>
              <a:t>Cropped SEM Images</a:t>
            </a:r>
            <a:endParaRPr lang="LID4096" sz="1200" dirty="0"/>
          </a:p>
        </p:txBody>
      </p:sp>
      <p:sp>
        <p:nvSpPr>
          <p:cNvPr id="71" name="Pfeil: nach rechts 70">
            <a:extLst>
              <a:ext uri="{FF2B5EF4-FFF2-40B4-BE49-F238E27FC236}">
                <a16:creationId xmlns:a16="http://schemas.microsoft.com/office/drawing/2014/main" id="{D140760E-7F61-4CB0-911D-0D109CAA5A7E}"/>
              </a:ext>
            </a:extLst>
          </p:cNvPr>
          <p:cNvSpPr/>
          <p:nvPr/>
        </p:nvSpPr>
        <p:spPr>
          <a:xfrm>
            <a:off x="6428106" y="1344542"/>
            <a:ext cx="454173" cy="327004"/>
          </a:xfrm>
          <a:prstGeom prst="rightArrow">
            <a:avLst/>
          </a:prstGeom>
          <a:solidFill>
            <a:srgbClr val="437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C91DCDD4-3816-4A54-851B-4E88604E1AB2}"/>
              </a:ext>
            </a:extLst>
          </p:cNvPr>
          <p:cNvSpPr txBox="1"/>
          <p:nvPr/>
        </p:nvSpPr>
        <p:spPr>
          <a:xfrm>
            <a:off x="6882279" y="1277211"/>
            <a:ext cx="1873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 classes with Accuracy of 92.97%</a:t>
            </a:r>
            <a:endParaRPr lang="LID4096" dirty="0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66658EE-3213-4F96-A411-419F48B8ADD5}"/>
              </a:ext>
            </a:extLst>
          </p:cNvPr>
          <p:cNvSpPr txBox="1"/>
          <p:nvPr/>
        </p:nvSpPr>
        <p:spPr>
          <a:xfrm>
            <a:off x="3139643" y="1955468"/>
            <a:ext cx="2613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Final classification layer has been replaced and fine-tuned the model on MEMS dataset for 8 classes.</a:t>
            </a:r>
            <a:endParaRPr lang="LID4096" sz="800" dirty="0">
              <a:solidFill>
                <a:schemeClr val="bg1"/>
              </a:solidFill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03BBFC8A-E86A-4258-9D6C-F5125529F871}"/>
              </a:ext>
            </a:extLst>
          </p:cNvPr>
          <p:cNvSpPr txBox="1"/>
          <p:nvPr/>
        </p:nvSpPr>
        <p:spPr>
          <a:xfrm>
            <a:off x="2424900" y="2537252"/>
            <a:ext cx="123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learning rate: 0.00003</a:t>
            </a:r>
            <a:endParaRPr lang="LID4096" sz="900" dirty="0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C4F2DCB6-D9EB-41BC-AAB1-5526FE54AF0A}"/>
              </a:ext>
            </a:extLst>
          </p:cNvPr>
          <p:cNvSpPr txBox="1"/>
          <p:nvPr/>
        </p:nvSpPr>
        <p:spPr>
          <a:xfrm>
            <a:off x="3426312" y="2531213"/>
            <a:ext cx="103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/>
            </a:lvl1pPr>
          </a:lstStyle>
          <a:p>
            <a:r>
              <a:rPr lang="en-US" dirty="0"/>
              <a:t>Number of epochs: 20</a:t>
            </a:r>
            <a:endParaRPr lang="LID4096" dirty="0"/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5018283B-81BF-4E5A-BFD7-1F6341998C9F}"/>
              </a:ext>
            </a:extLst>
          </p:cNvPr>
          <p:cNvSpPr txBox="1"/>
          <p:nvPr/>
        </p:nvSpPr>
        <p:spPr>
          <a:xfrm>
            <a:off x="4376159" y="2536450"/>
            <a:ext cx="78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900"/>
            </a:lvl1pPr>
          </a:lstStyle>
          <a:p>
            <a:r>
              <a:rPr lang="en-US" dirty="0"/>
              <a:t>batch size: 16</a:t>
            </a:r>
            <a:endParaRPr lang="LID4096" dirty="0"/>
          </a:p>
        </p:txBody>
      </p:sp>
      <p:grpSp>
        <p:nvGrpSpPr>
          <p:cNvPr id="97" name="Google Shape;1039;p27">
            <a:extLst>
              <a:ext uri="{FF2B5EF4-FFF2-40B4-BE49-F238E27FC236}">
                <a16:creationId xmlns:a16="http://schemas.microsoft.com/office/drawing/2014/main" id="{8F1449E9-C3D2-44A4-8EC1-A826C15CB972}"/>
              </a:ext>
            </a:extLst>
          </p:cNvPr>
          <p:cNvGrpSpPr/>
          <p:nvPr/>
        </p:nvGrpSpPr>
        <p:grpSpPr>
          <a:xfrm>
            <a:off x="2906696" y="2324075"/>
            <a:ext cx="295886" cy="220795"/>
            <a:chOff x="831093" y="2905635"/>
            <a:chExt cx="366770" cy="297474"/>
          </a:xfrm>
          <a:solidFill>
            <a:srgbClr val="00102B"/>
          </a:solidFill>
        </p:grpSpPr>
        <p:sp>
          <p:nvSpPr>
            <p:cNvPr id="98" name="Google Shape;1040;p27">
              <a:extLst>
                <a:ext uri="{FF2B5EF4-FFF2-40B4-BE49-F238E27FC236}">
                  <a16:creationId xmlns:a16="http://schemas.microsoft.com/office/drawing/2014/main" id="{F475B299-419F-40B1-8E9E-79271A039EB1}"/>
                </a:ext>
              </a:extLst>
            </p:cNvPr>
            <p:cNvSpPr/>
            <p:nvPr/>
          </p:nvSpPr>
          <p:spPr>
            <a:xfrm>
              <a:off x="831093" y="3009116"/>
              <a:ext cx="286079" cy="193993"/>
            </a:xfrm>
            <a:custGeom>
              <a:avLst/>
              <a:gdLst/>
              <a:ahLst/>
              <a:cxnLst/>
              <a:rect l="l" t="t" r="r" b="b"/>
              <a:pathLst>
                <a:path w="8360" h="5669" extrusionOk="0">
                  <a:moveTo>
                    <a:pt x="4177" y="1339"/>
                  </a:moveTo>
                  <a:cubicBezTo>
                    <a:pt x="4942" y="1339"/>
                    <a:pt x="5669" y="1935"/>
                    <a:pt x="5669" y="2835"/>
                  </a:cubicBezTo>
                  <a:cubicBezTo>
                    <a:pt x="5669" y="3644"/>
                    <a:pt x="5002" y="4311"/>
                    <a:pt x="4192" y="4311"/>
                  </a:cubicBezTo>
                  <a:cubicBezTo>
                    <a:pt x="2859" y="4311"/>
                    <a:pt x="2192" y="2716"/>
                    <a:pt x="3121" y="1787"/>
                  </a:cubicBezTo>
                  <a:cubicBezTo>
                    <a:pt x="3430" y="1477"/>
                    <a:pt x="3808" y="1339"/>
                    <a:pt x="4177" y="1339"/>
                  </a:cubicBezTo>
                  <a:close/>
                  <a:moveTo>
                    <a:pt x="1346" y="1305"/>
                  </a:moveTo>
                  <a:cubicBezTo>
                    <a:pt x="1519" y="1305"/>
                    <a:pt x="1692" y="1418"/>
                    <a:pt x="1668" y="1644"/>
                  </a:cubicBezTo>
                  <a:lnTo>
                    <a:pt x="1668" y="4002"/>
                  </a:lnTo>
                  <a:cubicBezTo>
                    <a:pt x="1692" y="4228"/>
                    <a:pt x="1519" y="4341"/>
                    <a:pt x="1346" y="4341"/>
                  </a:cubicBezTo>
                  <a:cubicBezTo>
                    <a:pt x="1174" y="4341"/>
                    <a:pt x="1001" y="4228"/>
                    <a:pt x="1025" y="4002"/>
                  </a:cubicBezTo>
                  <a:lnTo>
                    <a:pt x="1025" y="1644"/>
                  </a:lnTo>
                  <a:cubicBezTo>
                    <a:pt x="1001" y="1418"/>
                    <a:pt x="1174" y="1305"/>
                    <a:pt x="1346" y="1305"/>
                  </a:cubicBezTo>
                  <a:close/>
                  <a:moveTo>
                    <a:pt x="1293" y="0"/>
                  </a:moveTo>
                  <a:cubicBezTo>
                    <a:pt x="574" y="0"/>
                    <a:pt x="1" y="610"/>
                    <a:pt x="1" y="1334"/>
                  </a:cubicBezTo>
                  <a:lnTo>
                    <a:pt x="1" y="4359"/>
                  </a:lnTo>
                  <a:cubicBezTo>
                    <a:pt x="1" y="5073"/>
                    <a:pt x="596" y="5669"/>
                    <a:pt x="1335" y="5669"/>
                  </a:cubicBezTo>
                  <a:lnTo>
                    <a:pt x="7050" y="5669"/>
                  </a:lnTo>
                  <a:cubicBezTo>
                    <a:pt x="7764" y="5669"/>
                    <a:pt x="8360" y="5073"/>
                    <a:pt x="8360" y="4359"/>
                  </a:cubicBezTo>
                  <a:lnTo>
                    <a:pt x="8360" y="2620"/>
                  </a:lnTo>
                  <a:lnTo>
                    <a:pt x="8217" y="2620"/>
                  </a:lnTo>
                  <a:cubicBezTo>
                    <a:pt x="7907" y="2620"/>
                    <a:pt x="7622" y="2573"/>
                    <a:pt x="7336" y="2501"/>
                  </a:cubicBezTo>
                  <a:lnTo>
                    <a:pt x="7336" y="4002"/>
                  </a:lnTo>
                  <a:cubicBezTo>
                    <a:pt x="7360" y="4228"/>
                    <a:pt x="7193" y="4341"/>
                    <a:pt x="7023" y="4341"/>
                  </a:cubicBezTo>
                  <a:cubicBezTo>
                    <a:pt x="6854" y="4341"/>
                    <a:pt x="6681" y="4228"/>
                    <a:pt x="6693" y="4002"/>
                  </a:cubicBezTo>
                  <a:lnTo>
                    <a:pt x="6693" y="2239"/>
                  </a:lnTo>
                  <a:cubicBezTo>
                    <a:pt x="5859" y="1763"/>
                    <a:pt x="5264" y="930"/>
                    <a:pt x="5097" y="1"/>
                  </a:cubicBezTo>
                  <a:lnTo>
                    <a:pt x="1335" y="1"/>
                  </a:lnTo>
                  <a:cubicBezTo>
                    <a:pt x="1321" y="0"/>
                    <a:pt x="1307" y="0"/>
                    <a:pt x="1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1041;p27">
              <a:extLst>
                <a:ext uri="{FF2B5EF4-FFF2-40B4-BE49-F238E27FC236}">
                  <a16:creationId xmlns:a16="http://schemas.microsoft.com/office/drawing/2014/main" id="{B1787FBC-973C-4B36-B78A-397A6A6DDD85}"/>
                </a:ext>
              </a:extLst>
            </p:cNvPr>
            <p:cNvSpPr/>
            <p:nvPr/>
          </p:nvSpPr>
          <p:spPr>
            <a:xfrm>
              <a:off x="996547" y="2905635"/>
              <a:ext cx="201316" cy="171819"/>
            </a:xfrm>
            <a:custGeom>
              <a:avLst/>
              <a:gdLst/>
              <a:ahLst/>
              <a:cxnLst/>
              <a:rect l="l" t="t" r="r" b="b"/>
              <a:pathLst>
                <a:path w="5883" h="5021" extrusionOk="0">
                  <a:moveTo>
                    <a:pt x="3370" y="882"/>
                  </a:moveTo>
                  <a:cubicBezTo>
                    <a:pt x="3519" y="882"/>
                    <a:pt x="3668" y="977"/>
                    <a:pt x="3692" y="1167"/>
                  </a:cubicBezTo>
                  <a:lnTo>
                    <a:pt x="3692" y="2191"/>
                  </a:lnTo>
                  <a:lnTo>
                    <a:pt x="4406" y="2191"/>
                  </a:lnTo>
                  <a:cubicBezTo>
                    <a:pt x="4421" y="2190"/>
                    <a:pt x="4435" y="2189"/>
                    <a:pt x="4448" y="2189"/>
                  </a:cubicBezTo>
                  <a:cubicBezTo>
                    <a:pt x="4844" y="2189"/>
                    <a:pt x="4844" y="2813"/>
                    <a:pt x="4448" y="2813"/>
                  </a:cubicBezTo>
                  <a:cubicBezTo>
                    <a:pt x="4435" y="2813"/>
                    <a:pt x="4421" y="2812"/>
                    <a:pt x="4406" y="2811"/>
                  </a:cubicBezTo>
                  <a:lnTo>
                    <a:pt x="3382" y="2811"/>
                  </a:lnTo>
                  <a:cubicBezTo>
                    <a:pt x="3191" y="2811"/>
                    <a:pt x="3049" y="2668"/>
                    <a:pt x="3049" y="2501"/>
                  </a:cubicBezTo>
                  <a:lnTo>
                    <a:pt x="3049" y="1167"/>
                  </a:lnTo>
                  <a:cubicBezTo>
                    <a:pt x="3072" y="977"/>
                    <a:pt x="3221" y="882"/>
                    <a:pt x="3370" y="882"/>
                  </a:cubicBezTo>
                  <a:close/>
                  <a:moveTo>
                    <a:pt x="3382" y="0"/>
                  </a:moveTo>
                  <a:cubicBezTo>
                    <a:pt x="1120" y="0"/>
                    <a:pt x="0" y="2691"/>
                    <a:pt x="1596" y="4287"/>
                  </a:cubicBezTo>
                  <a:cubicBezTo>
                    <a:pt x="2103" y="4794"/>
                    <a:pt x="2728" y="5021"/>
                    <a:pt x="3343" y="5021"/>
                  </a:cubicBezTo>
                  <a:cubicBezTo>
                    <a:pt x="4636" y="5021"/>
                    <a:pt x="5882" y="4018"/>
                    <a:pt x="5882" y="2501"/>
                  </a:cubicBezTo>
                  <a:cubicBezTo>
                    <a:pt x="5882" y="1120"/>
                    <a:pt x="4763" y="0"/>
                    <a:pt x="33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42;p27">
              <a:extLst>
                <a:ext uri="{FF2B5EF4-FFF2-40B4-BE49-F238E27FC236}">
                  <a16:creationId xmlns:a16="http://schemas.microsoft.com/office/drawing/2014/main" id="{51D2B202-5389-4DC0-83AB-2C51C3373D00}"/>
                </a:ext>
              </a:extLst>
            </p:cNvPr>
            <p:cNvSpPr/>
            <p:nvPr/>
          </p:nvSpPr>
          <p:spPr>
            <a:xfrm>
              <a:off x="935430" y="3076769"/>
              <a:ext cx="69295" cy="58858"/>
            </a:xfrm>
            <a:custGeom>
              <a:avLst/>
              <a:gdLst/>
              <a:ahLst/>
              <a:cxnLst/>
              <a:rect l="l" t="t" r="r" b="b"/>
              <a:pathLst>
                <a:path w="2025" h="1720" extrusionOk="0">
                  <a:moveTo>
                    <a:pt x="1143" y="0"/>
                  </a:moveTo>
                  <a:cubicBezTo>
                    <a:pt x="381" y="0"/>
                    <a:pt x="0" y="929"/>
                    <a:pt x="548" y="1477"/>
                  </a:cubicBezTo>
                  <a:cubicBezTo>
                    <a:pt x="715" y="1644"/>
                    <a:pt x="926" y="1719"/>
                    <a:pt x="1135" y="1719"/>
                  </a:cubicBezTo>
                  <a:cubicBezTo>
                    <a:pt x="1583" y="1719"/>
                    <a:pt x="2024" y="1377"/>
                    <a:pt x="2024" y="858"/>
                  </a:cubicBezTo>
                  <a:cubicBezTo>
                    <a:pt x="2024" y="382"/>
                    <a:pt x="1620" y="0"/>
                    <a:pt x="1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30;p27">
            <a:extLst>
              <a:ext uri="{FF2B5EF4-FFF2-40B4-BE49-F238E27FC236}">
                <a16:creationId xmlns:a16="http://schemas.microsoft.com/office/drawing/2014/main" id="{7F9F5107-DF82-4B31-985F-EBB19D5FB1AD}"/>
              </a:ext>
            </a:extLst>
          </p:cNvPr>
          <p:cNvGrpSpPr/>
          <p:nvPr/>
        </p:nvGrpSpPr>
        <p:grpSpPr>
          <a:xfrm>
            <a:off x="3797751" y="2310266"/>
            <a:ext cx="273204" cy="230694"/>
            <a:chOff x="828892" y="4635792"/>
            <a:chExt cx="367302" cy="365289"/>
          </a:xfrm>
          <a:solidFill>
            <a:srgbClr val="00102B"/>
          </a:solidFill>
        </p:grpSpPr>
        <p:sp>
          <p:nvSpPr>
            <p:cNvPr id="102" name="Google Shape;1031;p27">
              <a:extLst>
                <a:ext uri="{FF2B5EF4-FFF2-40B4-BE49-F238E27FC236}">
                  <a16:creationId xmlns:a16="http://schemas.microsoft.com/office/drawing/2014/main" id="{1FEFC264-2591-4C6E-853C-18EB3F0E5EAF}"/>
                </a:ext>
              </a:extLst>
            </p:cNvPr>
            <p:cNvSpPr/>
            <p:nvPr/>
          </p:nvSpPr>
          <p:spPr>
            <a:xfrm>
              <a:off x="881368" y="4654626"/>
              <a:ext cx="69775" cy="101746"/>
            </a:xfrm>
            <a:custGeom>
              <a:avLst/>
              <a:gdLst/>
              <a:ahLst/>
              <a:cxnLst/>
              <a:rect l="l" t="t" r="r" b="b"/>
              <a:pathLst>
                <a:path w="2045" h="2982" extrusionOk="0">
                  <a:moveTo>
                    <a:pt x="423" y="0"/>
                  </a:moveTo>
                  <a:cubicBezTo>
                    <a:pt x="208" y="0"/>
                    <a:pt x="1" y="220"/>
                    <a:pt x="129" y="461"/>
                  </a:cubicBezTo>
                  <a:lnTo>
                    <a:pt x="1344" y="2819"/>
                  </a:lnTo>
                  <a:cubicBezTo>
                    <a:pt x="1413" y="2934"/>
                    <a:pt x="1516" y="2982"/>
                    <a:pt x="1619" y="2982"/>
                  </a:cubicBezTo>
                  <a:cubicBezTo>
                    <a:pt x="1834" y="2982"/>
                    <a:pt x="2044" y="2767"/>
                    <a:pt x="1915" y="2509"/>
                  </a:cubicBezTo>
                  <a:lnTo>
                    <a:pt x="701" y="175"/>
                  </a:lnTo>
                  <a:cubicBezTo>
                    <a:pt x="631" y="51"/>
                    <a:pt x="526" y="0"/>
                    <a:pt x="4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2;p27">
              <a:extLst>
                <a:ext uri="{FF2B5EF4-FFF2-40B4-BE49-F238E27FC236}">
                  <a16:creationId xmlns:a16="http://schemas.microsoft.com/office/drawing/2014/main" id="{AED3ADD1-3902-436F-85EC-63D08C1FF57A}"/>
                </a:ext>
              </a:extLst>
            </p:cNvPr>
            <p:cNvSpPr/>
            <p:nvPr/>
          </p:nvSpPr>
          <p:spPr>
            <a:xfrm>
              <a:off x="1001948" y="4635792"/>
              <a:ext cx="21154" cy="111777"/>
            </a:xfrm>
            <a:custGeom>
              <a:avLst/>
              <a:gdLst/>
              <a:ahLst/>
              <a:cxnLst/>
              <a:rect l="l" t="t" r="r" b="b"/>
              <a:pathLst>
                <a:path w="620" h="3276" extrusionOk="0">
                  <a:moveTo>
                    <a:pt x="310" y="1"/>
                  </a:moveTo>
                  <a:cubicBezTo>
                    <a:pt x="155" y="1"/>
                    <a:pt x="1" y="108"/>
                    <a:pt x="1" y="322"/>
                  </a:cubicBezTo>
                  <a:lnTo>
                    <a:pt x="1" y="2942"/>
                  </a:lnTo>
                  <a:cubicBezTo>
                    <a:pt x="1" y="3109"/>
                    <a:pt x="120" y="3251"/>
                    <a:pt x="286" y="3275"/>
                  </a:cubicBezTo>
                  <a:lnTo>
                    <a:pt x="310" y="3275"/>
                  </a:lnTo>
                  <a:cubicBezTo>
                    <a:pt x="477" y="3275"/>
                    <a:pt x="620" y="3132"/>
                    <a:pt x="620" y="2942"/>
                  </a:cubicBezTo>
                  <a:lnTo>
                    <a:pt x="620" y="322"/>
                  </a:lnTo>
                  <a:cubicBezTo>
                    <a:pt x="620" y="108"/>
                    <a:pt x="465" y="1"/>
                    <a:pt x="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33;p27">
              <a:extLst>
                <a:ext uri="{FF2B5EF4-FFF2-40B4-BE49-F238E27FC236}">
                  <a16:creationId xmlns:a16="http://schemas.microsoft.com/office/drawing/2014/main" id="{20B8E7B6-8FD9-4E7B-BEB7-8C1AE6D97E20}"/>
                </a:ext>
              </a:extLst>
            </p:cNvPr>
            <p:cNvSpPr/>
            <p:nvPr/>
          </p:nvSpPr>
          <p:spPr>
            <a:xfrm>
              <a:off x="1076705" y="4654626"/>
              <a:ext cx="67523" cy="101712"/>
            </a:xfrm>
            <a:custGeom>
              <a:avLst/>
              <a:gdLst/>
              <a:ahLst/>
              <a:cxnLst/>
              <a:rect l="l" t="t" r="r" b="b"/>
              <a:pathLst>
                <a:path w="1979" h="2981" extrusionOk="0">
                  <a:moveTo>
                    <a:pt x="1553" y="0"/>
                  </a:moveTo>
                  <a:cubicBezTo>
                    <a:pt x="1451" y="0"/>
                    <a:pt x="1348" y="51"/>
                    <a:pt x="1287" y="175"/>
                  </a:cubicBezTo>
                  <a:lnTo>
                    <a:pt x="72" y="2509"/>
                  </a:lnTo>
                  <a:cubicBezTo>
                    <a:pt x="1" y="2676"/>
                    <a:pt x="48" y="2842"/>
                    <a:pt x="191" y="2938"/>
                  </a:cubicBezTo>
                  <a:lnTo>
                    <a:pt x="215" y="2938"/>
                  </a:lnTo>
                  <a:cubicBezTo>
                    <a:pt x="260" y="2968"/>
                    <a:pt x="309" y="2981"/>
                    <a:pt x="358" y="2981"/>
                  </a:cubicBezTo>
                  <a:cubicBezTo>
                    <a:pt x="466" y="2981"/>
                    <a:pt x="571" y="2917"/>
                    <a:pt x="620" y="2819"/>
                  </a:cubicBezTo>
                  <a:lnTo>
                    <a:pt x="1834" y="461"/>
                  </a:lnTo>
                  <a:cubicBezTo>
                    <a:pt x="1979" y="220"/>
                    <a:pt x="1766" y="0"/>
                    <a:pt x="15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34;p27">
              <a:extLst>
                <a:ext uri="{FF2B5EF4-FFF2-40B4-BE49-F238E27FC236}">
                  <a16:creationId xmlns:a16="http://schemas.microsoft.com/office/drawing/2014/main" id="{EC8A183B-7267-4693-87A7-681CC64EC518}"/>
                </a:ext>
              </a:extLst>
            </p:cNvPr>
            <p:cNvSpPr/>
            <p:nvPr/>
          </p:nvSpPr>
          <p:spPr>
            <a:xfrm>
              <a:off x="957251" y="4843412"/>
              <a:ext cx="96730" cy="82639"/>
            </a:xfrm>
            <a:custGeom>
              <a:avLst/>
              <a:gdLst/>
              <a:ahLst/>
              <a:cxnLst/>
              <a:rect l="l" t="t" r="r" b="b"/>
              <a:pathLst>
                <a:path w="2835" h="2422" extrusionOk="0">
                  <a:moveTo>
                    <a:pt x="1620" y="0"/>
                  </a:moveTo>
                  <a:cubicBezTo>
                    <a:pt x="549" y="0"/>
                    <a:pt x="1" y="1310"/>
                    <a:pt x="763" y="2072"/>
                  </a:cubicBezTo>
                  <a:cubicBezTo>
                    <a:pt x="1012" y="2314"/>
                    <a:pt x="1312" y="2421"/>
                    <a:pt x="1604" y="2421"/>
                  </a:cubicBezTo>
                  <a:cubicBezTo>
                    <a:pt x="2235" y="2421"/>
                    <a:pt x="2835" y="1923"/>
                    <a:pt x="2835" y="1191"/>
                  </a:cubicBezTo>
                  <a:cubicBezTo>
                    <a:pt x="2811" y="524"/>
                    <a:pt x="2287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35;p27">
              <a:extLst>
                <a:ext uri="{FF2B5EF4-FFF2-40B4-BE49-F238E27FC236}">
                  <a16:creationId xmlns:a16="http://schemas.microsoft.com/office/drawing/2014/main" id="{69C21C43-9567-442D-936E-9166CA99BC50}"/>
                </a:ext>
              </a:extLst>
            </p:cNvPr>
            <p:cNvSpPr/>
            <p:nvPr/>
          </p:nvSpPr>
          <p:spPr>
            <a:xfrm>
              <a:off x="828892" y="4767836"/>
              <a:ext cx="367302" cy="233244"/>
            </a:xfrm>
            <a:custGeom>
              <a:avLst/>
              <a:gdLst/>
              <a:ahLst/>
              <a:cxnLst/>
              <a:rect l="l" t="t" r="r" b="b"/>
              <a:pathLst>
                <a:path w="10765" h="6836" extrusionOk="0">
                  <a:moveTo>
                    <a:pt x="5361" y="1575"/>
                  </a:moveTo>
                  <a:cubicBezTo>
                    <a:pt x="6309" y="1575"/>
                    <a:pt x="7216" y="2317"/>
                    <a:pt x="7216" y="3430"/>
                  </a:cubicBezTo>
                  <a:cubicBezTo>
                    <a:pt x="7216" y="4430"/>
                    <a:pt x="6406" y="5264"/>
                    <a:pt x="5382" y="5264"/>
                  </a:cubicBezTo>
                  <a:cubicBezTo>
                    <a:pt x="3739" y="5264"/>
                    <a:pt x="2929" y="3287"/>
                    <a:pt x="4072" y="2120"/>
                  </a:cubicBezTo>
                  <a:cubicBezTo>
                    <a:pt x="4449" y="1744"/>
                    <a:pt x="4910" y="1575"/>
                    <a:pt x="5361" y="1575"/>
                  </a:cubicBezTo>
                  <a:close/>
                  <a:moveTo>
                    <a:pt x="5382" y="1"/>
                  </a:moveTo>
                  <a:cubicBezTo>
                    <a:pt x="4001" y="1"/>
                    <a:pt x="2691" y="739"/>
                    <a:pt x="1619" y="1644"/>
                  </a:cubicBezTo>
                  <a:cubicBezTo>
                    <a:pt x="1048" y="2120"/>
                    <a:pt x="524" y="2644"/>
                    <a:pt x="95" y="3239"/>
                  </a:cubicBezTo>
                  <a:cubicBezTo>
                    <a:pt x="0" y="3335"/>
                    <a:pt x="0" y="3501"/>
                    <a:pt x="95" y="3597"/>
                  </a:cubicBezTo>
                  <a:cubicBezTo>
                    <a:pt x="524" y="4192"/>
                    <a:pt x="1048" y="4740"/>
                    <a:pt x="1619" y="5216"/>
                  </a:cubicBezTo>
                  <a:cubicBezTo>
                    <a:pt x="2691" y="6097"/>
                    <a:pt x="4001" y="6835"/>
                    <a:pt x="5382" y="6835"/>
                  </a:cubicBezTo>
                  <a:cubicBezTo>
                    <a:pt x="6763" y="6835"/>
                    <a:pt x="8097" y="6121"/>
                    <a:pt x="9145" y="5216"/>
                  </a:cubicBezTo>
                  <a:cubicBezTo>
                    <a:pt x="9716" y="4740"/>
                    <a:pt x="10240" y="4192"/>
                    <a:pt x="10693" y="3597"/>
                  </a:cubicBezTo>
                  <a:cubicBezTo>
                    <a:pt x="10764" y="3501"/>
                    <a:pt x="10764" y="3335"/>
                    <a:pt x="10693" y="3239"/>
                  </a:cubicBezTo>
                  <a:cubicBezTo>
                    <a:pt x="10240" y="2644"/>
                    <a:pt x="9716" y="2120"/>
                    <a:pt x="9145" y="1644"/>
                  </a:cubicBezTo>
                  <a:cubicBezTo>
                    <a:pt x="8097" y="739"/>
                    <a:pt x="6763" y="1"/>
                    <a:pt x="53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2018;p39">
            <a:extLst>
              <a:ext uri="{FF2B5EF4-FFF2-40B4-BE49-F238E27FC236}">
                <a16:creationId xmlns:a16="http://schemas.microsoft.com/office/drawing/2014/main" id="{BA6249C3-630E-4991-8A58-A62D2C0D3E0A}"/>
              </a:ext>
            </a:extLst>
          </p:cNvPr>
          <p:cNvGrpSpPr/>
          <p:nvPr/>
        </p:nvGrpSpPr>
        <p:grpSpPr>
          <a:xfrm>
            <a:off x="4586229" y="2221024"/>
            <a:ext cx="375229" cy="406799"/>
            <a:chOff x="5234624" y="2105013"/>
            <a:chExt cx="771000" cy="771000"/>
          </a:xfrm>
        </p:grpSpPr>
        <p:sp>
          <p:nvSpPr>
            <p:cNvPr id="108" name="Google Shape;2019;p39">
              <a:extLst>
                <a:ext uri="{FF2B5EF4-FFF2-40B4-BE49-F238E27FC236}">
                  <a16:creationId xmlns:a16="http://schemas.microsoft.com/office/drawing/2014/main" id="{C6FB8A0E-3FB6-4A8A-8047-6B1E927696A8}"/>
                </a:ext>
              </a:extLst>
            </p:cNvPr>
            <p:cNvSpPr/>
            <p:nvPr/>
          </p:nvSpPr>
          <p:spPr>
            <a:xfrm>
              <a:off x="5234624" y="2105013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09" name="Google Shape;2020;p39">
              <a:extLst>
                <a:ext uri="{FF2B5EF4-FFF2-40B4-BE49-F238E27FC236}">
                  <a16:creationId xmlns:a16="http://schemas.microsoft.com/office/drawing/2014/main" id="{81AC4E87-2281-4781-8D22-5B8729707945}"/>
                </a:ext>
              </a:extLst>
            </p:cNvPr>
            <p:cNvGrpSpPr/>
            <p:nvPr/>
          </p:nvGrpSpPr>
          <p:grpSpPr>
            <a:xfrm>
              <a:off x="5442832" y="2312784"/>
              <a:ext cx="354599" cy="355453"/>
              <a:chOff x="-3771675" y="3971775"/>
              <a:chExt cx="291300" cy="292025"/>
            </a:xfrm>
          </p:grpSpPr>
          <p:sp>
            <p:nvSpPr>
              <p:cNvPr id="110" name="Google Shape;2021;p39">
                <a:extLst>
                  <a:ext uri="{FF2B5EF4-FFF2-40B4-BE49-F238E27FC236}">
                    <a16:creationId xmlns:a16="http://schemas.microsoft.com/office/drawing/2014/main" id="{21D7AFCB-37A4-4D2A-8E0C-D38D1005CE22}"/>
                  </a:ext>
                </a:extLst>
              </p:cNvPr>
              <p:cNvSpPr/>
              <p:nvPr/>
            </p:nvSpPr>
            <p:spPr>
              <a:xfrm>
                <a:off x="-3770100" y="3971775"/>
                <a:ext cx="21897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8759" h="2671" extrusionOk="0">
                    <a:moveTo>
                      <a:pt x="4391" y="0"/>
                    </a:moveTo>
                    <a:cubicBezTo>
                      <a:pt x="2410" y="0"/>
                      <a:pt x="426" y="449"/>
                      <a:pt x="0" y="1347"/>
                    </a:cubicBezTo>
                    <a:cubicBezTo>
                      <a:pt x="426" y="2229"/>
                      <a:pt x="2410" y="2670"/>
                      <a:pt x="4391" y="2670"/>
                    </a:cubicBezTo>
                    <a:cubicBezTo>
                      <a:pt x="6372" y="2670"/>
                      <a:pt x="8349" y="2229"/>
                      <a:pt x="8759" y="1347"/>
                    </a:cubicBezTo>
                    <a:cubicBezTo>
                      <a:pt x="8349" y="449"/>
                      <a:pt x="6372" y="0"/>
                      <a:pt x="4391" y="0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022;p39">
                <a:extLst>
                  <a:ext uri="{FF2B5EF4-FFF2-40B4-BE49-F238E27FC236}">
                    <a16:creationId xmlns:a16="http://schemas.microsoft.com/office/drawing/2014/main" id="{DE853FFC-84DD-4F6E-BC99-BA76D9FB2C59}"/>
                  </a:ext>
                </a:extLst>
              </p:cNvPr>
              <p:cNvSpPr/>
              <p:nvPr/>
            </p:nvSpPr>
            <p:spPr>
              <a:xfrm>
                <a:off x="-3771675" y="4030650"/>
                <a:ext cx="22212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8885" h="3120" extrusionOk="0">
                    <a:moveTo>
                      <a:pt x="0" y="0"/>
                    </a:moveTo>
                    <a:lnTo>
                      <a:pt x="0" y="1418"/>
                    </a:lnTo>
                    <a:cubicBezTo>
                      <a:pt x="0" y="2521"/>
                      <a:pt x="2048" y="3088"/>
                      <a:pt x="4127" y="3119"/>
                    </a:cubicBezTo>
                    <a:cubicBezTo>
                      <a:pt x="4915" y="1891"/>
                      <a:pt x="6301" y="1103"/>
                      <a:pt x="7877" y="1103"/>
                    </a:cubicBezTo>
                    <a:cubicBezTo>
                      <a:pt x="8223" y="1103"/>
                      <a:pt x="8570" y="1135"/>
                      <a:pt x="8885" y="1229"/>
                    </a:cubicBezTo>
                    <a:lnTo>
                      <a:pt x="8885" y="0"/>
                    </a:lnTo>
                    <a:cubicBezTo>
                      <a:pt x="7908" y="788"/>
                      <a:pt x="6112" y="1072"/>
                      <a:pt x="4443" y="1072"/>
                    </a:cubicBezTo>
                    <a:cubicBezTo>
                      <a:pt x="2804" y="1072"/>
                      <a:pt x="977" y="757"/>
                      <a:pt x="0" y="0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023;p39">
                <a:extLst>
                  <a:ext uri="{FF2B5EF4-FFF2-40B4-BE49-F238E27FC236}">
                    <a16:creationId xmlns:a16="http://schemas.microsoft.com/office/drawing/2014/main" id="{17E1C47F-59AC-4E7B-B6E3-6144EF1D506D}"/>
                  </a:ext>
                </a:extLst>
              </p:cNvPr>
              <p:cNvSpPr/>
              <p:nvPr/>
            </p:nvSpPr>
            <p:spPr>
              <a:xfrm>
                <a:off x="-3669425" y="4074750"/>
                <a:ext cx="189050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extrusionOk="0">
                    <a:moveTo>
                      <a:pt x="5501" y="2732"/>
                    </a:moveTo>
                    <a:cubicBezTo>
                      <a:pt x="5748" y="2732"/>
                      <a:pt x="6008" y="3067"/>
                      <a:pt x="5766" y="3309"/>
                    </a:cubicBezTo>
                    <a:lnTo>
                      <a:pt x="3718" y="5356"/>
                    </a:lnTo>
                    <a:cubicBezTo>
                      <a:pt x="3655" y="5420"/>
                      <a:pt x="3568" y="5451"/>
                      <a:pt x="3482" y="5451"/>
                    </a:cubicBezTo>
                    <a:cubicBezTo>
                      <a:pt x="3395" y="5451"/>
                      <a:pt x="3308" y="5420"/>
                      <a:pt x="3245" y="5356"/>
                    </a:cubicBezTo>
                    <a:lnTo>
                      <a:pt x="1859" y="4002"/>
                    </a:lnTo>
                    <a:cubicBezTo>
                      <a:pt x="1617" y="3760"/>
                      <a:pt x="1840" y="3425"/>
                      <a:pt x="2099" y="3425"/>
                    </a:cubicBezTo>
                    <a:cubicBezTo>
                      <a:pt x="2177" y="3425"/>
                      <a:pt x="2259" y="3456"/>
                      <a:pt x="2332" y="3529"/>
                    </a:cubicBezTo>
                    <a:lnTo>
                      <a:pt x="3466" y="4663"/>
                    </a:lnTo>
                    <a:lnTo>
                      <a:pt x="5293" y="2836"/>
                    </a:lnTo>
                    <a:cubicBezTo>
                      <a:pt x="5352" y="2763"/>
                      <a:pt x="5426" y="2732"/>
                      <a:pt x="5501" y="2732"/>
                    </a:cubicBezTo>
                    <a:close/>
                    <a:moveTo>
                      <a:pt x="3781" y="1"/>
                    </a:moveTo>
                    <a:cubicBezTo>
                      <a:pt x="1702" y="1"/>
                      <a:pt x="0" y="1702"/>
                      <a:pt x="0" y="3781"/>
                    </a:cubicBezTo>
                    <a:cubicBezTo>
                      <a:pt x="0" y="5892"/>
                      <a:pt x="1702" y="7562"/>
                      <a:pt x="3781" y="7562"/>
                    </a:cubicBezTo>
                    <a:cubicBezTo>
                      <a:pt x="5860" y="7562"/>
                      <a:pt x="7562" y="5892"/>
                      <a:pt x="7562" y="3781"/>
                    </a:cubicBezTo>
                    <a:cubicBezTo>
                      <a:pt x="7562" y="1702"/>
                      <a:pt x="5860" y="1"/>
                      <a:pt x="3781" y="1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024;p39">
                <a:extLst>
                  <a:ext uri="{FF2B5EF4-FFF2-40B4-BE49-F238E27FC236}">
                    <a16:creationId xmlns:a16="http://schemas.microsoft.com/office/drawing/2014/main" id="{6E389E6B-7F04-4EC6-A166-2C006896EB51}"/>
                  </a:ext>
                </a:extLst>
              </p:cNvPr>
              <p:cNvSpPr/>
              <p:nvPr/>
            </p:nvSpPr>
            <p:spPr>
              <a:xfrm>
                <a:off x="-3771675" y="4099950"/>
                <a:ext cx="94525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3781" h="3057" extrusionOk="0">
                    <a:moveTo>
                      <a:pt x="0" y="1"/>
                    </a:moveTo>
                    <a:lnTo>
                      <a:pt x="0" y="1419"/>
                    </a:lnTo>
                    <a:cubicBezTo>
                      <a:pt x="0" y="2364"/>
                      <a:pt x="1607" y="2899"/>
                      <a:pt x="3434" y="3057"/>
                    </a:cubicBezTo>
                    <a:cubicBezTo>
                      <a:pt x="3371" y="2364"/>
                      <a:pt x="3497" y="1671"/>
                      <a:pt x="3781" y="1040"/>
                    </a:cubicBezTo>
                    <a:cubicBezTo>
                      <a:pt x="2332" y="977"/>
                      <a:pt x="819" y="662"/>
                      <a:pt x="0" y="1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025;p39">
                <a:extLst>
                  <a:ext uri="{FF2B5EF4-FFF2-40B4-BE49-F238E27FC236}">
                    <a16:creationId xmlns:a16="http://schemas.microsoft.com/office/drawing/2014/main" id="{0811A802-6DD9-4E89-A638-A2B289F4F63B}"/>
                  </a:ext>
                </a:extLst>
              </p:cNvPr>
              <p:cNvSpPr/>
              <p:nvPr/>
            </p:nvSpPr>
            <p:spPr>
              <a:xfrm>
                <a:off x="-3771675" y="4167700"/>
                <a:ext cx="13550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5420" h="3813" extrusionOk="0">
                    <a:moveTo>
                      <a:pt x="0" y="0"/>
                    </a:moveTo>
                    <a:lnTo>
                      <a:pt x="0" y="2111"/>
                    </a:lnTo>
                    <a:cubicBezTo>
                      <a:pt x="0" y="3277"/>
                      <a:pt x="2237" y="3812"/>
                      <a:pt x="4443" y="3812"/>
                    </a:cubicBezTo>
                    <a:cubicBezTo>
                      <a:pt x="4789" y="3812"/>
                      <a:pt x="5104" y="3812"/>
                      <a:pt x="5419" y="3781"/>
                    </a:cubicBezTo>
                    <a:cubicBezTo>
                      <a:pt x="4474" y="3151"/>
                      <a:pt x="3781" y="2206"/>
                      <a:pt x="3529" y="1071"/>
                    </a:cubicBezTo>
                    <a:cubicBezTo>
                      <a:pt x="2174" y="977"/>
                      <a:pt x="788" y="662"/>
                      <a:pt x="0" y="0"/>
                    </a:cubicBezTo>
                    <a:close/>
                  </a:path>
                </a:pathLst>
              </a:custGeom>
              <a:solidFill>
                <a:srgbClr val="0010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5" name="Textfeld 114">
            <a:extLst>
              <a:ext uri="{FF2B5EF4-FFF2-40B4-BE49-F238E27FC236}">
                <a16:creationId xmlns:a16="http://schemas.microsoft.com/office/drawing/2014/main" id="{0F2E2D85-0E34-4FF3-96ED-F9A5A14674E2}"/>
              </a:ext>
            </a:extLst>
          </p:cNvPr>
          <p:cNvSpPr txBox="1"/>
          <p:nvPr/>
        </p:nvSpPr>
        <p:spPr>
          <a:xfrm>
            <a:off x="5155647" y="2540702"/>
            <a:ext cx="114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freeze-backbone-epochs: 3</a:t>
            </a:r>
            <a:endParaRPr lang="LID4096" sz="900" dirty="0"/>
          </a:p>
        </p:txBody>
      </p:sp>
      <p:pic>
        <p:nvPicPr>
          <p:cNvPr id="116" name="Grafik 115">
            <a:extLst>
              <a:ext uri="{FF2B5EF4-FFF2-40B4-BE49-F238E27FC236}">
                <a16:creationId xmlns:a16="http://schemas.microsoft.com/office/drawing/2014/main" id="{66E8DFDB-9872-44E4-B1DD-4B93FC2C88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  <a14:imgEffect>
                      <a14:saturation sat="7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7731" t="1511" r="4696" b="8450"/>
          <a:stretch/>
        </p:blipFill>
        <p:spPr>
          <a:xfrm>
            <a:off x="5568232" y="2311580"/>
            <a:ext cx="266400" cy="273896"/>
          </a:xfrm>
          <a:prstGeom prst="rect">
            <a:avLst/>
          </a:prstGeom>
          <a:solidFill>
            <a:srgbClr val="00102B"/>
          </a:solidFill>
          <a:ln>
            <a:noFill/>
          </a:ln>
        </p:spPr>
      </p:pic>
      <p:sp>
        <p:nvSpPr>
          <p:cNvPr id="58" name="Textfeld 57">
            <a:extLst>
              <a:ext uri="{FF2B5EF4-FFF2-40B4-BE49-F238E27FC236}">
                <a16:creationId xmlns:a16="http://schemas.microsoft.com/office/drawing/2014/main" id="{4A4D109B-8E04-4CAC-89CA-637CD9510477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418B0C6-FC2E-4418-ACCE-B4497EF704E2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E8041-6D89-42AC-A48E-C725D21E7091}"/>
              </a:ext>
            </a:extLst>
          </p:cNvPr>
          <p:cNvSpPr/>
          <p:nvPr/>
        </p:nvSpPr>
        <p:spPr>
          <a:xfrm>
            <a:off x="2522139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521F0D-A923-4672-98F5-6C627D6EC2B8}"/>
              </a:ext>
            </a:extLst>
          </p:cNvPr>
          <p:cNvSpPr/>
          <p:nvPr/>
        </p:nvSpPr>
        <p:spPr>
          <a:xfrm>
            <a:off x="435106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263FFE4-CCE6-48AB-8B69-FB4E51E77D43}"/>
              </a:ext>
            </a:extLst>
          </p:cNvPr>
          <p:cNvSpPr/>
          <p:nvPr/>
        </p:nvSpPr>
        <p:spPr>
          <a:xfrm>
            <a:off x="4609172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357D3B6-A4F5-4DAD-88BE-41F6F81AE2BA}"/>
              </a:ext>
            </a:extLst>
          </p:cNvPr>
          <p:cNvSpPr/>
          <p:nvPr/>
        </p:nvSpPr>
        <p:spPr>
          <a:xfrm>
            <a:off x="6696205" y="66075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73C6DFB-F1FC-4C70-B628-3DBC76360460}"/>
              </a:ext>
            </a:extLst>
          </p:cNvPr>
          <p:cNvSpPr txBox="1"/>
          <p:nvPr/>
        </p:nvSpPr>
        <p:spPr>
          <a:xfrm>
            <a:off x="555755" y="4010435"/>
            <a:ext cx="17547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Gray area (sample region) is cropped and used to train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0333937-3740-4144-B025-95CFB08AEF31}"/>
              </a:ext>
            </a:extLst>
          </p:cNvPr>
          <p:cNvSpPr txBox="1"/>
          <p:nvPr/>
        </p:nvSpPr>
        <p:spPr>
          <a:xfrm>
            <a:off x="2636438" y="4010435"/>
            <a:ext cx="1754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OCS is applied to extract test from the white ribbon and save it as structured data in a CSV file.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5FA64CA-B118-4521-ACCC-239CD13DDA13}"/>
              </a:ext>
            </a:extLst>
          </p:cNvPr>
          <p:cNvSpPr txBox="1"/>
          <p:nvPr/>
        </p:nvSpPr>
        <p:spPr>
          <a:xfrm>
            <a:off x="4692246" y="4010435"/>
            <a:ext cx="1874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Structured Metadata is used as additional features (metadata input) and combined with image features 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93177F1B-F715-4665-A0F5-D5EA3AB1A240}"/>
              </a:ext>
            </a:extLst>
          </p:cNvPr>
          <p:cNvCxnSpPr/>
          <p:nvPr/>
        </p:nvCxnSpPr>
        <p:spPr>
          <a:xfrm>
            <a:off x="3050887" y="2939739"/>
            <a:ext cx="18397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44863EE5-EF9E-495A-913B-2DAEE9518D19}"/>
              </a:ext>
            </a:extLst>
          </p:cNvPr>
          <p:cNvCxnSpPr>
            <a:cxnSpLocks/>
          </p:cNvCxnSpPr>
          <p:nvPr/>
        </p:nvCxnSpPr>
        <p:spPr>
          <a:xfrm>
            <a:off x="2572365" y="2932653"/>
            <a:ext cx="192617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Grafik 88">
            <a:extLst>
              <a:ext uri="{FF2B5EF4-FFF2-40B4-BE49-F238E27FC236}">
                <a16:creationId xmlns:a16="http://schemas.microsoft.com/office/drawing/2014/main" id="{3DE3F5C2-A0BD-43A7-A356-1CB15CFBE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40" y="2687101"/>
            <a:ext cx="512108" cy="518205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741A6351-61AD-4023-AD0D-65FF9DAAC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81" y="1657775"/>
            <a:ext cx="1591883" cy="2299997"/>
          </a:xfrm>
          <a:prstGeom prst="rect">
            <a:avLst/>
          </a:prstGeom>
        </p:spPr>
      </p:pic>
      <p:sp>
        <p:nvSpPr>
          <p:cNvPr id="120" name="Rechteck 119">
            <a:extLst>
              <a:ext uri="{FF2B5EF4-FFF2-40B4-BE49-F238E27FC236}">
                <a16:creationId xmlns:a16="http://schemas.microsoft.com/office/drawing/2014/main" id="{51A1BC4A-A789-4306-B1C3-6624C277B880}"/>
              </a:ext>
            </a:extLst>
          </p:cNvPr>
          <p:cNvSpPr/>
          <p:nvPr/>
        </p:nvSpPr>
        <p:spPr>
          <a:xfrm>
            <a:off x="555755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1. Cropped Image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CF4979AC-6840-4243-8936-A50F54A34C8D}"/>
              </a:ext>
            </a:extLst>
          </p:cNvPr>
          <p:cNvSpPr/>
          <p:nvPr/>
        </p:nvSpPr>
        <p:spPr>
          <a:xfrm>
            <a:off x="2653371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2. OCR Extraction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EA9ED1BF-B3B8-4083-96AD-B3C018A47498}"/>
              </a:ext>
            </a:extLst>
          </p:cNvPr>
          <p:cNvSpPr/>
          <p:nvPr/>
        </p:nvSpPr>
        <p:spPr>
          <a:xfrm>
            <a:off x="4747605" y="746250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Feed the Metadata Features to Model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8BD5D8CC-1738-4086-8AF2-72FF3B5354DE}"/>
              </a:ext>
            </a:extLst>
          </p:cNvPr>
          <p:cNvSpPr/>
          <p:nvPr/>
        </p:nvSpPr>
        <p:spPr>
          <a:xfrm>
            <a:off x="6815796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Hyperparameter Changes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pic>
        <p:nvPicPr>
          <p:cNvPr id="3079" name="Grafik 3078">
            <a:extLst>
              <a:ext uri="{FF2B5EF4-FFF2-40B4-BE49-F238E27FC236}">
                <a16:creationId xmlns:a16="http://schemas.microsoft.com/office/drawing/2014/main" id="{4297DA82-CFBF-4CF9-9056-8F929EF4E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109" y="1526732"/>
            <a:ext cx="1132683" cy="2464934"/>
          </a:xfrm>
          <a:prstGeom prst="rect">
            <a:avLst/>
          </a:prstGeom>
        </p:spPr>
      </p:pic>
      <p:pic>
        <p:nvPicPr>
          <p:cNvPr id="142" name="Picture 2">
            <a:extLst>
              <a:ext uri="{FF2B5EF4-FFF2-40B4-BE49-F238E27FC236}">
                <a16:creationId xmlns:a16="http://schemas.microsoft.com/office/drawing/2014/main" id="{0FAC1F20-0A34-41D7-B09D-604E6F4B5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t="8988" r="18647" b="10448"/>
          <a:stretch/>
        </p:blipFill>
        <p:spPr bwMode="auto">
          <a:xfrm>
            <a:off x="7316738" y="1710480"/>
            <a:ext cx="904025" cy="6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Textfeld 3082">
            <a:extLst>
              <a:ext uri="{FF2B5EF4-FFF2-40B4-BE49-F238E27FC236}">
                <a16:creationId xmlns:a16="http://schemas.microsoft.com/office/drawing/2014/main" id="{C95D5FF6-3F6D-4F56-B4A1-38ED8F473BCD}"/>
              </a:ext>
            </a:extLst>
          </p:cNvPr>
          <p:cNvSpPr txBox="1"/>
          <p:nvPr/>
        </p:nvSpPr>
        <p:spPr>
          <a:xfrm>
            <a:off x="7283290" y="2759199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1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3084" name="Textfeld 3083">
            <a:extLst>
              <a:ext uri="{FF2B5EF4-FFF2-40B4-BE49-F238E27FC236}">
                <a16:creationId xmlns:a16="http://schemas.microsoft.com/office/drawing/2014/main" id="{9841D860-83A8-457E-8AD1-918617D94737}"/>
              </a:ext>
            </a:extLst>
          </p:cNvPr>
          <p:cNvSpPr txBox="1"/>
          <p:nvPr/>
        </p:nvSpPr>
        <p:spPr>
          <a:xfrm>
            <a:off x="6978797" y="3959196"/>
            <a:ext cx="15318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30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1e-5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3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AB65867A-33B3-4038-AB3C-3BDAE74B402C}"/>
              </a:ext>
            </a:extLst>
          </p:cNvPr>
          <p:cNvSpPr/>
          <p:nvPr/>
        </p:nvSpPr>
        <p:spPr>
          <a:xfrm>
            <a:off x="6980633" y="3709924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E1E4FC5A-0958-4259-8958-9063E99D196B}"/>
              </a:ext>
            </a:extLst>
          </p:cNvPr>
          <p:cNvSpPr txBox="1"/>
          <p:nvPr/>
        </p:nvSpPr>
        <p:spPr>
          <a:xfrm>
            <a:off x="7265062" y="3755702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2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C3387ADF-4684-43DE-A1C2-5355FCDFBBB4}"/>
              </a:ext>
            </a:extLst>
          </p:cNvPr>
          <p:cNvSpPr txBox="1"/>
          <p:nvPr/>
        </p:nvSpPr>
        <p:spPr>
          <a:xfrm>
            <a:off x="6990796" y="2955567"/>
            <a:ext cx="1601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20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3e-5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0</a:t>
            </a:r>
            <a:endParaRPr lang="LID4096" sz="700" dirty="0">
              <a:solidFill>
                <a:schemeClr val="bg1"/>
              </a:solidFill>
            </a:endParaRPr>
          </a:p>
          <a:p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B3D607-BD20-4F2F-81C5-4CB75F255457}"/>
              </a:ext>
            </a:extLst>
          </p:cNvPr>
          <p:cNvSpPr txBox="1"/>
          <p:nvPr/>
        </p:nvSpPr>
        <p:spPr>
          <a:xfrm>
            <a:off x="878761" y="1465065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Training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F60BB4F-1890-48EF-A08F-2802C306B4E0}"/>
              </a:ext>
            </a:extLst>
          </p:cNvPr>
          <p:cNvSpPr txBox="1"/>
          <p:nvPr/>
        </p:nvSpPr>
        <p:spPr>
          <a:xfrm>
            <a:off x="693631" y="3594508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Metadata</a:t>
            </a:r>
            <a:endParaRPr lang="LID4096" sz="90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7FE6C-24DD-4CD7-922B-374EF2654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765" y="1762119"/>
            <a:ext cx="1414395" cy="23410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FE76BE3-399F-4D20-AA2B-AD80538B8C9D}"/>
              </a:ext>
            </a:extLst>
          </p:cNvPr>
          <p:cNvSpPr txBox="1"/>
          <p:nvPr/>
        </p:nvSpPr>
        <p:spPr>
          <a:xfrm>
            <a:off x="4557231" y="1878651"/>
            <a:ext cx="539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2A72E3D-DDE2-49FE-8A83-534AEDF46C57}"/>
              </a:ext>
            </a:extLst>
          </p:cNvPr>
          <p:cNvSpPr txBox="1"/>
          <p:nvPr/>
        </p:nvSpPr>
        <p:spPr>
          <a:xfrm>
            <a:off x="6041263" y="198637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3D2DB4A-7DB6-4A58-A215-5CADAA51230D}"/>
              </a:ext>
            </a:extLst>
          </p:cNvPr>
          <p:cNvCxnSpPr/>
          <p:nvPr/>
        </p:nvCxnSpPr>
        <p:spPr>
          <a:xfrm>
            <a:off x="7035290" y="2045885"/>
            <a:ext cx="26026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591C9196-B5BA-495C-88A7-2CC2A6CE8E9D}"/>
              </a:ext>
            </a:extLst>
          </p:cNvPr>
          <p:cNvSpPr txBox="1"/>
          <p:nvPr/>
        </p:nvSpPr>
        <p:spPr>
          <a:xfrm>
            <a:off x="6644787" y="1839177"/>
            <a:ext cx="434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208D09B-E7C6-4F46-A191-1EB66F2D6308}"/>
              </a:ext>
            </a:extLst>
          </p:cNvPr>
          <p:cNvSpPr txBox="1"/>
          <p:nvPr/>
        </p:nvSpPr>
        <p:spPr>
          <a:xfrm>
            <a:off x="8188721" y="194105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F4B262C-B12F-4E4F-B236-30A19869ACF7}"/>
              </a:ext>
            </a:extLst>
          </p:cNvPr>
          <p:cNvSpPr/>
          <p:nvPr/>
        </p:nvSpPr>
        <p:spPr>
          <a:xfrm>
            <a:off x="6978797" y="2723169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4DD506C-561E-415E-80CD-F97DA3BB37E8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7251113-1FF1-436F-B76E-3BB70AC5794D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D1076F36-56BD-4C7E-951E-0BE5A055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55" y="200110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Development and Evaluation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0207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E8041-6D89-42AC-A48E-C725D21E7091}"/>
              </a:ext>
            </a:extLst>
          </p:cNvPr>
          <p:cNvSpPr/>
          <p:nvPr/>
        </p:nvSpPr>
        <p:spPr>
          <a:xfrm>
            <a:off x="2522139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521F0D-A923-4672-98F5-6C627D6EC2B8}"/>
              </a:ext>
            </a:extLst>
          </p:cNvPr>
          <p:cNvSpPr/>
          <p:nvPr/>
        </p:nvSpPr>
        <p:spPr>
          <a:xfrm>
            <a:off x="435106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263FFE4-CCE6-48AB-8B69-FB4E51E77D43}"/>
              </a:ext>
            </a:extLst>
          </p:cNvPr>
          <p:cNvSpPr/>
          <p:nvPr/>
        </p:nvSpPr>
        <p:spPr>
          <a:xfrm>
            <a:off x="4609172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357D3B6-A4F5-4DAD-88BE-41F6F81AE2BA}"/>
              </a:ext>
            </a:extLst>
          </p:cNvPr>
          <p:cNvSpPr/>
          <p:nvPr/>
        </p:nvSpPr>
        <p:spPr>
          <a:xfrm>
            <a:off x="6685501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73C6DFB-F1FC-4C70-B628-3DBC76360460}"/>
              </a:ext>
            </a:extLst>
          </p:cNvPr>
          <p:cNvSpPr txBox="1"/>
          <p:nvPr/>
        </p:nvSpPr>
        <p:spPr>
          <a:xfrm>
            <a:off x="555755" y="4010435"/>
            <a:ext cx="17547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Gray area (sample region) is cropped and used to train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0333937-3740-4144-B025-95CFB08AEF31}"/>
              </a:ext>
            </a:extLst>
          </p:cNvPr>
          <p:cNvSpPr txBox="1"/>
          <p:nvPr/>
        </p:nvSpPr>
        <p:spPr>
          <a:xfrm>
            <a:off x="2636438" y="4010435"/>
            <a:ext cx="1754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OCS is applied to extract test from the white ribbon and save it as structured data in a CSV file.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5FA64CA-B118-4521-ACCC-239CD13DDA13}"/>
              </a:ext>
            </a:extLst>
          </p:cNvPr>
          <p:cNvSpPr txBox="1"/>
          <p:nvPr/>
        </p:nvSpPr>
        <p:spPr>
          <a:xfrm>
            <a:off x="4692246" y="4010435"/>
            <a:ext cx="1874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Structured Metadata is used as additional features (metadata input) and combined with image features 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93177F1B-F715-4665-A0F5-D5EA3AB1A240}"/>
              </a:ext>
            </a:extLst>
          </p:cNvPr>
          <p:cNvCxnSpPr/>
          <p:nvPr/>
        </p:nvCxnSpPr>
        <p:spPr>
          <a:xfrm>
            <a:off x="3050887" y="2939739"/>
            <a:ext cx="18397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44863EE5-EF9E-495A-913B-2DAEE9518D19}"/>
              </a:ext>
            </a:extLst>
          </p:cNvPr>
          <p:cNvCxnSpPr>
            <a:cxnSpLocks/>
          </p:cNvCxnSpPr>
          <p:nvPr/>
        </p:nvCxnSpPr>
        <p:spPr>
          <a:xfrm>
            <a:off x="2572365" y="2932653"/>
            <a:ext cx="192617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Grafik 88">
            <a:extLst>
              <a:ext uri="{FF2B5EF4-FFF2-40B4-BE49-F238E27FC236}">
                <a16:creationId xmlns:a16="http://schemas.microsoft.com/office/drawing/2014/main" id="{3DE3F5C2-A0BD-43A7-A356-1CB15CFBE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40" y="2687101"/>
            <a:ext cx="512108" cy="518205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741A6351-61AD-4023-AD0D-65FF9DAAC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81" y="1657775"/>
            <a:ext cx="1591883" cy="2299997"/>
          </a:xfrm>
          <a:prstGeom prst="rect">
            <a:avLst/>
          </a:prstGeom>
        </p:spPr>
      </p:pic>
      <p:sp>
        <p:nvSpPr>
          <p:cNvPr id="120" name="Rechteck 119">
            <a:extLst>
              <a:ext uri="{FF2B5EF4-FFF2-40B4-BE49-F238E27FC236}">
                <a16:creationId xmlns:a16="http://schemas.microsoft.com/office/drawing/2014/main" id="{51A1BC4A-A789-4306-B1C3-6624C277B880}"/>
              </a:ext>
            </a:extLst>
          </p:cNvPr>
          <p:cNvSpPr/>
          <p:nvPr/>
        </p:nvSpPr>
        <p:spPr>
          <a:xfrm>
            <a:off x="555755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1. Cropped Image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CF4979AC-6840-4243-8936-A50F54A34C8D}"/>
              </a:ext>
            </a:extLst>
          </p:cNvPr>
          <p:cNvSpPr/>
          <p:nvPr/>
        </p:nvSpPr>
        <p:spPr>
          <a:xfrm>
            <a:off x="2653371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 </a:t>
            </a:r>
            <a:r>
              <a:rPr lang="en-US" sz="1200" b="1">
                <a:solidFill>
                  <a:schemeClr val="tx1"/>
                </a:solidFill>
              </a:rPr>
              <a:t>OCR Extraction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EA9ED1BF-B3B8-4083-96AD-B3C018A47498}"/>
              </a:ext>
            </a:extLst>
          </p:cNvPr>
          <p:cNvSpPr/>
          <p:nvPr/>
        </p:nvSpPr>
        <p:spPr>
          <a:xfrm>
            <a:off x="4747605" y="746250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Feed the Metadata Features to Model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8BD5D8CC-1738-4086-8AF2-72FF3B5354DE}"/>
              </a:ext>
            </a:extLst>
          </p:cNvPr>
          <p:cNvSpPr/>
          <p:nvPr/>
        </p:nvSpPr>
        <p:spPr>
          <a:xfrm>
            <a:off x="6815796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Hyperparameter Changes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pic>
        <p:nvPicPr>
          <p:cNvPr id="3079" name="Grafik 3078">
            <a:extLst>
              <a:ext uri="{FF2B5EF4-FFF2-40B4-BE49-F238E27FC236}">
                <a16:creationId xmlns:a16="http://schemas.microsoft.com/office/drawing/2014/main" id="{4297DA82-CFBF-4CF9-9056-8F929EF4E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109" y="1526732"/>
            <a:ext cx="1132683" cy="2464934"/>
          </a:xfrm>
          <a:prstGeom prst="rect">
            <a:avLst/>
          </a:prstGeom>
        </p:spPr>
      </p:pic>
      <p:pic>
        <p:nvPicPr>
          <p:cNvPr id="142" name="Picture 2">
            <a:extLst>
              <a:ext uri="{FF2B5EF4-FFF2-40B4-BE49-F238E27FC236}">
                <a16:creationId xmlns:a16="http://schemas.microsoft.com/office/drawing/2014/main" id="{0FAC1F20-0A34-41D7-B09D-604E6F4B5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t="8988" r="18647" b="10448"/>
          <a:stretch/>
        </p:blipFill>
        <p:spPr bwMode="auto">
          <a:xfrm>
            <a:off x="7316738" y="1710480"/>
            <a:ext cx="904025" cy="6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Textfeld 3082">
            <a:extLst>
              <a:ext uri="{FF2B5EF4-FFF2-40B4-BE49-F238E27FC236}">
                <a16:creationId xmlns:a16="http://schemas.microsoft.com/office/drawing/2014/main" id="{C95D5FF6-3F6D-4F56-B4A1-38ED8F473BCD}"/>
              </a:ext>
            </a:extLst>
          </p:cNvPr>
          <p:cNvSpPr txBox="1"/>
          <p:nvPr/>
        </p:nvSpPr>
        <p:spPr>
          <a:xfrm>
            <a:off x="7283290" y="2759199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1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3084" name="Textfeld 3083">
            <a:extLst>
              <a:ext uri="{FF2B5EF4-FFF2-40B4-BE49-F238E27FC236}">
                <a16:creationId xmlns:a16="http://schemas.microsoft.com/office/drawing/2014/main" id="{9841D860-83A8-457E-8AD1-918617D94737}"/>
              </a:ext>
            </a:extLst>
          </p:cNvPr>
          <p:cNvSpPr txBox="1"/>
          <p:nvPr/>
        </p:nvSpPr>
        <p:spPr>
          <a:xfrm>
            <a:off x="6978797" y="3959196"/>
            <a:ext cx="15318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30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1e-5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3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AB65867A-33B3-4038-AB3C-3BDAE74B402C}"/>
              </a:ext>
            </a:extLst>
          </p:cNvPr>
          <p:cNvSpPr/>
          <p:nvPr/>
        </p:nvSpPr>
        <p:spPr>
          <a:xfrm>
            <a:off x="6980633" y="3709924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E1E4FC5A-0958-4259-8958-9063E99D196B}"/>
              </a:ext>
            </a:extLst>
          </p:cNvPr>
          <p:cNvSpPr txBox="1"/>
          <p:nvPr/>
        </p:nvSpPr>
        <p:spPr>
          <a:xfrm>
            <a:off x="7265062" y="3755702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2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C3387ADF-4684-43DE-A1C2-5355FCDFBBB4}"/>
              </a:ext>
            </a:extLst>
          </p:cNvPr>
          <p:cNvSpPr txBox="1"/>
          <p:nvPr/>
        </p:nvSpPr>
        <p:spPr>
          <a:xfrm>
            <a:off x="6948450" y="2949050"/>
            <a:ext cx="1601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20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3e-5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0</a:t>
            </a:r>
            <a:endParaRPr lang="LID4096" sz="700" dirty="0">
              <a:solidFill>
                <a:schemeClr val="bg1"/>
              </a:solidFill>
            </a:endParaRPr>
          </a:p>
          <a:p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B3D607-BD20-4F2F-81C5-4CB75F255457}"/>
              </a:ext>
            </a:extLst>
          </p:cNvPr>
          <p:cNvSpPr txBox="1"/>
          <p:nvPr/>
        </p:nvSpPr>
        <p:spPr>
          <a:xfrm>
            <a:off x="878761" y="1465065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Training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F60BB4F-1890-48EF-A08F-2802C306B4E0}"/>
              </a:ext>
            </a:extLst>
          </p:cNvPr>
          <p:cNvSpPr txBox="1"/>
          <p:nvPr/>
        </p:nvSpPr>
        <p:spPr>
          <a:xfrm>
            <a:off x="693631" y="3594508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Metadata</a:t>
            </a:r>
            <a:endParaRPr lang="LID4096" sz="90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7FE6C-24DD-4CD7-922B-374EF2654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765" y="1762119"/>
            <a:ext cx="1414395" cy="23410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FE76BE3-399F-4D20-AA2B-AD80538B8C9D}"/>
              </a:ext>
            </a:extLst>
          </p:cNvPr>
          <p:cNvSpPr txBox="1"/>
          <p:nvPr/>
        </p:nvSpPr>
        <p:spPr>
          <a:xfrm>
            <a:off x="4557231" y="1878651"/>
            <a:ext cx="539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2A72E3D-DDE2-49FE-8A83-534AEDF46C57}"/>
              </a:ext>
            </a:extLst>
          </p:cNvPr>
          <p:cNvSpPr txBox="1"/>
          <p:nvPr/>
        </p:nvSpPr>
        <p:spPr>
          <a:xfrm>
            <a:off x="6041263" y="198637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3D2DB4A-7DB6-4A58-A215-5CADAA51230D}"/>
              </a:ext>
            </a:extLst>
          </p:cNvPr>
          <p:cNvCxnSpPr/>
          <p:nvPr/>
        </p:nvCxnSpPr>
        <p:spPr>
          <a:xfrm>
            <a:off x="7035290" y="2045885"/>
            <a:ext cx="26026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591C9196-B5BA-495C-88A7-2CC2A6CE8E9D}"/>
              </a:ext>
            </a:extLst>
          </p:cNvPr>
          <p:cNvSpPr txBox="1"/>
          <p:nvPr/>
        </p:nvSpPr>
        <p:spPr>
          <a:xfrm>
            <a:off x="6644787" y="1839177"/>
            <a:ext cx="434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208D09B-E7C6-4F46-A191-1EB66F2D6308}"/>
              </a:ext>
            </a:extLst>
          </p:cNvPr>
          <p:cNvSpPr txBox="1"/>
          <p:nvPr/>
        </p:nvSpPr>
        <p:spPr>
          <a:xfrm>
            <a:off x="8188721" y="194105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F4B262C-B12F-4E4F-B236-30A19869ACF7}"/>
              </a:ext>
            </a:extLst>
          </p:cNvPr>
          <p:cNvSpPr/>
          <p:nvPr/>
        </p:nvSpPr>
        <p:spPr>
          <a:xfrm>
            <a:off x="6978797" y="2723169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A44D84A-E0E1-4017-BD0C-6EC9CEE1AC25}"/>
              </a:ext>
            </a:extLst>
          </p:cNvPr>
          <p:cNvSpPr/>
          <p:nvPr/>
        </p:nvSpPr>
        <p:spPr>
          <a:xfrm>
            <a:off x="2522139" y="660754"/>
            <a:ext cx="6157262" cy="4108449"/>
          </a:xfrm>
          <a:prstGeom prst="rect">
            <a:avLst/>
          </a:prstGeom>
          <a:solidFill>
            <a:schemeClr val="bg1">
              <a:lumMod val="9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3F60AB5-89B9-408B-B933-A4B8491D549F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B45A9892-A32F-4236-8FCE-8F73C2630C52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CF77D8E-B82F-431F-ABAA-3A274816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55" y="200110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Development and Evaluation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26621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E8041-6D89-42AC-A48E-C725D21E7091}"/>
              </a:ext>
            </a:extLst>
          </p:cNvPr>
          <p:cNvSpPr/>
          <p:nvPr/>
        </p:nvSpPr>
        <p:spPr>
          <a:xfrm>
            <a:off x="2522139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521F0D-A923-4672-98F5-6C627D6EC2B8}"/>
              </a:ext>
            </a:extLst>
          </p:cNvPr>
          <p:cNvSpPr/>
          <p:nvPr/>
        </p:nvSpPr>
        <p:spPr>
          <a:xfrm>
            <a:off x="435106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263FFE4-CCE6-48AB-8B69-FB4E51E77D43}"/>
              </a:ext>
            </a:extLst>
          </p:cNvPr>
          <p:cNvSpPr/>
          <p:nvPr/>
        </p:nvSpPr>
        <p:spPr>
          <a:xfrm>
            <a:off x="4609172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357D3B6-A4F5-4DAD-88BE-41F6F81AE2BA}"/>
              </a:ext>
            </a:extLst>
          </p:cNvPr>
          <p:cNvSpPr/>
          <p:nvPr/>
        </p:nvSpPr>
        <p:spPr>
          <a:xfrm>
            <a:off x="6696205" y="66075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73C6DFB-F1FC-4C70-B628-3DBC76360460}"/>
              </a:ext>
            </a:extLst>
          </p:cNvPr>
          <p:cNvSpPr txBox="1"/>
          <p:nvPr/>
        </p:nvSpPr>
        <p:spPr>
          <a:xfrm>
            <a:off x="555755" y="4010435"/>
            <a:ext cx="17547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Gray area (sample region) is cropped and used to train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0333937-3740-4144-B025-95CFB08AEF31}"/>
              </a:ext>
            </a:extLst>
          </p:cNvPr>
          <p:cNvSpPr txBox="1"/>
          <p:nvPr/>
        </p:nvSpPr>
        <p:spPr>
          <a:xfrm>
            <a:off x="2636438" y="4010435"/>
            <a:ext cx="1754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OCS is applied to extract test from the white ribbon and save it as structured data in a CSV file.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5FA64CA-B118-4521-ACCC-239CD13DDA13}"/>
              </a:ext>
            </a:extLst>
          </p:cNvPr>
          <p:cNvSpPr txBox="1"/>
          <p:nvPr/>
        </p:nvSpPr>
        <p:spPr>
          <a:xfrm>
            <a:off x="4692246" y="4010435"/>
            <a:ext cx="1874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Structured Metadata is used as additional features (metadata input) and combined with image features 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93177F1B-F715-4665-A0F5-D5EA3AB1A240}"/>
              </a:ext>
            </a:extLst>
          </p:cNvPr>
          <p:cNvCxnSpPr/>
          <p:nvPr/>
        </p:nvCxnSpPr>
        <p:spPr>
          <a:xfrm>
            <a:off x="3050887" y="2939739"/>
            <a:ext cx="18397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44863EE5-EF9E-495A-913B-2DAEE9518D19}"/>
              </a:ext>
            </a:extLst>
          </p:cNvPr>
          <p:cNvCxnSpPr>
            <a:cxnSpLocks/>
          </p:cNvCxnSpPr>
          <p:nvPr/>
        </p:nvCxnSpPr>
        <p:spPr>
          <a:xfrm>
            <a:off x="2572365" y="2932653"/>
            <a:ext cx="192617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Grafik 88">
            <a:extLst>
              <a:ext uri="{FF2B5EF4-FFF2-40B4-BE49-F238E27FC236}">
                <a16:creationId xmlns:a16="http://schemas.microsoft.com/office/drawing/2014/main" id="{3DE3F5C2-A0BD-43A7-A356-1CB15CFBE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40" y="2687101"/>
            <a:ext cx="512108" cy="518205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741A6351-61AD-4023-AD0D-65FF9DAAC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81" y="1657775"/>
            <a:ext cx="1591883" cy="2299997"/>
          </a:xfrm>
          <a:prstGeom prst="rect">
            <a:avLst/>
          </a:prstGeom>
        </p:spPr>
      </p:pic>
      <p:sp>
        <p:nvSpPr>
          <p:cNvPr id="120" name="Rechteck 119">
            <a:extLst>
              <a:ext uri="{FF2B5EF4-FFF2-40B4-BE49-F238E27FC236}">
                <a16:creationId xmlns:a16="http://schemas.microsoft.com/office/drawing/2014/main" id="{51A1BC4A-A789-4306-B1C3-6624C277B880}"/>
              </a:ext>
            </a:extLst>
          </p:cNvPr>
          <p:cNvSpPr/>
          <p:nvPr/>
        </p:nvSpPr>
        <p:spPr>
          <a:xfrm>
            <a:off x="555755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1. Cropped Image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CF4979AC-6840-4243-8936-A50F54A34C8D}"/>
              </a:ext>
            </a:extLst>
          </p:cNvPr>
          <p:cNvSpPr/>
          <p:nvPr/>
        </p:nvSpPr>
        <p:spPr>
          <a:xfrm>
            <a:off x="2653371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 </a:t>
            </a:r>
            <a:r>
              <a:rPr lang="en-US" sz="1200" b="1">
                <a:solidFill>
                  <a:schemeClr val="tx1"/>
                </a:solidFill>
              </a:rPr>
              <a:t>OCR Extraction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EA9ED1BF-B3B8-4083-96AD-B3C018A47498}"/>
              </a:ext>
            </a:extLst>
          </p:cNvPr>
          <p:cNvSpPr/>
          <p:nvPr/>
        </p:nvSpPr>
        <p:spPr>
          <a:xfrm>
            <a:off x="4747605" y="746250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Feed the Metadata Features to Model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8BD5D8CC-1738-4086-8AF2-72FF3B5354DE}"/>
              </a:ext>
            </a:extLst>
          </p:cNvPr>
          <p:cNvSpPr/>
          <p:nvPr/>
        </p:nvSpPr>
        <p:spPr>
          <a:xfrm>
            <a:off x="6815796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Hyperparameter Changes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pic>
        <p:nvPicPr>
          <p:cNvPr id="3079" name="Grafik 3078">
            <a:extLst>
              <a:ext uri="{FF2B5EF4-FFF2-40B4-BE49-F238E27FC236}">
                <a16:creationId xmlns:a16="http://schemas.microsoft.com/office/drawing/2014/main" id="{4297DA82-CFBF-4CF9-9056-8F929EF4E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109" y="1526732"/>
            <a:ext cx="1132683" cy="2464934"/>
          </a:xfrm>
          <a:prstGeom prst="rect">
            <a:avLst/>
          </a:prstGeom>
        </p:spPr>
      </p:pic>
      <p:pic>
        <p:nvPicPr>
          <p:cNvPr id="142" name="Picture 2">
            <a:extLst>
              <a:ext uri="{FF2B5EF4-FFF2-40B4-BE49-F238E27FC236}">
                <a16:creationId xmlns:a16="http://schemas.microsoft.com/office/drawing/2014/main" id="{0FAC1F20-0A34-41D7-B09D-604E6F4B5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t="8988" r="18647" b="10448"/>
          <a:stretch/>
        </p:blipFill>
        <p:spPr bwMode="auto">
          <a:xfrm>
            <a:off x="7316738" y="1710480"/>
            <a:ext cx="904025" cy="6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Textfeld 3082">
            <a:extLst>
              <a:ext uri="{FF2B5EF4-FFF2-40B4-BE49-F238E27FC236}">
                <a16:creationId xmlns:a16="http://schemas.microsoft.com/office/drawing/2014/main" id="{C95D5FF6-3F6D-4F56-B4A1-38ED8F473BCD}"/>
              </a:ext>
            </a:extLst>
          </p:cNvPr>
          <p:cNvSpPr txBox="1"/>
          <p:nvPr/>
        </p:nvSpPr>
        <p:spPr>
          <a:xfrm>
            <a:off x="7283290" y="2759199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1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3084" name="Textfeld 3083">
            <a:extLst>
              <a:ext uri="{FF2B5EF4-FFF2-40B4-BE49-F238E27FC236}">
                <a16:creationId xmlns:a16="http://schemas.microsoft.com/office/drawing/2014/main" id="{9841D860-83A8-457E-8AD1-918617D94737}"/>
              </a:ext>
            </a:extLst>
          </p:cNvPr>
          <p:cNvSpPr txBox="1"/>
          <p:nvPr/>
        </p:nvSpPr>
        <p:spPr>
          <a:xfrm>
            <a:off x="6978797" y="3959196"/>
            <a:ext cx="15318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30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1e-5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3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AB65867A-33B3-4038-AB3C-3BDAE74B402C}"/>
              </a:ext>
            </a:extLst>
          </p:cNvPr>
          <p:cNvSpPr/>
          <p:nvPr/>
        </p:nvSpPr>
        <p:spPr>
          <a:xfrm>
            <a:off x="6980633" y="3709924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E1E4FC5A-0958-4259-8958-9063E99D196B}"/>
              </a:ext>
            </a:extLst>
          </p:cNvPr>
          <p:cNvSpPr txBox="1"/>
          <p:nvPr/>
        </p:nvSpPr>
        <p:spPr>
          <a:xfrm>
            <a:off x="7265062" y="3755702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2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C3387ADF-4684-43DE-A1C2-5355FCDFBBB4}"/>
              </a:ext>
            </a:extLst>
          </p:cNvPr>
          <p:cNvSpPr txBox="1"/>
          <p:nvPr/>
        </p:nvSpPr>
        <p:spPr>
          <a:xfrm>
            <a:off x="6990796" y="2955567"/>
            <a:ext cx="1601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20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3e-5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0</a:t>
            </a:r>
            <a:endParaRPr lang="LID4096" sz="700" dirty="0">
              <a:solidFill>
                <a:schemeClr val="bg1"/>
              </a:solidFill>
            </a:endParaRPr>
          </a:p>
          <a:p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B3D607-BD20-4F2F-81C5-4CB75F255457}"/>
              </a:ext>
            </a:extLst>
          </p:cNvPr>
          <p:cNvSpPr txBox="1"/>
          <p:nvPr/>
        </p:nvSpPr>
        <p:spPr>
          <a:xfrm>
            <a:off x="878761" y="1465065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Training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F60BB4F-1890-48EF-A08F-2802C306B4E0}"/>
              </a:ext>
            </a:extLst>
          </p:cNvPr>
          <p:cNvSpPr txBox="1"/>
          <p:nvPr/>
        </p:nvSpPr>
        <p:spPr>
          <a:xfrm>
            <a:off x="693631" y="3594508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Metadata</a:t>
            </a:r>
            <a:endParaRPr lang="LID4096" sz="90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7FE6C-24DD-4CD7-922B-374EF2654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765" y="1762119"/>
            <a:ext cx="1414395" cy="23410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FE76BE3-399F-4D20-AA2B-AD80538B8C9D}"/>
              </a:ext>
            </a:extLst>
          </p:cNvPr>
          <p:cNvSpPr txBox="1"/>
          <p:nvPr/>
        </p:nvSpPr>
        <p:spPr>
          <a:xfrm>
            <a:off x="4557231" y="1878651"/>
            <a:ext cx="539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2A72E3D-DDE2-49FE-8A83-534AEDF46C57}"/>
              </a:ext>
            </a:extLst>
          </p:cNvPr>
          <p:cNvSpPr txBox="1"/>
          <p:nvPr/>
        </p:nvSpPr>
        <p:spPr>
          <a:xfrm>
            <a:off x="6041263" y="198637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3D2DB4A-7DB6-4A58-A215-5CADAA51230D}"/>
              </a:ext>
            </a:extLst>
          </p:cNvPr>
          <p:cNvCxnSpPr/>
          <p:nvPr/>
        </p:nvCxnSpPr>
        <p:spPr>
          <a:xfrm>
            <a:off x="7035290" y="2045885"/>
            <a:ext cx="26026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591C9196-B5BA-495C-88A7-2CC2A6CE8E9D}"/>
              </a:ext>
            </a:extLst>
          </p:cNvPr>
          <p:cNvSpPr txBox="1"/>
          <p:nvPr/>
        </p:nvSpPr>
        <p:spPr>
          <a:xfrm>
            <a:off x="6644787" y="1839177"/>
            <a:ext cx="434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208D09B-E7C6-4F46-A191-1EB66F2D6308}"/>
              </a:ext>
            </a:extLst>
          </p:cNvPr>
          <p:cNvSpPr txBox="1"/>
          <p:nvPr/>
        </p:nvSpPr>
        <p:spPr>
          <a:xfrm>
            <a:off x="8188721" y="194105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F4B262C-B12F-4E4F-B236-30A19869ACF7}"/>
              </a:ext>
            </a:extLst>
          </p:cNvPr>
          <p:cNvSpPr/>
          <p:nvPr/>
        </p:nvSpPr>
        <p:spPr>
          <a:xfrm>
            <a:off x="6978797" y="2723169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2AB5F34-FD1E-4495-BDAD-0342A8E258B9}"/>
              </a:ext>
            </a:extLst>
          </p:cNvPr>
          <p:cNvSpPr/>
          <p:nvPr/>
        </p:nvSpPr>
        <p:spPr>
          <a:xfrm>
            <a:off x="4604099" y="660754"/>
            <a:ext cx="4104795" cy="4108449"/>
          </a:xfrm>
          <a:prstGeom prst="rect">
            <a:avLst/>
          </a:prstGeom>
          <a:solidFill>
            <a:schemeClr val="bg1">
              <a:lumMod val="9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1B9FA47-5B49-4339-9879-1E51B1C3787D}"/>
              </a:ext>
            </a:extLst>
          </p:cNvPr>
          <p:cNvSpPr/>
          <p:nvPr/>
        </p:nvSpPr>
        <p:spPr>
          <a:xfrm>
            <a:off x="435106" y="654405"/>
            <a:ext cx="2001740" cy="4114798"/>
          </a:xfrm>
          <a:prstGeom prst="rect">
            <a:avLst/>
          </a:prstGeom>
          <a:solidFill>
            <a:schemeClr val="bg1">
              <a:lumMod val="9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BF760844-318F-4957-8EA9-2FE612B4E3E2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9905E858-BCAC-4A44-990B-33767080CB95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Titel 1">
            <a:extLst>
              <a:ext uri="{FF2B5EF4-FFF2-40B4-BE49-F238E27FC236}">
                <a16:creationId xmlns:a16="http://schemas.microsoft.com/office/drawing/2014/main" id="{AD0348CC-C0D3-4D65-B7ED-3BF3B11B5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55" y="200110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Development and Evaluation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5926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E8041-6D89-42AC-A48E-C725D21E7091}"/>
              </a:ext>
            </a:extLst>
          </p:cNvPr>
          <p:cNvSpPr/>
          <p:nvPr/>
        </p:nvSpPr>
        <p:spPr>
          <a:xfrm>
            <a:off x="2522139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521F0D-A923-4672-98F5-6C627D6EC2B8}"/>
              </a:ext>
            </a:extLst>
          </p:cNvPr>
          <p:cNvSpPr/>
          <p:nvPr/>
        </p:nvSpPr>
        <p:spPr>
          <a:xfrm>
            <a:off x="435106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263FFE4-CCE6-48AB-8B69-FB4E51E77D43}"/>
              </a:ext>
            </a:extLst>
          </p:cNvPr>
          <p:cNvSpPr/>
          <p:nvPr/>
        </p:nvSpPr>
        <p:spPr>
          <a:xfrm>
            <a:off x="4609172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357D3B6-A4F5-4DAD-88BE-41F6F81AE2BA}"/>
              </a:ext>
            </a:extLst>
          </p:cNvPr>
          <p:cNvSpPr/>
          <p:nvPr/>
        </p:nvSpPr>
        <p:spPr>
          <a:xfrm>
            <a:off x="6696205" y="66075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73C6DFB-F1FC-4C70-B628-3DBC76360460}"/>
              </a:ext>
            </a:extLst>
          </p:cNvPr>
          <p:cNvSpPr txBox="1"/>
          <p:nvPr/>
        </p:nvSpPr>
        <p:spPr>
          <a:xfrm>
            <a:off x="555755" y="4010435"/>
            <a:ext cx="17547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Gray area (sample region) is cropped and used to train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0333937-3740-4144-B025-95CFB08AEF31}"/>
              </a:ext>
            </a:extLst>
          </p:cNvPr>
          <p:cNvSpPr txBox="1"/>
          <p:nvPr/>
        </p:nvSpPr>
        <p:spPr>
          <a:xfrm>
            <a:off x="2636438" y="4010435"/>
            <a:ext cx="1754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OCS is applied to extract test from the white ribbon and save it as structured data in a CSV file.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5FA64CA-B118-4521-ACCC-239CD13DDA13}"/>
              </a:ext>
            </a:extLst>
          </p:cNvPr>
          <p:cNvSpPr txBox="1"/>
          <p:nvPr/>
        </p:nvSpPr>
        <p:spPr>
          <a:xfrm>
            <a:off x="4692246" y="4010435"/>
            <a:ext cx="1874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Structured Metadata is used as additional features (metadata input) and combined with image features 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93177F1B-F715-4665-A0F5-D5EA3AB1A240}"/>
              </a:ext>
            </a:extLst>
          </p:cNvPr>
          <p:cNvCxnSpPr/>
          <p:nvPr/>
        </p:nvCxnSpPr>
        <p:spPr>
          <a:xfrm>
            <a:off x="3050887" y="2939739"/>
            <a:ext cx="18397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44863EE5-EF9E-495A-913B-2DAEE9518D19}"/>
              </a:ext>
            </a:extLst>
          </p:cNvPr>
          <p:cNvCxnSpPr>
            <a:cxnSpLocks/>
          </p:cNvCxnSpPr>
          <p:nvPr/>
        </p:nvCxnSpPr>
        <p:spPr>
          <a:xfrm>
            <a:off x="2572365" y="2932653"/>
            <a:ext cx="192617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Grafik 88">
            <a:extLst>
              <a:ext uri="{FF2B5EF4-FFF2-40B4-BE49-F238E27FC236}">
                <a16:creationId xmlns:a16="http://schemas.microsoft.com/office/drawing/2014/main" id="{3DE3F5C2-A0BD-43A7-A356-1CB15CFBE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40" y="2687101"/>
            <a:ext cx="512108" cy="518205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741A6351-61AD-4023-AD0D-65FF9DAAC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81" y="1657775"/>
            <a:ext cx="1591883" cy="2299997"/>
          </a:xfrm>
          <a:prstGeom prst="rect">
            <a:avLst/>
          </a:prstGeom>
        </p:spPr>
      </p:pic>
      <p:sp>
        <p:nvSpPr>
          <p:cNvPr id="120" name="Rechteck 119">
            <a:extLst>
              <a:ext uri="{FF2B5EF4-FFF2-40B4-BE49-F238E27FC236}">
                <a16:creationId xmlns:a16="http://schemas.microsoft.com/office/drawing/2014/main" id="{51A1BC4A-A789-4306-B1C3-6624C277B880}"/>
              </a:ext>
            </a:extLst>
          </p:cNvPr>
          <p:cNvSpPr/>
          <p:nvPr/>
        </p:nvSpPr>
        <p:spPr>
          <a:xfrm>
            <a:off x="555755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1. Cropped Image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CF4979AC-6840-4243-8936-A50F54A34C8D}"/>
              </a:ext>
            </a:extLst>
          </p:cNvPr>
          <p:cNvSpPr/>
          <p:nvPr/>
        </p:nvSpPr>
        <p:spPr>
          <a:xfrm>
            <a:off x="2653371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 </a:t>
            </a:r>
            <a:r>
              <a:rPr lang="en-US" sz="1200" b="1">
                <a:solidFill>
                  <a:schemeClr val="tx1"/>
                </a:solidFill>
              </a:rPr>
              <a:t>OCR Extraction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EA9ED1BF-B3B8-4083-96AD-B3C018A47498}"/>
              </a:ext>
            </a:extLst>
          </p:cNvPr>
          <p:cNvSpPr/>
          <p:nvPr/>
        </p:nvSpPr>
        <p:spPr>
          <a:xfrm>
            <a:off x="4747605" y="746250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Feed the Metadata Features to Model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8BD5D8CC-1738-4086-8AF2-72FF3B5354DE}"/>
              </a:ext>
            </a:extLst>
          </p:cNvPr>
          <p:cNvSpPr/>
          <p:nvPr/>
        </p:nvSpPr>
        <p:spPr>
          <a:xfrm>
            <a:off x="6815796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Hyperparameter Changes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pic>
        <p:nvPicPr>
          <p:cNvPr id="3079" name="Grafik 3078">
            <a:extLst>
              <a:ext uri="{FF2B5EF4-FFF2-40B4-BE49-F238E27FC236}">
                <a16:creationId xmlns:a16="http://schemas.microsoft.com/office/drawing/2014/main" id="{4297DA82-CFBF-4CF9-9056-8F929EF4E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109" y="1526732"/>
            <a:ext cx="1132683" cy="2464934"/>
          </a:xfrm>
          <a:prstGeom prst="rect">
            <a:avLst/>
          </a:prstGeom>
        </p:spPr>
      </p:pic>
      <p:pic>
        <p:nvPicPr>
          <p:cNvPr id="142" name="Picture 2">
            <a:extLst>
              <a:ext uri="{FF2B5EF4-FFF2-40B4-BE49-F238E27FC236}">
                <a16:creationId xmlns:a16="http://schemas.microsoft.com/office/drawing/2014/main" id="{0FAC1F20-0A34-41D7-B09D-604E6F4B5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t="8988" r="18647" b="10448"/>
          <a:stretch/>
        </p:blipFill>
        <p:spPr bwMode="auto">
          <a:xfrm>
            <a:off x="7316738" y="1710480"/>
            <a:ext cx="904025" cy="6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Textfeld 3082">
            <a:extLst>
              <a:ext uri="{FF2B5EF4-FFF2-40B4-BE49-F238E27FC236}">
                <a16:creationId xmlns:a16="http://schemas.microsoft.com/office/drawing/2014/main" id="{C95D5FF6-3F6D-4F56-B4A1-38ED8F473BCD}"/>
              </a:ext>
            </a:extLst>
          </p:cNvPr>
          <p:cNvSpPr txBox="1"/>
          <p:nvPr/>
        </p:nvSpPr>
        <p:spPr>
          <a:xfrm>
            <a:off x="7283290" y="2759199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1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3084" name="Textfeld 3083">
            <a:extLst>
              <a:ext uri="{FF2B5EF4-FFF2-40B4-BE49-F238E27FC236}">
                <a16:creationId xmlns:a16="http://schemas.microsoft.com/office/drawing/2014/main" id="{9841D860-83A8-457E-8AD1-918617D94737}"/>
              </a:ext>
            </a:extLst>
          </p:cNvPr>
          <p:cNvSpPr txBox="1"/>
          <p:nvPr/>
        </p:nvSpPr>
        <p:spPr>
          <a:xfrm>
            <a:off x="6978797" y="3959196"/>
            <a:ext cx="15318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30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1e-5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3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AB65867A-33B3-4038-AB3C-3BDAE74B402C}"/>
              </a:ext>
            </a:extLst>
          </p:cNvPr>
          <p:cNvSpPr/>
          <p:nvPr/>
        </p:nvSpPr>
        <p:spPr>
          <a:xfrm>
            <a:off x="6980633" y="3709924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E1E4FC5A-0958-4259-8958-9063E99D196B}"/>
              </a:ext>
            </a:extLst>
          </p:cNvPr>
          <p:cNvSpPr txBox="1"/>
          <p:nvPr/>
        </p:nvSpPr>
        <p:spPr>
          <a:xfrm>
            <a:off x="7265062" y="3755702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2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C3387ADF-4684-43DE-A1C2-5355FCDFBBB4}"/>
              </a:ext>
            </a:extLst>
          </p:cNvPr>
          <p:cNvSpPr txBox="1"/>
          <p:nvPr/>
        </p:nvSpPr>
        <p:spPr>
          <a:xfrm>
            <a:off x="6990796" y="2955567"/>
            <a:ext cx="1601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20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3e-5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0</a:t>
            </a:r>
            <a:endParaRPr lang="LID4096" sz="700" dirty="0">
              <a:solidFill>
                <a:schemeClr val="bg1"/>
              </a:solidFill>
            </a:endParaRPr>
          </a:p>
          <a:p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B3D607-BD20-4F2F-81C5-4CB75F255457}"/>
              </a:ext>
            </a:extLst>
          </p:cNvPr>
          <p:cNvSpPr txBox="1"/>
          <p:nvPr/>
        </p:nvSpPr>
        <p:spPr>
          <a:xfrm>
            <a:off x="878761" y="1465065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Training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F60BB4F-1890-48EF-A08F-2802C306B4E0}"/>
              </a:ext>
            </a:extLst>
          </p:cNvPr>
          <p:cNvSpPr txBox="1"/>
          <p:nvPr/>
        </p:nvSpPr>
        <p:spPr>
          <a:xfrm>
            <a:off x="693631" y="3594508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Metadata</a:t>
            </a:r>
            <a:endParaRPr lang="LID4096" sz="90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7FE6C-24DD-4CD7-922B-374EF2654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765" y="1762119"/>
            <a:ext cx="1414395" cy="23410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FE76BE3-399F-4D20-AA2B-AD80538B8C9D}"/>
              </a:ext>
            </a:extLst>
          </p:cNvPr>
          <p:cNvSpPr txBox="1"/>
          <p:nvPr/>
        </p:nvSpPr>
        <p:spPr>
          <a:xfrm>
            <a:off x="4557231" y="1878651"/>
            <a:ext cx="539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2A72E3D-DDE2-49FE-8A83-534AEDF46C57}"/>
              </a:ext>
            </a:extLst>
          </p:cNvPr>
          <p:cNvSpPr txBox="1"/>
          <p:nvPr/>
        </p:nvSpPr>
        <p:spPr>
          <a:xfrm>
            <a:off x="6041263" y="198637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3D2DB4A-7DB6-4A58-A215-5CADAA51230D}"/>
              </a:ext>
            </a:extLst>
          </p:cNvPr>
          <p:cNvCxnSpPr/>
          <p:nvPr/>
        </p:nvCxnSpPr>
        <p:spPr>
          <a:xfrm>
            <a:off x="7035290" y="2045885"/>
            <a:ext cx="26026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591C9196-B5BA-495C-88A7-2CC2A6CE8E9D}"/>
              </a:ext>
            </a:extLst>
          </p:cNvPr>
          <p:cNvSpPr txBox="1"/>
          <p:nvPr/>
        </p:nvSpPr>
        <p:spPr>
          <a:xfrm>
            <a:off x="6644787" y="1839177"/>
            <a:ext cx="434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208D09B-E7C6-4F46-A191-1EB66F2D6308}"/>
              </a:ext>
            </a:extLst>
          </p:cNvPr>
          <p:cNvSpPr txBox="1"/>
          <p:nvPr/>
        </p:nvSpPr>
        <p:spPr>
          <a:xfrm>
            <a:off x="8188721" y="194105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F4B262C-B12F-4E4F-B236-30A19869ACF7}"/>
              </a:ext>
            </a:extLst>
          </p:cNvPr>
          <p:cNvSpPr/>
          <p:nvPr/>
        </p:nvSpPr>
        <p:spPr>
          <a:xfrm>
            <a:off x="6978797" y="2723169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B3F66DB-2F82-4C09-9336-0BDAF6F36BB1}"/>
              </a:ext>
            </a:extLst>
          </p:cNvPr>
          <p:cNvSpPr/>
          <p:nvPr/>
        </p:nvSpPr>
        <p:spPr>
          <a:xfrm>
            <a:off x="6686146" y="660754"/>
            <a:ext cx="2010309" cy="4108449"/>
          </a:xfrm>
          <a:prstGeom prst="rect">
            <a:avLst/>
          </a:prstGeom>
          <a:solidFill>
            <a:schemeClr val="bg1">
              <a:lumMod val="9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691DA40-26EB-46E2-86BE-8295984297A9}"/>
              </a:ext>
            </a:extLst>
          </p:cNvPr>
          <p:cNvSpPr/>
          <p:nvPr/>
        </p:nvSpPr>
        <p:spPr>
          <a:xfrm>
            <a:off x="435106" y="654405"/>
            <a:ext cx="4116562" cy="4114798"/>
          </a:xfrm>
          <a:prstGeom prst="rect">
            <a:avLst/>
          </a:prstGeom>
          <a:solidFill>
            <a:schemeClr val="bg1">
              <a:lumMod val="9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9A2D631-CE89-4A50-BC43-505AE8E7A0E0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3DE6632F-94A4-41A6-ACBC-26E1E1FCC21A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898B1551-AE2B-4FF8-AEB0-E9ACBB9D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55" y="200110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Development and Evaluation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66818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E8041-6D89-42AC-A48E-C725D21E7091}"/>
              </a:ext>
            </a:extLst>
          </p:cNvPr>
          <p:cNvSpPr/>
          <p:nvPr/>
        </p:nvSpPr>
        <p:spPr>
          <a:xfrm>
            <a:off x="2522139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108D08-58E9-4BC5-99BE-6BF2C655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55" y="200110"/>
            <a:ext cx="8229600" cy="371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Development and Evaluation</a:t>
            </a:r>
            <a:endParaRPr lang="LID4096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521F0D-A923-4672-98F5-6C627D6EC2B8}"/>
              </a:ext>
            </a:extLst>
          </p:cNvPr>
          <p:cNvSpPr/>
          <p:nvPr/>
        </p:nvSpPr>
        <p:spPr>
          <a:xfrm>
            <a:off x="435106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263FFE4-CCE6-48AB-8B69-FB4E51E77D43}"/>
              </a:ext>
            </a:extLst>
          </p:cNvPr>
          <p:cNvSpPr/>
          <p:nvPr/>
        </p:nvSpPr>
        <p:spPr>
          <a:xfrm>
            <a:off x="4609172" y="66710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357D3B6-A4F5-4DAD-88BE-41F6F81AE2BA}"/>
              </a:ext>
            </a:extLst>
          </p:cNvPr>
          <p:cNvSpPr/>
          <p:nvPr/>
        </p:nvSpPr>
        <p:spPr>
          <a:xfrm>
            <a:off x="6696205" y="660754"/>
            <a:ext cx="1993900" cy="4102100"/>
          </a:xfrm>
          <a:prstGeom prst="rect">
            <a:avLst/>
          </a:prstGeom>
          <a:solidFill>
            <a:srgbClr val="0023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73C6DFB-F1FC-4C70-B628-3DBC76360460}"/>
              </a:ext>
            </a:extLst>
          </p:cNvPr>
          <p:cNvSpPr txBox="1"/>
          <p:nvPr/>
        </p:nvSpPr>
        <p:spPr>
          <a:xfrm>
            <a:off x="555755" y="4010435"/>
            <a:ext cx="17547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Gray area (sample region) is cropped and used to train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0333937-3740-4144-B025-95CFB08AEF31}"/>
              </a:ext>
            </a:extLst>
          </p:cNvPr>
          <p:cNvSpPr txBox="1"/>
          <p:nvPr/>
        </p:nvSpPr>
        <p:spPr>
          <a:xfrm>
            <a:off x="2636438" y="4010435"/>
            <a:ext cx="1754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OCS is applied to extract test from the white ribbon and save it as structured data in a CSV file.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5FA64CA-B118-4521-ACCC-239CD13DDA13}"/>
              </a:ext>
            </a:extLst>
          </p:cNvPr>
          <p:cNvSpPr txBox="1"/>
          <p:nvPr/>
        </p:nvSpPr>
        <p:spPr>
          <a:xfrm>
            <a:off x="4692246" y="4010435"/>
            <a:ext cx="1874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Structured Metadata is used as additional features (metadata input) and combined with image features in the baseline model.</a:t>
            </a:r>
            <a:endParaRPr lang="LID4096" sz="900" dirty="0">
              <a:solidFill>
                <a:schemeClr val="bg1"/>
              </a:solidFill>
            </a:endParaRP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93177F1B-F715-4665-A0F5-D5EA3AB1A240}"/>
              </a:ext>
            </a:extLst>
          </p:cNvPr>
          <p:cNvCxnSpPr/>
          <p:nvPr/>
        </p:nvCxnSpPr>
        <p:spPr>
          <a:xfrm>
            <a:off x="3050887" y="2939739"/>
            <a:ext cx="18397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44863EE5-EF9E-495A-913B-2DAEE9518D19}"/>
              </a:ext>
            </a:extLst>
          </p:cNvPr>
          <p:cNvCxnSpPr>
            <a:cxnSpLocks/>
          </p:cNvCxnSpPr>
          <p:nvPr/>
        </p:nvCxnSpPr>
        <p:spPr>
          <a:xfrm>
            <a:off x="2572365" y="2932653"/>
            <a:ext cx="192617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Grafik 88">
            <a:extLst>
              <a:ext uri="{FF2B5EF4-FFF2-40B4-BE49-F238E27FC236}">
                <a16:creationId xmlns:a16="http://schemas.microsoft.com/office/drawing/2014/main" id="{3DE3F5C2-A0BD-43A7-A356-1CB15CFBE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40" y="2687101"/>
            <a:ext cx="512108" cy="518205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741A6351-61AD-4023-AD0D-65FF9DAAC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81" y="1657775"/>
            <a:ext cx="1591883" cy="2299997"/>
          </a:xfrm>
          <a:prstGeom prst="rect">
            <a:avLst/>
          </a:prstGeom>
        </p:spPr>
      </p:pic>
      <p:sp>
        <p:nvSpPr>
          <p:cNvPr id="120" name="Rechteck 119">
            <a:extLst>
              <a:ext uri="{FF2B5EF4-FFF2-40B4-BE49-F238E27FC236}">
                <a16:creationId xmlns:a16="http://schemas.microsoft.com/office/drawing/2014/main" id="{51A1BC4A-A789-4306-B1C3-6624C277B880}"/>
              </a:ext>
            </a:extLst>
          </p:cNvPr>
          <p:cNvSpPr/>
          <p:nvPr/>
        </p:nvSpPr>
        <p:spPr>
          <a:xfrm>
            <a:off x="555755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1. Cropped Image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CF4979AC-6840-4243-8936-A50F54A34C8D}"/>
              </a:ext>
            </a:extLst>
          </p:cNvPr>
          <p:cNvSpPr/>
          <p:nvPr/>
        </p:nvSpPr>
        <p:spPr>
          <a:xfrm>
            <a:off x="2653371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 </a:t>
            </a:r>
            <a:r>
              <a:rPr lang="en-US" sz="1200" b="1">
                <a:solidFill>
                  <a:schemeClr val="tx1"/>
                </a:solidFill>
              </a:rPr>
              <a:t>OCR Extraction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EA9ED1BF-B3B8-4083-96AD-B3C018A47498}"/>
              </a:ext>
            </a:extLst>
          </p:cNvPr>
          <p:cNvSpPr/>
          <p:nvPr/>
        </p:nvSpPr>
        <p:spPr>
          <a:xfrm>
            <a:off x="4747605" y="746250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Feed the Metadata Features to Model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8BD5D8CC-1738-4086-8AF2-72FF3B5354DE}"/>
              </a:ext>
            </a:extLst>
          </p:cNvPr>
          <p:cNvSpPr/>
          <p:nvPr/>
        </p:nvSpPr>
        <p:spPr>
          <a:xfrm>
            <a:off x="6815796" y="740373"/>
            <a:ext cx="1754717" cy="724692"/>
          </a:xfrm>
          <a:prstGeom prst="rect">
            <a:avLst/>
          </a:prstGeom>
          <a:solidFill>
            <a:schemeClr val="bg2">
              <a:lumMod val="20000"/>
              <a:lumOff val="8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Hyperparameter Changes</a:t>
            </a:r>
            <a:endParaRPr lang="LID4096" sz="1200" b="1" dirty="0">
              <a:solidFill>
                <a:schemeClr val="tx1"/>
              </a:solidFill>
            </a:endParaRPr>
          </a:p>
        </p:txBody>
      </p:sp>
      <p:pic>
        <p:nvPicPr>
          <p:cNvPr id="3079" name="Grafik 3078">
            <a:extLst>
              <a:ext uri="{FF2B5EF4-FFF2-40B4-BE49-F238E27FC236}">
                <a16:creationId xmlns:a16="http://schemas.microsoft.com/office/drawing/2014/main" id="{4297DA82-CFBF-4CF9-9056-8F929EF4E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109" y="1526732"/>
            <a:ext cx="1132683" cy="2464934"/>
          </a:xfrm>
          <a:prstGeom prst="rect">
            <a:avLst/>
          </a:prstGeom>
        </p:spPr>
      </p:pic>
      <p:pic>
        <p:nvPicPr>
          <p:cNvPr id="142" name="Picture 2">
            <a:extLst>
              <a:ext uri="{FF2B5EF4-FFF2-40B4-BE49-F238E27FC236}">
                <a16:creationId xmlns:a16="http://schemas.microsoft.com/office/drawing/2014/main" id="{0FAC1F20-0A34-41D7-B09D-604E6F4B5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t="8988" r="18647" b="10448"/>
          <a:stretch/>
        </p:blipFill>
        <p:spPr bwMode="auto">
          <a:xfrm>
            <a:off x="7316738" y="1710480"/>
            <a:ext cx="904025" cy="6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Textfeld 3082">
            <a:extLst>
              <a:ext uri="{FF2B5EF4-FFF2-40B4-BE49-F238E27FC236}">
                <a16:creationId xmlns:a16="http://schemas.microsoft.com/office/drawing/2014/main" id="{C95D5FF6-3F6D-4F56-B4A1-38ED8F473BCD}"/>
              </a:ext>
            </a:extLst>
          </p:cNvPr>
          <p:cNvSpPr txBox="1"/>
          <p:nvPr/>
        </p:nvSpPr>
        <p:spPr>
          <a:xfrm>
            <a:off x="7283290" y="2759199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1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3084" name="Textfeld 3083">
            <a:extLst>
              <a:ext uri="{FF2B5EF4-FFF2-40B4-BE49-F238E27FC236}">
                <a16:creationId xmlns:a16="http://schemas.microsoft.com/office/drawing/2014/main" id="{9841D860-83A8-457E-8AD1-918617D94737}"/>
              </a:ext>
            </a:extLst>
          </p:cNvPr>
          <p:cNvSpPr txBox="1"/>
          <p:nvPr/>
        </p:nvSpPr>
        <p:spPr>
          <a:xfrm>
            <a:off x="6978797" y="3959196"/>
            <a:ext cx="15318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30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1e-5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3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AB65867A-33B3-4038-AB3C-3BDAE74B402C}"/>
              </a:ext>
            </a:extLst>
          </p:cNvPr>
          <p:cNvSpPr/>
          <p:nvPr/>
        </p:nvSpPr>
        <p:spPr>
          <a:xfrm>
            <a:off x="6980633" y="3709924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E1E4FC5A-0958-4259-8958-9063E99D196B}"/>
              </a:ext>
            </a:extLst>
          </p:cNvPr>
          <p:cNvSpPr txBox="1"/>
          <p:nvPr/>
        </p:nvSpPr>
        <p:spPr>
          <a:xfrm>
            <a:off x="7265062" y="3755702"/>
            <a:ext cx="126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Experiment 2</a:t>
            </a:r>
            <a:endParaRPr lang="LID4096" sz="900" b="1" dirty="0">
              <a:solidFill>
                <a:schemeClr val="bg1"/>
              </a:solidFill>
            </a:endParaRP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C3387ADF-4684-43DE-A1C2-5355FCDFBBB4}"/>
              </a:ext>
            </a:extLst>
          </p:cNvPr>
          <p:cNvSpPr txBox="1"/>
          <p:nvPr/>
        </p:nvSpPr>
        <p:spPr>
          <a:xfrm>
            <a:off x="6990796" y="2955567"/>
            <a:ext cx="1601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Epoch : 20</a:t>
            </a:r>
          </a:p>
          <a:p>
            <a:r>
              <a:rPr lang="en-US" sz="700" dirty="0">
                <a:solidFill>
                  <a:schemeClr val="bg1"/>
                </a:solidFill>
              </a:rPr>
              <a:t>Learning Rate: 3e-5</a:t>
            </a:r>
          </a:p>
          <a:p>
            <a:r>
              <a:rPr lang="en-US" sz="700" dirty="0">
                <a:solidFill>
                  <a:schemeClr val="bg1"/>
                </a:solidFill>
              </a:rPr>
              <a:t>Freeze-backbone epoch: 0</a:t>
            </a:r>
            <a:endParaRPr lang="LID4096" sz="700" dirty="0">
              <a:solidFill>
                <a:schemeClr val="bg1"/>
              </a:solidFill>
            </a:endParaRPr>
          </a:p>
          <a:p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B3D607-BD20-4F2F-81C5-4CB75F255457}"/>
              </a:ext>
            </a:extLst>
          </p:cNvPr>
          <p:cNvSpPr txBox="1"/>
          <p:nvPr/>
        </p:nvSpPr>
        <p:spPr>
          <a:xfrm>
            <a:off x="878761" y="1465065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Training</a:t>
            </a:r>
            <a:endParaRPr lang="LID4096" sz="900" dirty="0">
              <a:solidFill>
                <a:schemeClr val="bg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F60BB4F-1890-48EF-A08F-2802C306B4E0}"/>
              </a:ext>
            </a:extLst>
          </p:cNvPr>
          <p:cNvSpPr txBox="1"/>
          <p:nvPr/>
        </p:nvSpPr>
        <p:spPr>
          <a:xfrm>
            <a:off x="693631" y="3594508"/>
            <a:ext cx="92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Metadata</a:t>
            </a:r>
            <a:endParaRPr lang="LID4096" sz="90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7FE6C-24DD-4CD7-922B-374EF2654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765" y="1762119"/>
            <a:ext cx="1414395" cy="23410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FE76BE3-399F-4D20-AA2B-AD80538B8C9D}"/>
              </a:ext>
            </a:extLst>
          </p:cNvPr>
          <p:cNvSpPr txBox="1"/>
          <p:nvPr/>
        </p:nvSpPr>
        <p:spPr>
          <a:xfrm>
            <a:off x="4557231" y="1878651"/>
            <a:ext cx="539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2A72E3D-DDE2-49FE-8A83-534AEDF46C57}"/>
              </a:ext>
            </a:extLst>
          </p:cNvPr>
          <p:cNvSpPr txBox="1"/>
          <p:nvPr/>
        </p:nvSpPr>
        <p:spPr>
          <a:xfrm>
            <a:off x="6041263" y="198637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3D2DB4A-7DB6-4A58-A215-5CADAA51230D}"/>
              </a:ext>
            </a:extLst>
          </p:cNvPr>
          <p:cNvCxnSpPr/>
          <p:nvPr/>
        </p:nvCxnSpPr>
        <p:spPr>
          <a:xfrm>
            <a:off x="7035290" y="2045885"/>
            <a:ext cx="260266" cy="0"/>
          </a:xfrm>
          <a:prstGeom prst="straightConnector1">
            <a:avLst/>
          </a:prstGeom>
          <a:ln w="3810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591C9196-B5BA-495C-88A7-2CC2A6CE8E9D}"/>
              </a:ext>
            </a:extLst>
          </p:cNvPr>
          <p:cNvSpPr txBox="1"/>
          <p:nvPr/>
        </p:nvSpPr>
        <p:spPr>
          <a:xfrm>
            <a:off x="6644787" y="1839177"/>
            <a:ext cx="434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Grey Image Input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208D09B-E7C6-4F46-A191-1EB66F2D6308}"/>
              </a:ext>
            </a:extLst>
          </p:cNvPr>
          <p:cNvSpPr txBox="1"/>
          <p:nvPr/>
        </p:nvSpPr>
        <p:spPr>
          <a:xfrm>
            <a:off x="8188721" y="1941052"/>
            <a:ext cx="5395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Output</a:t>
            </a:r>
            <a:endParaRPr lang="LID4096" sz="700" dirty="0">
              <a:solidFill>
                <a:schemeClr val="bg1"/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F4B262C-B12F-4E4F-B236-30A19869ACF7}"/>
              </a:ext>
            </a:extLst>
          </p:cNvPr>
          <p:cNvSpPr/>
          <p:nvPr/>
        </p:nvSpPr>
        <p:spPr>
          <a:xfrm>
            <a:off x="6978797" y="2723169"/>
            <a:ext cx="1266238" cy="7408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42D9B8C-8C54-4D8B-89A0-149E89C6FFDD}"/>
              </a:ext>
            </a:extLst>
          </p:cNvPr>
          <p:cNvSpPr/>
          <p:nvPr/>
        </p:nvSpPr>
        <p:spPr>
          <a:xfrm>
            <a:off x="435105" y="654405"/>
            <a:ext cx="6218753" cy="4114798"/>
          </a:xfrm>
          <a:prstGeom prst="rect">
            <a:avLst/>
          </a:prstGeom>
          <a:solidFill>
            <a:schemeClr val="bg1">
              <a:lumMod val="9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AD0C05-2FFC-4180-A1BF-3A8287656A34}"/>
              </a:ext>
            </a:extLst>
          </p:cNvPr>
          <p:cNvSpPr/>
          <p:nvPr/>
        </p:nvSpPr>
        <p:spPr>
          <a:xfrm>
            <a:off x="7035290" y="3223474"/>
            <a:ext cx="1153431" cy="116458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8BDC67FC-6F30-45DB-BD8F-66455F55BFFD}"/>
              </a:ext>
            </a:extLst>
          </p:cNvPr>
          <p:cNvSpPr/>
          <p:nvPr/>
        </p:nvSpPr>
        <p:spPr>
          <a:xfrm>
            <a:off x="7035290" y="3993395"/>
            <a:ext cx="1153431" cy="230331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4" name="Google Shape;1770;p35">
            <a:extLst>
              <a:ext uri="{FF2B5EF4-FFF2-40B4-BE49-F238E27FC236}">
                <a16:creationId xmlns:a16="http://schemas.microsoft.com/office/drawing/2014/main" id="{3C7D8361-76E0-4449-A491-9145CD3E8BEC}"/>
              </a:ext>
            </a:extLst>
          </p:cNvPr>
          <p:cNvSpPr/>
          <p:nvPr/>
        </p:nvSpPr>
        <p:spPr>
          <a:xfrm>
            <a:off x="7142712" y="2804599"/>
            <a:ext cx="163914" cy="119149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770;p35">
            <a:extLst>
              <a:ext uri="{FF2B5EF4-FFF2-40B4-BE49-F238E27FC236}">
                <a16:creationId xmlns:a16="http://schemas.microsoft.com/office/drawing/2014/main" id="{FCAF4E56-413F-4F4C-B8AD-7D6EBC12013D}"/>
              </a:ext>
            </a:extLst>
          </p:cNvPr>
          <p:cNvSpPr/>
          <p:nvPr/>
        </p:nvSpPr>
        <p:spPr>
          <a:xfrm>
            <a:off x="7119376" y="3800664"/>
            <a:ext cx="163914" cy="119149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9704C77B-CA21-4F1E-ADCB-3ADD9F3EAFCB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FED727A6-17E8-47C8-9B08-8ECD15D013A3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1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591D2-09CC-4A52-8457-9C1EE9DD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Discussion</a:t>
            </a:r>
            <a:endParaRPr lang="LID4096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EB0F3D-CB18-4A0E-8A11-2A2DEE045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946150"/>
            <a:ext cx="4241800" cy="21209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F4B7CC5-2A55-485E-8929-D261FA06D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599" y="946150"/>
            <a:ext cx="4241800" cy="2120900"/>
          </a:xfrm>
          <a:prstGeom prst="rect">
            <a:avLst/>
          </a:prstGeom>
        </p:spPr>
      </p:pic>
      <p:grpSp>
        <p:nvGrpSpPr>
          <p:cNvPr id="9" name="Google Shape;2137;p41">
            <a:extLst>
              <a:ext uri="{FF2B5EF4-FFF2-40B4-BE49-F238E27FC236}">
                <a16:creationId xmlns:a16="http://schemas.microsoft.com/office/drawing/2014/main" id="{089C176D-F0AF-4592-845B-84A0CE78FD44}"/>
              </a:ext>
            </a:extLst>
          </p:cNvPr>
          <p:cNvGrpSpPr/>
          <p:nvPr/>
        </p:nvGrpSpPr>
        <p:grpSpPr>
          <a:xfrm>
            <a:off x="5286002" y="3823206"/>
            <a:ext cx="2180656" cy="739162"/>
            <a:chOff x="333945" y="1105450"/>
            <a:chExt cx="2180656" cy="739162"/>
          </a:xfrm>
        </p:grpSpPr>
        <p:grpSp>
          <p:nvGrpSpPr>
            <p:cNvPr id="10" name="Google Shape;2138;p41">
              <a:extLst>
                <a:ext uri="{FF2B5EF4-FFF2-40B4-BE49-F238E27FC236}">
                  <a16:creationId xmlns:a16="http://schemas.microsoft.com/office/drawing/2014/main" id="{8D607CF8-DAC5-4BEF-A4B1-E164E10BF3AD}"/>
                </a:ext>
              </a:extLst>
            </p:cNvPr>
            <p:cNvGrpSpPr/>
            <p:nvPr/>
          </p:nvGrpSpPr>
          <p:grpSpPr>
            <a:xfrm>
              <a:off x="457201" y="1105450"/>
              <a:ext cx="2057400" cy="623632"/>
              <a:chOff x="457201" y="1105450"/>
              <a:chExt cx="2057400" cy="623632"/>
            </a:xfrm>
          </p:grpSpPr>
          <p:sp>
            <p:nvSpPr>
              <p:cNvPr id="12" name="Google Shape;2139;p41">
                <a:extLst>
                  <a:ext uri="{FF2B5EF4-FFF2-40B4-BE49-F238E27FC236}">
                    <a16:creationId xmlns:a16="http://schemas.microsoft.com/office/drawing/2014/main" id="{CD8D274D-6348-4DB2-A185-5EC5A7EB5641}"/>
                  </a:ext>
                </a:extLst>
              </p:cNvPr>
              <p:cNvSpPr txBox="1"/>
              <p:nvPr/>
            </p:nvSpPr>
            <p:spPr>
              <a:xfrm>
                <a:off x="457201" y="1105450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L</a:t>
                </a:r>
                <a:r>
                  <a:rPr lang="en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earning r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ate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3" name="Google Shape;2140;p41">
                <a:extLst>
                  <a:ext uri="{FF2B5EF4-FFF2-40B4-BE49-F238E27FC236}">
                    <a16:creationId xmlns:a16="http://schemas.microsoft.com/office/drawing/2014/main" id="{29349CD0-9BC7-4A51-AE2E-A59347979EB8}"/>
                  </a:ext>
                </a:extLst>
              </p:cNvPr>
              <p:cNvSpPr txBox="1"/>
              <p:nvPr/>
            </p:nvSpPr>
            <p:spPr>
              <a:xfrm>
                <a:off x="480462" y="1397282"/>
                <a:ext cx="1636613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0" indent="0">
                  <a:buNone/>
                  <a:defRPr sz="1050">
                    <a:latin typeface="+mj-lt"/>
                    <a:ea typeface="Roboto"/>
                    <a:cs typeface="Roboto"/>
                  </a:defRPr>
                </a:lvl1pPr>
              </a:lstStyle>
              <a:p>
                <a:r>
                  <a:rPr lang="en-US" dirty="0">
                    <a:sym typeface="Roboto"/>
                  </a:rPr>
                  <a:t>lower learning rate did not improve the model.</a:t>
                </a:r>
                <a:endParaRPr dirty="0">
                  <a:sym typeface="Roboto"/>
                </a:endParaRPr>
              </a:p>
            </p:txBody>
          </p:sp>
        </p:grpSp>
        <p:sp>
          <p:nvSpPr>
            <p:cNvPr id="11" name="Google Shape;2141;p41">
              <a:extLst>
                <a:ext uri="{FF2B5EF4-FFF2-40B4-BE49-F238E27FC236}">
                  <a16:creationId xmlns:a16="http://schemas.microsoft.com/office/drawing/2014/main" id="{7DE8FE92-47CC-4A97-A970-0E6C3A3B0B2E}"/>
                </a:ext>
              </a:extLst>
            </p:cNvPr>
            <p:cNvSpPr/>
            <p:nvPr/>
          </p:nvSpPr>
          <p:spPr>
            <a:xfrm>
              <a:off x="333945" y="1161812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rgbClr val="FF7E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" name="Google Shape;2142;p41">
            <a:extLst>
              <a:ext uri="{FF2B5EF4-FFF2-40B4-BE49-F238E27FC236}">
                <a16:creationId xmlns:a16="http://schemas.microsoft.com/office/drawing/2014/main" id="{242A225C-51AD-4874-BB00-7FA2D76DD050}"/>
              </a:ext>
            </a:extLst>
          </p:cNvPr>
          <p:cNvGrpSpPr/>
          <p:nvPr/>
        </p:nvGrpSpPr>
        <p:grpSpPr>
          <a:xfrm>
            <a:off x="774753" y="3621582"/>
            <a:ext cx="2190901" cy="790225"/>
            <a:chOff x="323699" y="2579175"/>
            <a:chExt cx="2190901" cy="790225"/>
          </a:xfrm>
        </p:grpSpPr>
        <p:grpSp>
          <p:nvGrpSpPr>
            <p:cNvPr id="15" name="Google Shape;2143;p41">
              <a:extLst>
                <a:ext uri="{FF2B5EF4-FFF2-40B4-BE49-F238E27FC236}">
                  <a16:creationId xmlns:a16="http://schemas.microsoft.com/office/drawing/2014/main" id="{F69D3BEF-4837-4034-84F5-BD1B9DFD00AA}"/>
                </a:ext>
              </a:extLst>
            </p:cNvPr>
            <p:cNvGrpSpPr/>
            <p:nvPr/>
          </p:nvGrpSpPr>
          <p:grpSpPr>
            <a:xfrm>
              <a:off x="457200" y="2579175"/>
              <a:ext cx="2057400" cy="790225"/>
              <a:chOff x="457200" y="2579175"/>
              <a:chExt cx="2057400" cy="790225"/>
            </a:xfrm>
          </p:grpSpPr>
          <p:sp>
            <p:nvSpPr>
              <p:cNvPr id="17" name="Google Shape;2144;p41">
                <a:extLst>
                  <a:ext uri="{FF2B5EF4-FFF2-40B4-BE49-F238E27FC236}">
                    <a16:creationId xmlns:a16="http://schemas.microsoft.com/office/drawing/2014/main" id="{1020F212-D093-4E0D-985C-67B5A1A6EAC4}"/>
                  </a:ext>
                </a:extLst>
              </p:cNvPr>
              <p:cNvSpPr txBox="1"/>
              <p:nvPr/>
            </p:nvSpPr>
            <p:spPr>
              <a:xfrm>
                <a:off x="457200" y="25791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Metadata</a:t>
                </a:r>
                <a:endParaRPr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" name="Google Shape;2145;p41">
                <a:extLst>
                  <a:ext uri="{FF2B5EF4-FFF2-40B4-BE49-F238E27FC236}">
                    <a16:creationId xmlns:a16="http://schemas.microsoft.com/office/drawing/2014/main" id="{18EF4D40-A801-4CD9-927F-21E5D5BC1F03}"/>
                  </a:ext>
                </a:extLst>
              </p:cNvPr>
              <p:cNvSpPr txBox="1"/>
              <p:nvPr/>
            </p:nvSpPr>
            <p:spPr>
              <a:xfrm>
                <a:off x="457200" y="3037600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dirty="0">
                    <a:latin typeface="+mj-lt"/>
                    <a:ea typeface="Roboto"/>
                    <a:cs typeface="Roboto"/>
                    <a:sym typeface="Roboto"/>
                  </a:rPr>
                  <a:t>improved early training performance and reached higher validation accuracy in the first few epochs.</a:t>
                </a:r>
                <a:endParaRPr sz="1050" dirty="0">
                  <a:latin typeface="+mj-lt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" name="Google Shape;2146;p41">
              <a:extLst>
                <a:ext uri="{FF2B5EF4-FFF2-40B4-BE49-F238E27FC236}">
                  <a16:creationId xmlns:a16="http://schemas.microsoft.com/office/drawing/2014/main" id="{335FC9E3-0DB3-437C-8657-83974AF1B704}"/>
                </a:ext>
              </a:extLst>
            </p:cNvPr>
            <p:cNvSpPr/>
            <p:nvPr/>
          </p:nvSpPr>
          <p:spPr>
            <a:xfrm>
              <a:off x="323699" y="2579175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rgbClr val="2A9F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" name="Google Shape;2147;p41">
            <a:extLst>
              <a:ext uri="{FF2B5EF4-FFF2-40B4-BE49-F238E27FC236}">
                <a16:creationId xmlns:a16="http://schemas.microsoft.com/office/drawing/2014/main" id="{95187C82-9994-4572-96D6-55323D3766C2}"/>
              </a:ext>
            </a:extLst>
          </p:cNvPr>
          <p:cNvGrpSpPr/>
          <p:nvPr/>
        </p:nvGrpSpPr>
        <p:grpSpPr>
          <a:xfrm>
            <a:off x="7227401" y="3523042"/>
            <a:ext cx="2190900" cy="720526"/>
            <a:chOff x="323700" y="4057675"/>
            <a:chExt cx="2190900" cy="720526"/>
          </a:xfrm>
        </p:grpSpPr>
        <p:grpSp>
          <p:nvGrpSpPr>
            <p:cNvPr id="20" name="Google Shape;2148;p41">
              <a:extLst>
                <a:ext uri="{FF2B5EF4-FFF2-40B4-BE49-F238E27FC236}">
                  <a16:creationId xmlns:a16="http://schemas.microsoft.com/office/drawing/2014/main" id="{A3F0C1A3-D571-474E-AADE-FD5469E71C67}"/>
                </a:ext>
              </a:extLst>
            </p:cNvPr>
            <p:cNvGrpSpPr/>
            <p:nvPr/>
          </p:nvGrpSpPr>
          <p:grpSpPr>
            <a:xfrm>
              <a:off x="457200" y="4057675"/>
              <a:ext cx="2057400" cy="676245"/>
              <a:chOff x="457200" y="4057675"/>
              <a:chExt cx="2057400" cy="676245"/>
            </a:xfrm>
          </p:grpSpPr>
          <p:sp>
            <p:nvSpPr>
              <p:cNvPr id="22" name="Google Shape;2149;p41">
                <a:extLst>
                  <a:ext uri="{FF2B5EF4-FFF2-40B4-BE49-F238E27FC236}">
                    <a16:creationId xmlns:a16="http://schemas.microsoft.com/office/drawing/2014/main" id="{D05C81F2-F0F0-45B6-AC46-72A81B1568FC}"/>
                  </a:ext>
                </a:extLst>
              </p:cNvPr>
              <p:cNvSpPr txBox="1"/>
              <p:nvPr/>
            </p:nvSpPr>
            <p:spPr>
              <a:xfrm>
                <a:off x="457200" y="40576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Epoch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3" name="Google Shape;2150;p41">
                <a:extLst>
                  <a:ext uri="{FF2B5EF4-FFF2-40B4-BE49-F238E27FC236}">
                    <a16:creationId xmlns:a16="http://schemas.microsoft.com/office/drawing/2014/main" id="{D6EB1F1C-26C6-498A-9902-19F9D928398A}"/>
                  </a:ext>
                </a:extLst>
              </p:cNvPr>
              <p:cNvSpPr txBox="1"/>
              <p:nvPr/>
            </p:nvSpPr>
            <p:spPr>
              <a:xfrm>
                <a:off x="461177" y="4402120"/>
                <a:ext cx="1551559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0" indent="0">
                  <a:buNone/>
                  <a:defRPr sz="1050">
                    <a:latin typeface="+mj-lt"/>
                    <a:ea typeface="Roboto"/>
                    <a:cs typeface="Roboto"/>
                  </a:defRPr>
                </a:lvl1pPr>
              </a:lstStyle>
              <a:p>
                <a:r>
                  <a:rPr lang="en-US" dirty="0">
                    <a:sym typeface="Roboto"/>
                  </a:rPr>
                  <a:t>Increasing epochs alone is unlikely to improve performance.</a:t>
                </a:r>
                <a:endParaRPr dirty="0">
                  <a:sym typeface="Roboto"/>
                </a:endParaRPr>
              </a:p>
            </p:txBody>
          </p:sp>
        </p:grpSp>
        <p:sp>
          <p:nvSpPr>
            <p:cNvPr id="21" name="Google Shape;2151;p41">
              <a:extLst>
                <a:ext uri="{FF2B5EF4-FFF2-40B4-BE49-F238E27FC236}">
                  <a16:creationId xmlns:a16="http://schemas.microsoft.com/office/drawing/2014/main" id="{B1786EEE-B272-4E11-85CC-DFF5013FE02F}"/>
                </a:ext>
              </a:extLst>
            </p:cNvPr>
            <p:cNvSpPr/>
            <p:nvPr/>
          </p:nvSpPr>
          <p:spPr>
            <a:xfrm>
              <a:off x="323700" y="4095401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" name="Google Shape;2186;p41">
            <a:extLst>
              <a:ext uri="{FF2B5EF4-FFF2-40B4-BE49-F238E27FC236}">
                <a16:creationId xmlns:a16="http://schemas.microsoft.com/office/drawing/2014/main" id="{6062C307-53F6-4993-9CF0-88A9CFA2D432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610541" y="3477908"/>
            <a:ext cx="164212" cy="485074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187;p41">
            <a:extLst>
              <a:ext uri="{FF2B5EF4-FFF2-40B4-BE49-F238E27FC236}">
                <a16:creationId xmlns:a16="http://schemas.microsoft.com/office/drawing/2014/main" id="{B8283FDE-F13E-442E-A3AA-847773B7308D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H="1">
            <a:off x="5286001" y="3493502"/>
            <a:ext cx="58081" cy="727466"/>
          </a:xfrm>
          <a:prstGeom prst="bentConnector4">
            <a:avLst>
              <a:gd name="adj1" fmla="val -393588"/>
              <a:gd name="adj2" fmla="val 7346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" name="Google Shape;2188;p41">
            <a:extLst>
              <a:ext uri="{FF2B5EF4-FFF2-40B4-BE49-F238E27FC236}">
                <a16:creationId xmlns:a16="http://schemas.microsoft.com/office/drawing/2014/main" id="{68A69BD7-4F19-4F45-89AB-A3788D8796E0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>
            <a:off x="7039521" y="3135100"/>
            <a:ext cx="187881" cy="76706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43" name="Google Shape;2147;p41">
            <a:extLst>
              <a:ext uri="{FF2B5EF4-FFF2-40B4-BE49-F238E27FC236}">
                <a16:creationId xmlns:a16="http://schemas.microsoft.com/office/drawing/2014/main" id="{895A91B8-7088-4AC0-B5A6-3662F85D6E48}"/>
              </a:ext>
            </a:extLst>
          </p:cNvPr>
          <p:cNvGrpSpPr/>
          <p:nvPr/>
        </p:nvGrpSpPr>
        <p:grpSpPr>
          <a:xfrm>
            <a:off x="2886073" y="3181641"/>
            <a:ext cx="2190900" cy="1103541"/>
            <a:chOff x="323700" y="4057675"/>
            <a:chExt cx="2190900" cy="1103541"/>
          </a:xfrm>
        </p:grpSpPr>
        <p:grpSp>
          <p:nvGrpSpPr>
            <p:cNvPr id="44" name="Google Shape;2148;p41">
              <a:extLst>
                <a:ext uri="{FF2B5EF4-FFF2-40B4-BE49-F238E27FC236}">
                  <a16:creationId xmlns:a16="http://schemas.microsoft.com/office/drawing/2014/main" id="{0D23461C-2177-4D1B-87A0-28E9E41D2966}"/>
                </a:ext>
              </a:extLst>
            </p:cNvPr>
            <p:cNvGrpSpPr/>
            <p:nvPr/>
          </p:nvGrpSpPr>
          <p:grpSpPr>
            <a:xfrm>
              <a:off x="455613" y="4057675"/>
              <a:ext cx="2058987" cy="1103541"/>
              <a:chOff x="455613" y="4057675"/>
              <a:chExt cx="2058987" cy="1103541"/>
            </a:xfrm>
          </p:grpSpPr>
          <p:sp>
            <p:nvSpPr>
              <p:cNvPr id="46" name="Google Shape;2149;p41">
                <a:extLst>
                  <a:ext uri="{FF2B5EF4-FFF2-40B4-BE49-F238E27FC236}">
                    <a16:creationId xmlns:a16="http://schemas.microsoft.com/office/drawing/2014/main" id="{219F9183-AECD-4CE5-B39C-ACCC2CD70F98}"/>
                  </a:ext>
                </a:extLst>
              </p:cNvPr>
              <p:cNvSpPr txBox="1"/>
              <p:nvPr/>
            </p:nvSpPr>
            <p:spPr>
              <a:xfrm>
                <a:off x="457200" y="40576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Freeze backbone epoch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" name="Google Shape;2150;p41">
                <a:extLst>
                  <a:ext uri="{FF2B5EF4-FFF2-40B4-BE49-F238E27FC236}">
                    <a16:creationId xmlns:a16="http://schemas.microsoft.com/office/drawing/2014/main" id="{82DFC59A-E224-4A20-B697-E5CAA866554D}"/>
                  </a:ext>
                </a:extLst>
              </p:cNvPr>
              <p:cNvSpPr txBox="1"/>
              <p:nvPr/>
            </p:nvSpPr>
            <p:spPr>
              <a:xfrm>
                <a:off x="455613" y="4829416"/>
                <a:ext cx="1950205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0" indent="0">
                  <a:buNone/>
                  <a:defRPr sz="1050">
                    <a:latin typeface="+mj-lt"/>
                    <a:ea typeface="Roboto"/>
                    <a:cs typeface="Roboto"/>
                  </a:defRPr>
                </a:lvl1pPr>
              </a:lstStyle>
              <a:p>
                <a:r>
                  <a:rPr lang="en-US" dirty="0">
                    <a:sym typeface="Roboto"/>
                  </a:rPr>
                  <a:t>The pretrained ResNet-50 features were already suitable for SEM gray Image, so unfreezing the backbone from the start did not clearly improve performance.</a:t>
                </a:r>
                <a:endParaRPr dirty="0">
                  <a:sym typeface="Roboto"/>
                </a:endParaRPr>
              </a:p>
            </p:txBody>
          </p:sp>
        </p:grpSp>
        <p:sp>
          <p:nvSpPr>
            <p:cNvPr id="45" name="Google Shape;2151;p41">
              <a:extLst>
                <a:ext uri="{FF2B5EF4-FFF2-40B4-BE49-F238E27FC236}">
                  <a16:creationId xmlns:a16="http://schemas.microsoft.com/office/drawing/2014/main" id="{237F6502-BD88-451D-9E78-3091BB031826}"/>
                </a:ext>
              </a:extLst>
            </p:cNvPr>
            <p:cNvSpPr/>
            <p:nvPr/>
          </p:nvSpPr>
          <p:spPr>
            <a:xfrm>
              <a:off x="323700" y="4095401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8" name="Google Shape;2188;p41">
            <a:extLst>
              <a:ext uri="{FF2B5EF4-FFF2-40B4-BE49-F238E27FC236}">
                <a16:creationId xmlns:a16="http://schemas.microsoft.com/office/drawing/2014/main" id="{21192C9C-F213-46AF-891F-7C7B51B59670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2334009" y="3107859"/>
            <a:ext cx="552064" cy="45290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6F369071-0918-470E-B81B-F2BEFB88899C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8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E5F7583-AC0B-47E3-B1ED-C03BF5226E3B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835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3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Challenges and Errors</a:t>
            </a:r>
            <a:endParaRPr dirty="0"/>
          </a:p>
        </p:txBody>
      </p:sp>
      <p:grpSp>
        <p:nvGrpSpPr>
          <p:cNvPr id="1922" name="Google Shape;1922;p38"/>
          <p:cNvGrpSpPr/>
          <p:nvPr/>
        </p:nvGrpSpPr>
        <p:grpSpPr>
          <a:xfrm>
            <a:off x="7645400" y="697992"/>
            <a:ext cx="2882902" cy="4094245"/>
            <a:chOff x="1085850" y="1181650"/>
            <a:chExt cx="2247902" cy="3550335"/>
          </a:xfrm>
        </p:grpSpPr>
        <p:sp>
          <p:nvSpPr>
            <p:cNvPr id="1923" name="Google Shape;1923;p38"/>
            <p:cNvSpPr/>
            <p:nvPr/>
          </p:nvSpPr>
          <p:spPr>
            <a:xfrm>
              <a:off x="1550204" y="1181650"/>
              <a:ext cx="1318561" cy="1318561"/>
            </a:xfrm>
            <a:custGeom>
              <a:avLst/>
              <a:gdLst/>
              <a:ahLst/>
              <a:cxnLst/>
              <a:rect l="l" t="t" r="r" b="b"/>
              <a:pathLst>
                <a:path w="26257" h="26257" extrusionOk="0">
                  <a:moveTo>
                    <a:pt x="5072" y="0"/>
                  </a:moveTo>
                  <a:lnTo>
                    <a:pt x="4803" y="26"/>
                  </a:lnTo>
                  <a:lnTo>
                    <a:pt x="4534" y="64"/>
                  </a:lnTo>
                  <a:lnTo>
                    <a:pt x="4278" y="102"/>
                  </a:lnTo>
                  <a:lnTo>
                    <a:pt x="4009" y="167"/>
                  </a:lnTo>
                  <a:lnTo>
                    <a:pt x="3766" y="243"/>
                  </a:lnTo>
                  <a:lnTo>
                    <a:pt x="3510" y="320"/>
                  </a:lnTo>
                  <a:lnTo>
                    <a:pt x="3266" y="423"/>
                  </a:lnTo>
                  <a:lnTo>
                    <a:pt x="3036" y="525"/>
                  </a:lnTo>
                  <a:lnTo>
                    <a:pt x="2805" y="640"/>
                  </a:lnTo>
                  <a:lnTo>
                    <a:pt x="2575" y="768"/>
                  </a:lnTo>
                  <a:lnTo>
                    <a:pt x="2357" y="909"/>
                  </a:lnTo>
                  <a:lnTo>
                    <a:pt x="2152" y="1063"/>
                  </a:lnTo>
                  <a:lnTo>
                    <a:pt x="1947" y="1217"/>
                  </a:lnTo>
                  <a:lnTo>
                    <a:pt x="1755" y="1383"/>
                  </a:lnTo>
                  <a:lnTo>
                    <a:pt x="1563" y="1563"/>
                  </a:lnTo>
                  <a:lnTo>
                    <a:pt x="1396" y="1755"/>
                  </a:lnTo>
                  <a:lnTo>
                    <a:pt x="1230" y="1947"/>
                  </a:lnTo>
                  <a:lnTo>
                    <a:pt x="1063" y="2152"/>
                  </a:lnTo>
                  <a:lnTo>
                    <a:pt x="910" y="2357"/>
                  </a:lnTo>
                  <a:lnTo>
                    <a:pt x="782" y="2574"/>
                  </a:lnTo>
                  <a:lnTo>
                    <a:pt x="653" y="2792"/>
                  </a:lnTo>
                  <a:lnTo>
                    <a:pt x="525" y="3023"/>
                  </a:lnTo>
                  <a:lnTo>
                    <a:pt x="423" y="3266"/>
                  </a:lnTo>
                  <a:lnTo>
                    <a:pt x="333" y="3509"/>
                  </a:lnTo>
                  <a:lnTo>
                    <a:pt x="244" y="3753"/>
                  </a:lnTo>
                  <a:lnTo>
                    <a:pt x="167" y="4009"/>
                  </a:lnTo>
                  <a:lnTo>
                    <a:pt x="116" y="4265"/>
                  </a:lnTo>
                  <a:lnTo>
                    <a:pt x="64" y="4534"/>
                  </a:lnTo>
                  <a:lnTo>
                    <a:pt x="26" y="4803"/>
                  </a:lnTo>
                  <a:lnTo>
                    <a:pt x="13" y="5072"/>
                  </a:lnTo>
                  <a:lnTo>
                    <a:pt x="0" y="5341"/>
                  </a:lnTo>
                  <a:lnTo>
                    <a:pt x="0" y="20903"/>
                  </a:lnTo>
                  <a:lnTo>
                    <a:pt x="13" y="21184"/>
                  </a:lnTo>
                  <a:lnTo>
                    <a:pt x="26" y="21453"/>
                  </a:lnTo>
                  <a:lnTo>
                    <a:pt x="64" y="21722"/>
                  </a:lnTo>
                  <a:lnTo>
                    <a:pt x="116" y="21991"/>
                  </a:lnTo>
                  <a:lnTo>
                    <a:pt x="167" y="22247"/>
                  </a:lnTo>
                  <a:lnTo>
                    <a:pt x="244" y="22503"/>
                  </a:lnTo>
                  <a:lnTo>
                    <a:pt x="333" y="22747"/>
                  </a:lnTo>
                  <a:lnTo>
                    <a:pt x="423" y="22990"/>
                  </a:lnTo>
                  <a:lnTo>
                    <a:pt x="525" y="23234"/>
                  </a:lnTo>
                  <a:lnTo>
                    <a:pt x="653" y="23464"/>
                  </a:lnTo>
                  <a:lnTo>
                    <a:pt x="782" y="23682"/>
                  </a:lnTo>
                  <a:lnTo>
                    <a:pt x="910" y="23900"/>
                  </a:lnTo>
                  <a:lnTo>
                    <a:pt x="1063" y="24104"/>
                  </a:lnTo>
                  <a:lnTo>
                    <a:pt x="1230" y="24309"/>
                  </a:lnTo>
                  <a:lnTo>
                    <a:pt x="1396" y="24502"/>
                  </a:lnTo>
                  <a:lnTo>
                    <a:pt x="1563" y="24694"/>
                  </a:lnTo>
                  <a:lnTo>
                    <a:pt x="1755" y="24873"/>
                  </a:lnTo>
                  <a:lnTo>
                    <a:pt x="1947" y="25039"/>
                  </a:lnTo>
                  <a:lnTo>
                    <a:pt x="2152" y="25193"/>
                  </a:lnTo>
                  <a:lnTo>
                    <a:pt x="2357" y="25347"/>
                  </a:lnTo>
                  <a:lnTo>
                    <a:pt x="2575" y="25488"/>
                  </a:lnTo>
                  <a:lnTo>
                    <a:pt x="2805" y="25616"/>
                  </a:lnTo>
                  <a:lnTo>
                    <a:pt x="3036" y="25731"/>
                  </a:lnTo>
                  <a:lnTo>
                    <a:pt x="3266" y="25834"/>
                  </a:lnTo>
                  <a:lnTo>
                    <a:pt x="3510" y="25936"/>
                  </a:lnTo>
                  <a:lnTo>
                    <a:pt x="3766" y="26013"/>
                  </a:lnTo>
                  <a:lnTo>
                    <a:pt x="4009" y="26090"/>
                  </a:lnTo>
                  <a:lnTo>
                    <a:pt x="4278" y="26154"/>
                  </a:lnTo>
                  <a:lnTo>
                    <a:pt x="4534" y="26192"/>
                  </a:lnTo>
                  <a:lnTo>
                    <a:pt x="4803" y="26231"/>
                  </a:lnTo>
                  <a:lnTo>
                    <a:pt x="5072" y="26256"/>
                  </a:lnTo>
                  <a:lnTo>
                    <a:pt x="21184" y="26256"/>
                  </a:lnTo>
                  <a:lnTo>
                    <a:pt x="21466" y="26231"/>
                  </a:lnTo>
                  <a:lnTo>
                    <a:pt x="21722" y="26192"/>
                  </a:lnTo>
                  <a:lnTo>
                    <a:pt x="21991" y="26154"/>
                  </a:lnTo>
                  <a:lnTo>
                    <a:pt x="22248" y="26090"/>
                  </a:lnTo>
                  <a:lnTo>
                    <a:pt x="22504" y="26013"/>
                  </a:lnTo>
                  <a:lnTo>
                    <a:pt x="22747" y="25936"/>
                  </a:lnTo>
                  <a:lnTo>
                    <a:pt x="22990" y="25834"/>
                  </a:lnTo>
                  <a:lnTo>
                    <a:pt x="23234" y="25731"/>
                  </a:lnTo>
                  <a:lnTo>
                    <a:pt x="23464" y="25616"/>
                  </a:lnTo>
                  <a:lnTo>
                    <a:pt x="23682" y="25488"/>
                  </a:lnTo>
                  <a:lnTo>
                    <a:pt x="23900" y="25347"/>
                  </a:lnTo>
                  <a:lnTo>
                    <a:pt x="24117" y="25193"/>
                  </a:lnTo>
                  <a:lnTo>
                    <a:pt x="24322" y="25039"/>
                  </a:lnTo>
                  <a:lnTo>
                    <a:pt x="24515" y="24873"/>
                  </a:lnTo>
                  <a:lnTo>
                    <a:pt x="24694" y="24694"/>
                  </a:lnTo>
                  <a:lnTo>
                    <a:pt x="24873" y="24502"/>
                  </a:lnTo>
                  <a:lnTo>
                    <a:pt x="25040" y="24309"/>
                  </a:lnTo>
                  <a:lnTo>
                    <a:pt x="25206" y="24104"/>
                  </a:lnTo>
                  <a:lnTo>
                    <a:pt x="25347" y="23900"/>
                  </a:lnTo>
                  <a:lnTo>
                    <a:pt x="25488" y="23682"/>
                  </a:lnTo>
                  <a:lnTo>
                    <a:pt x="25616" y="23464"/>
                  </a:lnTo>
                  <a:lnTo>
                    <a:pt x="25731" y="23234"/>
                  </a:lnTo>
                  <a:lnTo>
                    <a:pt x="25847" y="22990"/>
                  </a:lnTo>
                  <a:lnTo>
                    <a:pt x="25936" y="22747"/>
                  </a:lnTo>
                  <a:lnTo>
                    <a:pt x="26026" y="22503"/>
                  </a:lnTo>
                  <a:lnTo>
                    <a:pt x="26090" y="22247"/>
                  </a:lnTo>
                  <a:lnTo>
                    <a:pt x="26154" y="21991"/>
                  </a:lnTo>
                  <a:lnTo>
                    <a:pt x="26205" y="21722"/>
                  </a:lnTo>
                  <a:lnTo>
                    <a:pt x="26231" y="21453"/>
                  </a:lnTo>
                  <a:lnTo>
                    <a:pt x="26256" y="21184"/>
                  </a:lnTo>
                  <a:lnTo>
                    <a:pt x="26256" y="20903"/>
                  </a:lnTo>
                  <a:lnTo>
                    <a:pt x="26256" y="5341"/>
                  </a:lnTo>
                  <a:lnTo>
                    <a:pt x="26256" y="5072"/>
                  </a:lnTo>
                  <a:lnTo>
                    <a:pt x="26231" y="4803"/>
                  </a:lnTo>
                  <a:lnTo>
                    <a:pt x="26205" y="4534"/>
                  </a:lnTo>
                  <a:lnTo>
                    <a:pt x="26154" y="4265"/>
                  </a:lnTo>
                  <a:lnTo>
                    <a:pt x="26090" y="4009"/>
                  </a:lnTo>
                  <a:lnTo>
                    <a:pt x="26026" y="3753"/>
                  </a:lnTo>
                  <a:lnTo>
                    <a:pt x="25936" y="3509"/>
                  </a:lnTo>
                  <a:lnTo>
                    <a:pt x="25847" y="3266"/>
                  </a:lnTo>
                  <a:lnTo>
                    <a:pt x="25731" y="3023"/>
                  </a:lnTo>
                  <a:lnTo>
                    <a:pt x="25616" y="2792"/>
                  </a:lnTo>
                  <a:lnTo>
                    <a:pt x="25488" y="2574"/>
                  </a:lnTo>
                  <a:lnTo>
                    <a:pt x="25347" y="2357"/>
                  </a:lnTo>
                  <a:lnTo>
                    <a:pt x="25206" y="2152"/>
                  </a:lnTo>
                  <a:lnTo>
                    <a:pt x="25040" y="1947"/>
                  </a:lnTo>
                  <a:lnTo>
                    <a:pt x="24873" y="1755"/>
                  </a:lnTo>
                  <a:lnTo>
                    <a:pt x="24694" y="1563"/>
                  </a:lnTo>
                  <a:lnTo>
                    <a:pt x="24515" y="1383"/>
                  </a:lnTo>
                  <a:lnTo>
                    <a:pt x="24322" y="1217"/>
                  </a:lnTo>
                  <a:lnTo>
                    <a:pt x="24117" y="1063"/>
                  </a:lnTo>
                  <a:lnTo>
                    <a:pt x="23900" y="909"/>
                  </a:lnTo>
                  <a:lnTo>
                    <a:pt x="23682" y="768"/>
                  </a:lnTo>
                  <a:lnTo>
                    <a:pt x="23464" y="640"/>
                  </a:lnTo>
                  <a:lnTo>
                    <a:pt x="23234" y="525"/>
                  </a:lnTo>
                  <a:lnTo>
                    <a:pt x="22990" y="423"/>
                  </a:lnTo>
                  <a:lnTo>
                    <a:pt x="22747" y="320"/>
                  </a:lnTo>
                  <a:lnTo>
                    <a:pt x="22504" y="243"/>
                  </a:lnTo>
                  <a:lnTo>
                    <a:pt x="22248" y="167"/>
                  </a:lnTo>
                  <a:lnTo>
                    <a:pt x="21991" y="102"/>
                  </a:lnTo>
                  <a:lnTo>
                    <a:pt x="21722" y="64"/>
                  </a:lnTo>
                  <a:lnTo>
                    <a:pt x="21466" y="26"/>
                  </a:lnTo>
                  <a:lnTo>
                    <a:pt x="2118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8"/>
            <p:cNvSpPr/>
            <p:nvPr/>
          </p:nvSpPr>
          <p:spPr>
            <a:xfrm>
              <a:off x="1623520" y="1254966"/>
              <a:ext cx="1172579" cy="1171926"/>
            </a:xfrm>
            <a:custGeom>
              <a:avLst/>
              <a:gdLst/>
              <a:ahLst/>
              <a:cxnLst/>
              <a:rect l="l" t="t" r="r" b="b"/>
              <a:pathLst>
                <a:path w="23350" h="23337" extrusionOk="0">
                  <a:moveTo>
                    <a:pt x="4509" y="0"/>
                  </a:moveTo>
                  <a:lnTo>
                    <a:pt x="4265" y="26"/>
                  </a:lnTo>
                  <a:lnTo>
                    <a:pt x="4035" y="51"/>
                  </a:lnTo>
                  <a:lnTo>
                    <a:pt x="3792" y="90"/>
                  </a:lnTo>
                  <a:lnTo>
                    <a:pt x="3561" y="141"/>
                  </a:lnTo>
                  <a:lnTo>
                    <a:pt x="3343" y="205"/>
                  </a:lnTo>
                  <a:lnTo>
                    <a:pt x="3126" y="282"/>
                  </a:lnTo>
                  <a:lnTo>
                    <a:pt x="2908" y="372"/>
                  </a:lnTo>
                  <a:lnTo>
                    <a:pt x="2690" y="461"/>
                  </a:lnTo>
                  <a:lnTo>
                    <a:pt x="2485" y="564"/>
                  </a:lnTo>
                  <a:lnTo>
                    <a:pt x="2293" y="679"/>
                  </a:lnTo>
                  <a:lnTo>
                    <a:pt x="2101" y="807"/>
                  </a:lnTo>
                  <a:lnTo>
                    <a:pt x="1909" y="935"/>
                  </a:lnTo>
                  <a:lnTo>
                    <a:pt x="1729" y="1076"/>
                  </a:lnTo>
                  <a:lnTo>
                    <a:pt x="1563" y="1230"/>
                  </a:lnTo>
                  <a:lnTo>
                    <a:pt x="1396" y="1383"/>
                  </a:lnTo>
                  <a:lnTo>
                    <a:pt x="1230" y="1550"/>
                  </a:lnTo>
                  <a:lnTo>
                    <a:pt x="1089" y="1729"/>
                  </a:lnTo>
                  <a:lnTo>
                    <a:pt x="948" y="1909"/>
                  </a:lnTo>
                  <a:lnTo>
                    <a:pt x="807" y="2088"/>
                  </a:lnTo>
                  <a:lnTo>
                    <a:pt x="692" y="2280"/>
                  </a:lnTo>
                  <a:lnTo>
                    <a:pt x="577" y="2485"/>
                  </a:lnTo>
                  <a:lnTo>
                    <a:pt x="474" y="2690"/>
                  </a:lnTo>
                  <a:lnTo>
                    <a:pt x="372" y="2895"/>
                  </a:lnTo>
                  <a:lnTo>
                    <a:pt x="295" y="3112"/>
                  </a:lnTo>
                  <a:lnTo>
                    <a:pt x="218" y="3330"/>
                  </a:lnTo>
                  <a:lnTo>
                    <a:pt x="154" y="3561"/>
                  </a:lnTo>
                  <a:lnTo>
                    <a:pt x="103" y="3791"/>
                  </a:lnTo>
                  <a:lnTo>
                    <a:pt x="52" y="4022"/>
                  </a:lnTo>
                  <a:lnTo>
                    <a:pt x="26" y="4265"/>
                  </a:lnTo>
                  <a:lnTo>
                    <a:pt x="13" y="4509"/>
                  </a:lnTo>
                  <a:lnTo>
                    <a:pt x="0" y="4752"/>
                  </a:lnTo>
                  <a:lnTo>
                    <a:pt x="0" y="18584"/>
                  </a:lnTo>
                  <a:lnTo>
                    <a:pt x="13" y="18828"/>
                  </a:lnTo>
                  <a:lnTo>
                    <a:pt x="26" y="19071"/>
                  </a:lnTo>
                  <a:lnTo>
                    <a:pt x="52" y="19314"/>
                  </a:lnTo>
                  <a:lnTo>
                    <a:pt x="103" y="19545"/>
                  </a:lnTo>
                  <a:lnTo>
                    <a:pt x="154" y="19776"/>
                  </a:lnTo>
                  <a:lnTo>
                    <a:pt x="218" y="19993"/>
                  </a:lnTo>
                  <a:lnTo>
                    <a:pt x="295" y="20224"/>
                  </a:lnTo>
                  <a:lnTo>
                    <a:pt x="372" y="20429"/>
                  </a:lnTo>
                  <a:lnTo>
                    <a:pt x="474" y="20646"/>
                  </a:lnTo>
                  <a:lnTo>
                    <a:pt x="577" y="20851"/>
                  </a:lnTo>
                  <a:lnTo>
                    <a:pt x="692" y="21043"/>
                  </a:lnTo>
                  <a:lnTo>
                    <a:pt x="807" y="21248"/>
                  </a:lnTo>
                  <a:lnTo>
                    <a:pt x="948" y="21428"/>
                  </a:lnTo>
                  <a:lnTo>
                    <a:pt x="1089" y="21607"/>
                  </a:lnTo>
                  <a:lnTo>
                    <a:pt x="1230" y="21786"/>
                  </a:lnTo>
                  <a:lnTo>
                    <a:pt x="1396" y="21940"/>
                  </a:lnTo>
                  <a:lnTo>
                    <a:pt x="1563" y="22107"/>
                  </a:lnTo>
                  <a:lnTo>
                    <a:pt x="1729" y="22247"/>
                  </a:lnTo>
                  <a:lnTo>
                    <a:pt x="1909" y="22388"/>
                  </a:lnTo>
                  <a:lnTo>
                    <a:pt x="2101" y="22529"/>
                  </a:lnTo>
                  <a:lnTo>
                    <a:pt x="2293" y="22644"/>
                  </a:lnTo>
                  <a:lnTo>
                    <a:pt x="2485" y="22760"/>
                  </a:lnTo>
                  <a:lnTo>
                    <a:pt x="2690" y="22875"/>
                  </a:lnTo>
                  <a:lnTo>
                    <a:pt x="2908" y="22965"/>
                  </a:lnTo>
                  <a:lnTo>
                    <a:pt x="3126" y="23054"/>
                  </a:lnTo>
                  <a:lnTo>
                    <a:pt x="3343" y="23118"/>
                  </a:lnTo>
                  <a:lnTo>
                    <a:pt x="3561" y="23182"/>
                  </a:lnTo>
                  <a:lnTo>
                    <a:pt x="3792" y="23246"/>
                  </a:lnTo>
                  <a:lnTo>
                    <a:pt x="4035" y="23285"/>
                  </a:lnTo>
                  <a:lnTo>
                    <a:pt x="4265" y="23310"/>
                  </a:lnTo>
                  <a:lnTo>
                    <a:pt x="4509" y="23336"/>
                  </a:lnTo>
                  <a:lnTo>
                    <a:pt x="18828" y="23336"/>
                  </a:lnTo>
                  <a:lnTo>
                    <a:pt x="19071" y="23310"/>
                  </a:lnTo>
                  <a:lnTo>
                    <a:pt x="19315" y="23285"/>
                  </a:lnTo>
                  <a:lnTo>
                    <a:pt x="19545" y="23246"/>
                  </a:lnTo>
                  <a:lnTo>
                    <a:pt x="19776" y="23182"/>
                  </a:lnTo>
                  <a:lnTo>
                    <a:pt x="20006" y="23118"/>
                  </a:lnTo>
                  <a:lnTo>
                    <a:pt x="20224" y="23054"/>
                  </a:lnTo>
                  <a:lnTo>
                    <a:pt x="20442" y="22965"/>
                  </a:lnTo>
                  <a:lnTo>
                    <a:pt x="20647" y="22875"/>
                  </a:lnTo>
                  <a:lnTo>
                    <a:pt x="20852" y="22760"/>
                  </a:lnTo>
                  <a:lnTo>
                    <a:pt x="21056" y="22644"/>
                  </a:lnTo>
                  <a:lnTo>
                    <a:pt x="21249" y="22529"/>
                  </a:lnTo>
                  <a:lnTo>
                    <a:pt x="21428" y="22388"/>
                  </a:lnTo>
                  <a:lnTo>
                    <a:pt x="21607" y="22247"/>
                  </a:lnTo>
                  <a:lnTo>
                    <a:pt x="21787" y="22107"/>
                  </a:lnTo>
                  <a:lnTo>
                    <a:pt x="21953" y="21940"/>
                  </a:lnTo>
                  <a:lnTo>
                    <a:pt x="22107" y="21786"/>
                  </a:lnTo>
                  <a:lnTo>
                    <a:pt x="22260" y="21607"/>
                  </a:lnTo>
                  <a:lnTo>
                    <a:pt x="22401" y="21428"/>
                  </a:lnTo>
                  <a:lnTo>
                    <a:pt x="22529" y="21248"/>
                  </a:lnTo>
                  <a:lnTo>
                    <a:pt x="22657" y="21043"/>
                  </a:lnTo>
                  <a:lnTo>
                    <a:pt x="22773" y="20851"/>
                  </a:lnTo>
                  <a:lnTo>
                    <a:pt x="22875" y="20646"/>
                  </a:lnTo>
                  <a:lnTo>
                    <a:pt x="22965" y="20429"/>
                  </a:lnTo>
                  <a:lnTo>
                    <a:pt x="23055" y="20224"/>
                  </a:lnTo>
                  <a:lnTo>
                    <a:pt x="23131" y="19993"/>
                  </a:lnTo>
                  <a:lnTo>
                    <a:pt x="23195" y="19776"/>
                  </a:lnTo>
                  <a:lnTo>
                    <a:pt x="23247" y="19545"/>
                  </a:lnTo>
                  <a:lnTo>
                    <a:pt x="23285" y="19314"/>
                  </a:lnTo>
                  <a:lnTo>
                    <a:pt x="23323" y="19071"/>
                  </a:lnTo>
                  <a:lnTo>
                    <a:pt x="23336" y="18828"/>
                  </a:lnTo>
                  <a:lnTo>
                    <a:pt x="23349" y="18584"/>
                  </a:lnTo>
                  <a:lnTo>
                    <a:pt x="23349" y="4752"/>
                  </a:lnTo>
                  <a:lnTo>
                    <a:pt x="23336" y="4509"/>
                  </a:lnTo>
                  <a:lnTo>
                    <a:pt x="23323" y="4265"/>
                  </a:lnTo>
                  <a:lnTo>
                    <a:pt x="23285" y="4022"/>
                  </a:lnTo>
                  <a:lnTo>
                    <a:pt x="23247" y="3791"/>
                  </a:lnTo>
                  <a:lnTo>
                    <a:pt x="23195" y="3561"/>
                  </a:lnTo>
                  <a:lnTo>
                    <a:pt x="23131" y="3330"/>
                  </a:lnTo>
                  <a:lnTo>
                    <a:pt x="23055" y="3112"/>
                  </a:lnTo>
                  <a:lnTo>
                    <a:pt x="22965" y="2895"/>
                  </a:lnTo>
                  <a:lnTo>
                    <a:pt x="22875" y="2690"/>
                  </a:lnTo>
                  <a:lnTo>
                    <a:pt x="22773" y="2485"/>
                  </a:lnTo>
                  <a:lnTo>
                    <a:pt x="22657" y="2280"/>
                  </a:lnTo>
                  <a:lnTo>
                    <a:pt x="22529" y="2088"/>
                  </a:lnTo>
                  <a:lnTo>
                    <a:pt x="22401" y="1909"/>
                  </a:lnTo>
                  <a:lnTo>
                    <a:pt x="22260" y="1729"/>
                  </a:lnTo>
                  <a:lnTo>
                    <a:pt x="22107" y="1550"/>
                  </a:lnTo>
                  <a:lnTo>
                    <a:pt x="21953" y="1383"/>
                  </a:lnTo>
                  <a:lnTo>
                    <a:pt x="21787" y="1230"/>
                  </a:lnTo>
                  <a:lnTo>
                    <a:pt x="21607" y="1076"/>
                  </a:lnTo>
                  <a:lnTo>
                    <a:pt x="21428" y="935"/>
                  </a:lnTo>
                  <a:lnTo>
                    <a:pt x="21249" y="807"/>
                  </a:lnTo>
                  <a:lnTo>
                    <a:pt x="21056" y="679"/>
                  </a:lnTo>
                  <a:lnTo>
                    <a:pt x="20852" y="564"/>
                  </a:lnTo>
                  <a:lnTo>
                    <a:pt x="20647" y="461"/>
                  </a:lnTo>
                  <a:lnTo>
                    <a:pt x="20442" y="372"/>
                  </a:lnTo>
                  <a:lnTo>
                    <a:pt x="20224" y="282"/>
                  </a:lnTo>
                  <a:lnTo>
                    <a:pt x="20006" y="205"/>
                  </a:lnTo>
                  <a:lnTo>
                    <a:pt x="19776" y="141"/>
                  </a:lnTo>
                  <a:lnTo>
                    <a:pt x="19545" y="90"/>
                  </a:lnTo>
                  <a:lnTo>
                    <a:pt x="19315" y="51"/>
                  </a:lnTo>
                  <a:lnTo>
                    <a:pt x="19071" y="26"/>
                  </a:lnTo>
                  <a:lnTo>
                    <a:pt x="188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8"/>
            <p:cNvSpPr/>
            <p:nvPr/>
          </p:nvSpPr>
          <p:spPr>
            <a:xfrm>
              <a:off x="2651305" y="1619641"/>
              <a:ext cx="77887" cy="58554"/>
            </a:xfrm>
            <a:custGeom>
              <a:avLst/>
              <a:gdLst/>
              <a:ahLst/>
              <a:cxnLst/>
              <a:rect l="l" t="t" r="r" b="b"/>
              <a:pathLst>
                <a:path w="1551" h="1166" extrusionOk="0">
                  <a:moveTo>
                    <a:pt x="1307" y="0"/>
                  </a:moveTo>
                  <a:lnTo>
                    <a:pt x="1268" y="13"/>
                  </a:lnTo>
                  <a:lnTo>
                    <a:pt x="1217" y="26"/>
                  </a:lnTo>
                  <a:lnTo>
                    <a:pt x="1179" y="39"/>
                  </a:lnTo>
                  <a:lnTo>
                    <a:pt x="116" y="730"/>
                  </a:lnTo>
                  <a:lnTo>
                    <a:pt x="77" y="756"/>
                  </a:lnTo>
                  <a:lnTo>
                    <a:pt x="39" y="794"/>
                  </a:lnTo>
                  <a:lnTo>
                    <a:pt x="26" y="833"/>
                  </a:lnTo>
                  <a:lnTo>
                    <a:pt x="0" y="871"/>
                  </a:lnTo>
                  <a:lnTo>
                    <a:pt x="0" y="922"/>
                  </a:lnTo>
                  <a:lnTo>
                    <a:pt x="0" y="974"/>
                  </a:lnTo>
                  <a:lnTo>
                    <a:pt x="13" y="1012"/>
                  </a:lnTo>
                  <a:lnTo>
                    <a:pt x="39" y="1063"/>
                  </a:lnTo>
                  <a:lnTo>
                    <a:pt x="77" y="1102"/>
                  </a:lnTo>
                  <a:lnTo>
                    <a:pt x="128" y="1140"/>
                  </a:lnTo>
                  <a:lnTo>
                    <a:pt x="180" y="1166"/>
                  </a:lnTo>
                  <a:lnTo>
                    <a:pt x="308" y="1166"/>
                  </a:lnTo>
                  <a:lnTo>
                    <a:pt x="372" y="1127"/>
                  </a:lnTo>
                  <a:lnTo>
                    <a:pt x="1435" y="448"/>
                  </a:lnTo>
                  <a:lnTo>
                    <a:pt x="1473" y="423"/>
                  </a:lnTo>
                  <a:lnTo>
                    <a:pt x="1499" y="384"/>
                  </a:lnTo>
                  <a:lnTo>
                    <a:pt x="1524" y="346"/>
                  </a:lnTo>
                  <a:lnTo>
                    <a:pt x="1537" y="295"/>
                  </a:lnTo>
                  <a:lnTo>
                    <a:pt x="1550" y="256"/>
                  </a:lnTo>
                  <a:lnTo>
                    <a:pt x="1550" y="205"/>
                  </a:lnTo>
                  <a:lnTo>
                    <a:pt x="1537" y="154"/>
                  </a:lnTo>
                  <a:lnTo>
                    <a:pt x="1512" y="115"/>
                  </a:lnTo>
                  <a:lnTo>
                    <a:pt x="1473" y="77"/>
                  </a:lnTo>
                  <a:lnTo>
                    <a:pt x="1435" y="51"/>
                  </a:lnTo>
                  <a:lnTo>
                    <a:pt x="1396" y="26"/>
                  </a:lnTo>
                  <a:lnTo>
                    <a:pt x="1358" y="13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05A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8"/>
            <p:cNvSpPr/>
            <p:nvPr/>
          </p:nvSpPr>
          <p:spPr>
            <a:xfrm>
              <a:off x="2049910" y="1554660"/>
              <a:ext cx="301104" cy="117760"/>
            </a:xfrm>
            <a:custGeom>
              <a:avLst/>
              <a:gdLst/>
              <a:ahLst/>
              <a:cxnLst/>
              <a:rect l="l" t="t" r="r" b="b"/>
              <a:pathLst>
                <a:path w="5996" h="2345" extrusionOk="0">
                  <a:moveTo>
                    <a:pt x="3395" y="1"/>
                  </a:moveTo>
                  <a:lnTo>
                    <a:pt x="3344" y="13"/>
                  </a:lnTo>
                  <a:lnTo>
                    <a:pt x="3293" y="26"/>
                  </a:lnTo>
                  <a:lnTo>
                    <a:pt x="3254" y="52"/>
                  </a:lnTo>
                  <a:lnTo>
                    <a:pt x="3216" y="77"/>
                  </a:lnTo>
                  <a:lnTo>
                    <a:pt x="3190" y="116"/>
                  </a:lnTo>
                  <a:lnTo>
                    <a:pt x="3165" y="154"/>
                  </a:lnTo>
                  <a:lnTo>
                    <a:pt x="3152" y="193"/>
                  </a:lnTo>
                  <a:lnTo>
                    <a:pt x="3152" y="244"/>
                  </a:lnTo>
                  <a:lnTo>
                    <a:pt x="3152" y="833"/>
                  </a:lnTo>
                  <a:lnTo>
                    <a:pt x="2409" y="833"/>
                  </a:lnTo>
                  <a:lnTo>
                    <a:pt x="2358" y="846"/>
                  </a:lnTo>
                  <a:lnTo>
                    <a:pt x="2319" y="859"/>
                  </a:lnTo>
                  <a:lnTo>
                    <a:pt x="2268" y="872"/>
                  </a:lnTo>
                  <a:lnTo>
                    <a:pt x="2242" y="910"/>
                  </a:lnTo>
                  <a:lnTo>
                    <a:pt x="2204" y="948"/>
                  </a:lnTo>
                  <a:lnTo>
                    <a:pt x="2178" y="987"/>
                  </a:lnTo>
                  <a:lnTo>
                    <a:pt x="2166" y="1025"/>
                  </a:lnTo>
                  <a:lnTo>
                    <a:pt x="2166" y="1076"/>
                  </a:lnTo>
                  <a:lnTo>
                    <a:pt x="2166" y="1858"/>
                  </a:lnTo>
                  <a:lnTo>
                    <a:pt x="244" y="1858"/>
                  </a:lnTo>
                  <a:lnTo>
                    <a:pt x="193" y="1871"/>
                  </a:lnTo>
                  <a:lnTo>
                    <a:pt x="155" y="1883"/>
                  </a:lnTo>
                  <a:lnTo>
                    <a:pt x="103" y="1909"/>
                  </a:lnTo>
                  <a:lnTo>
                    <a:pt x="78" y="1935"/>
                  </a:lnTo>
                  <a:lnTo>
                    <a:pt x="39" y="1973"/>
                  </a:lnTo>
                  <a:lnTo>
                    <a:pt x="27" y="2011"/>
                  </a:lnTo>
                  <a:lnTo>
                    <a:pt x="1" y="2063"/>
                  </a:lnTo>
                  <a:lnTo>
                    <a:pt x="1" y="2101"/>
                  </a:lnTo>
                  <a:lnTo>
                    <a:pt x="1" y="2152"/>
                  </a:lnTo>
                  <a:lnTo>
                    <a:pt x="27" y="2204"/>
                  </a:lnTo>
                  <a:lnTo>
                    <a:pt x="39" y="2242"/>
                  </a:lnTo>
                  <a:lnTo>
                    <a:pt x="78" y="2280"/>
                  </a:lnTo>
                  <a:lnTo>
                    <a:pt x="103" y="2306"/>
                  </a:lnTo>
                  <a:lnTo>
                    <a:pt x="155" y="2332"/>
                  </a:lnTo>
                  <a:lnTo>
                    <a:pt x="193" y="2344"/>
                  </a:lnTo>
                  <a:lnTo>
                    <a:pt x="5803" y="2344"/>
                  </a:lnTo>
                  <a:lnTo>
                    <a:pt x="5854" y="2332"/>
                  </a:lnTo>
                  <a:lnTo>
                    <a:pt x="5893" y="2306"/>
                  </a:lnTo>
                  <a:lnTo>
                    <a:pt x="5931" y="2280"/>
                  </a:lnTo>
                  <a:lnTo>
                    <a:pt x="5957" y="2242"/>
                  </a:lnTo>
                  <a:lnTo>
                    <a:pt x="5982" y="2204"/>
                  </a:lnTo>
                  <a:lnTo>
                    <a:pt x="5995" y="2152"/>
                  </a:lnTo>
                  <a:lnTo>
                    <a:pt x="5995" y="2101"/>
                  </a:lnTo>
                  <a:lnTo>
                    <a:pt x="5995" y="2063"/>
                  </a:lnTo>
                  <a:lnTo>
                    <a:pt x="5982" y="2011"/>
                  </a:lnTo>
                  <a:lnTo>
                    <a:pt x="5957" y="1973"/>
                  </a:lnTo>
                  <a:lnTo>
                    <a:pt x="5931" y="1935"/>
                  </a:lnTo>
                  <a:lnTo>
                    <a:pt x="5893" y="1909"/>
                  </a:lnTo>
                  <a:lnTo>
                    <a:pt x="5854" y="1883"/>
                  </a:lnTo>
                  <a:lnTo>
                    <a:pt x="5803" y="1871"/>
                  </a:lnTo>
                  <a:lnTo>
                    <a:pt x="5752" y="1858"/>
                  </a:lnTo>
                  <a:lnTo>
                    <a:pt x="4727" y="1858"/>
                  </a:lnTo>
                  <a:lnTo>
                    <a:pt x="4727" y="551"/>
                  </a:lnTo>
                  <a:lnTo>
                    <a:pt x="4714" y="513"/>
                  </a:lnTo>
                  <a:lnTo>
                    <a:pt x="4701" y="462"/>
                  </a:lnTo>
                  <a:lnTo>
                    <a:pt x="4689" y="423"/>
                  </a:lnTo>
                  <a:lnTo>
                    <a:pt x="4650" y="385"/>
                  </a:lnTo>
                  <a:lnTo>
                    <a:pt x="4625" y="359"/>
                  </a:lnTo>
                  <a:lnTo>
                    <a:pt x="4573" y="334"/>
                  </a:lnTo>
                  <a:lnTo>
                    <a:pt x="4535" y="321"/>
                  </a:lnTo>
                  <a:lnTo>
                    <a:pt x="4484" y="308"/>
                  </a:lnTo>
                  <a:lnTo>
                    <a:pt x="4433" y="321"/>
                  </a:lnTo>
                  <a:lnTo>
                    <a:pt x="4394" y="334"/>
                  </a:lnTo>
                  <a:lnTo>
                    <a:pt x="4343" y="359"/>
                  </a:lnTo>
                  <a:lnTo>
                    <a:pt x="4304" y="385"/>
                  </a:lnTo>
                  <a:lnTo>
                    <a:pt x="4279" y="423"/>
                  </a:lnTo>
                  <a:lnTo>
                    <a:pt x="4253" y="462"/>
                  </a:lnTo>
                  <a:lnTo>
                    <a:pt x="4240" y="513"/>
                  </a:lnTo>
                  <a:lnTo>
                    <a:pt x="4240" y="551"/>
                  </a:lnTo>
                  <a:lnTo>
                    <a:pt x="4240" y="1858"/>
                  </a:lnTo>
                  <a:lnTo>
                    <a:pt x="2652" y="1858"/>
                  </a:lnTo>
                  <a:lnTo>
                    <a:pt x="2652" y="1320"/>
                  </a:lnTo>
                  <a:lnTo>
                    <a:pt x="3446" y="1320"/>
                  </a:lnTo>
                  <a:lnTo>
                    <a:pt x="3485" y="1307"/>
                  </a:lnTo>
                  <a:lnTo>
                    <a:pt x="3523" y="1281"/>
                  </a:lnTo>
                  <a:lnTo>
                    <a:pt x="3562" y="1256"/>
                  </a:lnTo>
                  <a:lnTo>
                    <a:pt x="3587" y="1217"/>
                  </a:lnTo>
                  <a:lnTo>
                    <a:pt x="3613" y="1179"/>
                  </a:lnTo>
                  <a:lnTo>
                    <a:pt x="3626" y="1128"/>
                  </a:lnTo>
                  <a:lnTo>
                    <a:pt x="3638" y="1076"/>
                  </a:lnTo>
                  <a:lnTo>
                    <a:pt x="3638" y="244"/>
                  </a:lnTo>
                  <a:lnTo>
                    <a:pt x="3626" y="193"/>
                  </a:lnTo>
                  <a:lnTo>
                    <a:pt x="3613" y="154"/>
                  </a:lnTo>
                  <a:lnTo>
                    <a:pt x="3587" y="116"/>
                  </a:lnTo>
                  <a:lnTo>
                    <a:pt x="3562" y="77"/>
                  </a:lnTo>
                  <a:lnTo>
                    <a:pt x="3523" y="52"/>
                  </a:lnTo>
                  <a:lnTo>
                    <a:pt x="3485" y="26"/>
                  </a:lnTo>
                  <a:lnTo>
                    <a:pt x="3446" y="13"/>
                  </a:lnTo>
                  <a:lnTo>
                    <a:pt x="33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8"/>
            <p:cNvSpPr/>
            <p:nvPr/>
          </p:nvSpPr>
          <p:spPr>
            <a:xfrm>
              <a:off x="2008130" y="1750204"/>
              <a:ext cx="354435" cy="233511"/>
            </a:xfrm>
            <a:custGeom>
              <a:avLst/>
              <a:gdLst/>
              <a:ahLst/>
              <a:cxnLst/>
              <a:rect l="l" t="t" r="r" b="b"/>
              <a:pathLst>
                <a:path w="7058" h="4650" extrusionOk="0">
                  <a:moveTo>
                    <a:pt x="218" y="0"/>
                  </a:moveTo>
                  <a:lnTo>
                    <a:pt x="167" y="13"/>
                  </a:lnTo>
                  <a:lnTo>
                    <a:pt x="129" y="26"/>
                  </a:lnTo>
                  <a:lnTo>
                    <a:pt x="90" y="51"/>
                  </a:lnTo>
                  <a:lnTo>
                    <a:pt x="52" y="90"/>
                  </a:lnTo>
                  <a:lnTo>
                    <a:pt x="26" y="128"/>
                  </a:lnTo>
                  <a:lnTo>
                    <a:pt x="13" y="180"/>
                  </a:lnTo>
                  <a:lnTo>
                    <a:pt x="0" y="218"/>
                  </a:lnTo>
                  <a:lnTo>
                    <a:pt x="0" y="269"/>
                  </a:lnTo>
                  <a:lnTo>
                    <a:pt x="13" y="320"/>
                  </a:lnTo>
                  <a:lnTo>
                    <a:pt x="39" y="359"/>
                  </a:lnTo>
                  <a:lnTo>
                    <a:pt x="65" y="397"/>
                  </a:lnTo>
                  <a:lnTo>
                    <a:pt x="103" y="436"/>
                  </a:lnTo>
                  <a:lnTo>
                    <a:pt x="1230" y="1319"/>
                  </a:lnTo>
                  <a:lnTo>
                    <a:pt x="1230" y="2152"/>
                  </a:lnTo>
                  <a:lnTo>
                    <a:pt x="1243" y="2203"/>
                  </a:lnTo>
                  <a:lnTo>
                    <a:pt x="1256" y="2242"/>
                  </a:lnTo>
                  <a:lnTo>
                    <a:pt x="1268" y="2293"/>
                  </a:lnTo>
                  <a:lnTo>
                    <a:pt x="1307" y="2318"/>
                  </a:lnTo>
                  <a:lnTo>
                    <a:pt x="1332" y="2357"/>
                  </a:lnTo>
                  <a:lnTo>
                    <a:pt x="1384" y="2370"/>
                  </a:lnTo>
                  <a:lnTo>
                    <a:pt x="1422" y="2382"/>
                  </a:lnTo>
                  <a:lnTo>
                    <a:pt x="1473" y="2395"/>
                  </a:lnTo>
                  <a:lnTo>
                    <a:pt x="5546" y="2395"/>
                  </a:lnTo>
                  <a:lnTo>
                    <a:pt x="5546" y="3484"/>
                  </a:lnTo>
                  <a:lnTo>
                    <a:pt x="4906" y="4252"/>
                  </a:lnTo>
                  <a:lnTo>
                    <a:pt x="4880" y="4291"/>
                  </a:lnTo>
                  <a:lnTo>
                    <a:pt x="4855" y="4342"/>
                  </a:lnTo>
                  <a:lnTo>
                    <a:pt x="4855" y="4381"/>
                  </a:lnTo>
                  <a:lnTo>
                    <a:pt x="4855" y="4432"/>
                  </a:lnTo>
                  <a:lnTo>
                    <a:pt x="4855" y="4470"/>
                  </a:lnTo>
                  <a:lnTo>
                    <a:pt x="4880" y="4521"/>
                  </a:lnTo>
                  <a:lnTo>
                    <a:pt x="4906" y="4560"/>
                  </a:lnTo>
                  <a:lnTo>
                    <a:pt x="4932" y="4598"/>
                  </a:lnTo>
                  <a:lnTo>
                    <a:pt x="4970" y="4624"/>
                  </a:lnTo>
                  <a:lnTo>
                    <a:pt x="5008" y="4637"/>
                  </a:lnTo>
                  <a:lnTo>
                    <a:pt x="5098" y="4649"/>
                  </a:lnTo>
                  <a:lnTo>
                    <a:pt x="5149" y="4649"/>
                  </a:lnTo>
                  <a:lnTo>
                    <a:pt x="5200" y="4624"/>
                  </a:lnTo>
                  <a:lnTo>
                    <a:pt x="5239" y="4598"/>
                  </a:lnTo>
                  <a:lnTo>
                    <a:pt x="5277" y="4560"/>
                  </a:lnTo>
                  <a:lnTo>
                    <a:pt x="5982" y="3727"/>
                  </a:lnTo>
                  <a:lnTo>
                    <a:pt x="6020" y="3650"/>
                  </a:lnTo>
                  <a:lnTo>
                    <a:pt x="6033" y="3574"/>
                  </a:lnTo>
                  <a:lnTo>
                    <a:pt x="6033" y="2395"/>
                  </a:lnTo>
                  <a:lnTo>
                    <a:pt x="6814" y="2395"/>
                  </a:lnTo>
                  <a:lnTo>
                    <a:pt x="6865" y="2382"/>
                  </a:lnTo>
                  <a:lnTo>
                    <a:pt x="6904" y="2370"/>
                  </a:lnTo>
                  <a:lnTo>
                    <a:pt x="6942" y="2357"/>
                  </a:lnTo>
                  <a:lnTo>
                    <a:pt x="6981" y="2318"/>
                  </a:lnTo>
                  <a:lnTo>
                    <a:pt x="7006" y="2293"/>
                  </a:lnTo>
                  <a:lnTo>
                    <a:pt x="7032" y="2242"/>
                  </a:lnTo>
                  <a:lnTo>
                    <a:pt x="7045" y="2203"/>
                  </a:lnTo>
                  <a:lnTo>
                    <a:pt x="7058" y="2152"/>
                  </a:lnTo>
                  <a:lnTo>
                    <a:pt x="7045" y="2101"/>
                  </a:lnTo>
                  <a:lnTo>
                    <a:pt x="7032" y="2062"/>
                  </a:lnTo>
                  <a:lnTo>
                    <a:pt x="7006" y="2011"/>
                  </a:lnTo>
                  <a:lnTo>
                    <a:pt x="6981" y="1985"/>
                  </a:lnTo>
                  <a:lnTo>
                    <a:pt x="6942" y="1947"/>
                  </a:lnTo>
                  <a:lnTo>
                    <a:pt x="6904" y="1921"/>
                  </a:lnTo>
                  <a:lnTo>
                    <a:pt x="6865" y="1909"/>
                  </a:lnTo>
                  <a:lnTo>
                    <a:pt x="3766" y="1909"/>
                  </a:lnTo>
                  <a:lnTo>
                    <a:pt x="3766" y="244"/>
                  </a:lnTo>
                  <a:lnTo>
                    <a:pt x="3766" y="192"/>
                  </a:lnTo>
                  <a:lnTo>
                    <a:pt x="3753" y="141"/>
                  </a:lnTo>
                  <a:lnTo>
                    <a:pt x="3728" y="103"/>
                  </a:lnTo>
                  <a:lnTo>
                    <a:pt x="3702" y="64"/>
                  </a:lnTo>
                  <a:lnTo>
                    <a:pt x="3664" y="39"/>
                  </a:lnTo>
                  <a:lnTo>
                    <a:pt x="3625" y="13"/>
                  </a:lnTo>
                  <a:lnTo>
                    <a:pt x="3574" y="0"/>
                  </a:lnTo>
                  <a:lnTo>
                    <a:pt x="3484" y="0"/>
                  </a:lnTo>
                  <a:lnTo>
                    <a:pt x="3433" y="13"/>
                  </a:lnTo>
                  <a:lnTo>
                    <a:pt x="3395" y="39"/>
                  </a:lnTo>
                  <a:lnTo>
                    <a:pt x="3356" y="64"/>
                  </a:lnTo>
                  <a:lnTo>
                    <a:pt x="3331" y="103"/>
                  </a:lnTo>
                  <a:lnTo>
                    <a:pt x="3305" y="141"/>
                  </a:lnTo>
                  <a:lnTo>
                    <a:pt x="3292" y="192"/>
                  </a:lnTo>
                  <a:lnTo>
                    <a:pt x="3292" y="244"/>
                  </a:lnTo>
                  <a:lnTo>
                    <a:pt x="3292" y="1909"/>
                  </a:lnTo>
                  <a:lnTo>
                    <a:pt x="1717" y="1909"/>
                  </a:lnTo>
                  <a:lnTo>
                    <a:pt x="1717" y="1191"/>
                  </a:lnTo>
                  <a:lnTo>
                    <a:pt x="1717" y="1140"/>
                  </a:lnTo>
                  <a:lnTo>
                    <a:pt x="1691" y="1089"/>
                  </a:lnTo>
                  <a:lnTo>
                    <a:pt x="1666" y="1038"/>
                  </a:lnTo>
                  <a:lnTo>
                    <a:pt x="1627" y="999"/>
                  </a:lnTo>
                  <a:lnTo>
                    <a:pt x="398" y="51"/>
                  </a:lnTo>
                  <a:lnTo>
                    <a:pt x="359" y="26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8"/>
            <p:cNvSpPr/>
            <p:nvPr/>
          </p:nvSpPr>
          <p:spPr>
            <a:xfrm>
              <a:off x="2487297" y="1939923"/>
              <a:ext cx="24506" cy="101038"/>
            </a:xfrm>
            <a:custGeom>
              <a:avLst/>
              <a:gdLst/>
              <a:ahLst/>
              <a:cxnLst/>
              <a:rect l="l" t="t" r="r" b="b"/>
              <a:pathLst>
                <a:path w="488" h="2012" extrusionOk="0">
                  <a:moveTo>
                    <a:pt x="244" y="1"/>
                  </a:moveTo>
                  <a:lnTo>
                    <a:pt x="192" y="13"/>
                  </a:lnTo>
                  <a:lnTo>
                    <a:pt x="154" y="26"/>
                  </a:lnTo>
                  <a:lnTo>
                    <a:pt x="103" y="39"/>
                  </a:lnTo>
                  <a:lnTo>
                    <a:pt x="77" y="77"/>
                  </a:lnTo>
                  <a:lnTo>
                    <a:pt x="39" y="116"/>
                  </a:lnTo>
                  <a:lnTo>
                    <a:pt x="13" y="154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1768"/>
                  </a:lnTo>
                  <a:lnTo>
                    <a:pt x="0" y="1819"/>
                  </a:lnTo>
                  <a:lnTo>
                    <a:pt x="13" y="1858"/>
                  </a:lnTo>
                  <a:lnTo>
                    <a:pt x="39" y="1909"/>
                  </a:lnTo>
                  <a:lnTo>
                    <a:pt x="77" y="1947"/>
                  </a:lnTo>
                  <a:lnTo>
                    <a:pt x="103" y="1973"/>
                  </a:lnTo>
                  <a:lnTo>
                    <a:pt x="154" y="1999"/>
                  </a:lnTo>
                  <a:lnTo>
                    <a:pt x="192" y="2011"/>
                  </a:lnTo>
                  <a:lnTo>
                    <a:pt x="295" y="2011"/>
                  </a:lnTo>
                  <a:lnTo>
                    <a:pt x="333" y="1999"/>
                  </a:lnTo>
                  <a:lnTo>
                    <a:pt x="385" y="1973"/>
                  </a:lnTo>
                  <a:lnTo>
                    <a:pt x="410" y="1947"/>
                  </a:lnTo>
                  <a:lnTo>
                    <a:pt x="449" y="1909"/>
                  </a:lnTo>
                  <a:lnTo>
                    <a:pt x="461" y="1858"/>
                  </a:lnTo>
                  <a:lnTo>
                    <a:pt x="487" y="1819"/>
                  </a:lnTo>
                  <a:lnTo>
                    <a:pt x="487" y="1768"/>
                  </a:lnTo>
                  <a:lnTo>
                    <a:pt x="487" y="244"/>
                  </a:lnTo>
                  <a:lnTo>
                    <a:pt x="487" y="193"/>
                  </a:lnTo>
                  <a:lnTo>
                    <a:pt x="461" y="154"/>
                  </a:lnTo>
                  <a:lnTo>
                    <a:pt x="449" y="116"/>
                  </a:lnTo>
                  <a:lnTo>
                    <a:pt x="410" y="77"/>
                  </a:lnTo>
                  <a:lnTo>
                    <a:pt x="385" y="39"/>
                  </a:lnTo>
                  <a:lnTo>
                    <a:pt x="333" y="26"/>
                  </a:lnTo>
                  <a:lnTo>
                    <a:pt x="295" y="13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8"/>
            <p:cNvSpPr/>
            <p:nvPr/>
          </p:nvSpPr>
          <p:spPr>
            <a:xfrm>
              <a:off x="2651305" y="1846018"/>
              <a:ext cx="67593" cy="194944"/>
            </a:xfrm>
            <a:custGeom>
              <a:avLst/>
              <a:gdLst/>
              <a:ahLst/>
              <a:cxnLst/>
              <a:rect l="l" t="t" r="r" b="b"/>
              <a:pathLst>
                <a:path w="1346" h="3882" extrusionOk="0">
                  <a:moveTo>
                    <a:pt x="218" y="1"/>
                  </a:moveTo>
                  <a:lnTo>
                    <a:pt x="167" y="13"/>
                  </a:lnTo>
                  <a:lnTo>
                    <a:pt x="128" y="26"/>
                  </a:lnTo>
                  <a:lnTo>
                    <a:pt x="90" y="52"/>
                  </a:lnTo>
                  <a:lnTo>
                    <a:pt x="52" y="90"/>
                  </a:lnTo>
                  <a:lnTo>
                    <a:pt x="26" y="129"/>
                  </a:lnTo>
                  <a:lnTo>
                    <a:pt x="13" y="180"/>
                  </a:lnTo>
                  <a:lnTo>
                    <a:pt x="0" y="231"/>
                  </a:lnTo>
                  <a:lnTo>
                    <a:pt x="0" y="270"/>
                  </a:lnTo>
                  <a:lnTo>
                    <a:pt x="13" y="321"/>
                  </a:lnTo>
                  <a:lnTo>
                    <a:pt x="26" y="359"/>
                  </a:lnTo>
                  <a:lnTo>
                    <a:pt x="64" y="398"/>
                  </a:lnTo>
                  <a:lnTo>
                    <a:pt x="90" y="436"/>
                  </a:lnTo>
                  <a:lnTo>
                    <a:pt x="128" y="462"/>
                  </a:lnTo>
                  <a:lnTo>
                    <a:pt x="858" y="820"/>
                  </a:lnTo>
                  <a:lnTo>
                    <a:pt x="858" y="3638"/>
                  </a:lnTo>
                  <a:lnTo>
                    <a:pt x="858" y="3689"/>
                  </a:lnTo>
                  <a:lnTo>
                    <a:pt x="871" y="3728"/>
                  </a:lnTo>
                  <a:lnTo>
                    <a:pt x="897" y="3779"/>
                  </a:lnTo>
                  <a:lnTo>
                    <a:pt x="922" y="3817"/>
                  </a:lnTo>
                  <a:lnTo>
                    <a:pt x="961" y="3843"/>
                  </a:lnTo>
                  <a:lnTo>
                    <a:pt x="999" y="3869"/>
                  </a:lnTo>
                  <a:lnTo>
                    <a:pt x="1051" y="3881"/>
                  </a:lnTo>
                  <a:lnTo>
                    <a:pt x="1153" y="3881"/>
                  </a:lnTo>
                  <a:lnTo>
                    <a:pt x="1191" y="3869"/>
                  </a:lnTo>
                  <a:lnTo>
                    <a:pt x="1230" y="3843"/>
                  </a:lnTo>
                  <a:lnTo>
                    <a:pt x="1268" y="3817"/>
                  </a:lnTo>
                  <a:lnTo>
                    <a:pt x="1307" y="3779"/>
                  </a:lnTo>
                  <a:lnTo>
                    <a:pt x="1320" y="3728"/>
                  </a:lnTo>
                  <a:lnTo>
                    <a:pt x="1332" y="3689"/>
                  </a:lnTo>
                  <a:lnTo>
                    <a:pt x="1345" y="3638"/>
                  </a:lnTo>
                  <a:lnTo>
                    <a:pt x="1345" y="679"/>
                  </a:lnTo>
                  <a:lnTo>
                    <a:pt x="1332" y="615"/>
                  </a:lnTo>
                  <a:lnTo>
                    <a:pt x="1307" y="551"/>
                  </a:lnTo>
                  <a:lnTo>
                    <a:pt x="1268" y="500"/>
                  </a:lnTo>
                  <a:lnTo>
                    <a:pt x="1204" y="462"/>
                  </a:lnTo>
                  <a:lnTo>
                    <a:pt x="359" y="26"/>
                  </a:lnTo>
                  <a:lnTo>
                    <a:pt x="308" y="13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8"/>
            <p:cNvSpPr/>
            <p:nvPr/>
          </p:nvSpPr>
          <p:spPr>
            <a:xfrm>
              <a:off x="1728373" y="1745032"/>
              <a:ext cx="91998" cy="295932"/>
            </a:xfrm>
            <a:custGeom>
              <a:avLst/>
              <a:gdLst/>
              <a:ahLst/>
              <a:cxnLst/>
              <a:rect l="l" t="t" r="r" b="b"/>
              <a:pathLst>
                <a:path w="1832" h="5893" extrusionOk="0">
                  <a:moveTo>
                    <a:pt x="1537" y="1"/>
                  </a:moveTo>
                  <a:lnTo>
                    <a:pt x="1499" y="14"/>
                  </a:lnTo>
                  <a:lnTo>
                    <a:pt x="1447" y="39"/>
                  </a:lnTo>
                  <a:lnTo>
                    <a:pt x="1422" y="78"/>
                  </a:lnTo>
                  <a:lnTo>
                    <a:pt x="1383" y="103"/>
                  </a:lnTo>
                  <a:lnTo>
                    <a:pt x="1371" y="154"/>
                  </a:lnTo>
                  <a:lnTo>
                    <a:pt x="1345" y="193"/>
                  </a:lnTo>
                  <a:lnTo>
                    <a:pt x="1345" y="244"/>
                  </a:lnTo>
                  <a:lnTo>
                    <a:pt x="1345" y="2012"/>
                  </a:lnTo>
                  <a:lnTo>
                    <a:pt x="192" y="2012"/>
                  </a:lnTo>
                  <a:lnTo>
                    <a:pt x="141" y="2024"/>
                  </a:lnTo>
                  <a:lnTo>
                    <a:pt x="103" y="2050"/>
                  </a:lnTo>
                  <a:lnTo>
                    <a:pt x="64" y="2088"/>
                  </a:lnTo>
                  <a:lnTo>
                    <a:pt x="38" y="2114"/>
                  </a:lnTo>
                  <a:lnTo>
                    <a:pt x="13" y="2165"/>
                  </a:lnTo>
                  <a:lnTo>
                    <a:pt x="0" y="2204"/>
                  </a:lnTo>
                  <a:lnTo>
                    <a:pt x="0" y="2255"/>
                  </a:lnTo>
                  <a:lnTo>
                    <a:pt x="0" y="5649"/>
                  </a:lnTo>
                  <a:lnTo>
                    <a:pt x="0" y="5700"/>
                  </a:lnTo>
                  <a:lnTo>
                    <a:pt x="13" y="5739"/>
                  </a:lnTo>
                  <a:lnTo>
                    <a:pt x="38" y="5790"/>
                  </a:lnTo>
                  <a:lnTo>
                    <a:pt x="64" y="5828"/>
                  </a:lnTo>
                  <a:lnTo>
                    <a:pt x="103" y="5854"/>
                  </a:lnTo>
                  <a:lnTo>
                    <a:pt x="141" y="5880"/>
                  </a:lnTo>
                  <a:lnTo>
                    <a:pt x="192" y="5892"/>
                  </a:lnTo>
                  <a:lnTo>
                    <a:pt x="282" y="5892"/>
                  </a:lnTo>
                  <a:lnTo>
                    <a:pt x="333" y="5880"/>
                  </a:lnTo>
                  <a:lnTo>
                    <a:pt x="371" y="5854"/>
                  </a:lnTo>
                  <a:lnTo>
                    <a:pt x="410" y="5828"/>
                  </a:lnTo>
                  <a:lnTo>
                    <a:pt x="436" y="5790"/>
                  </a:lnTo>
                  <a:lnTo>
                    <a:pt x="461" y="5739"/>
                  </a:lnTo>
                  <a:lnTo>
                    <a:pt x="474" y="5700"/>
                  </a:lnTo>
                  <a:lnTo>
                    <a:pt x="487" y="5649"/>
                  </a:lnTo>
                  <a:lnTo>
                    <a:pt x="487" y="2498"/>
                  </a:lnTo>
                  <a:lnTo>
                    <a:pt x="1588" y="2498"/>
                  </a:lnTo>
                  <a:lnTo>
                    <a:pt x="1639" y="2485"/>
                  </a:lnTo>
                  <a:lnTo>
                    <a:pt x="1678" y="2473"/>
                  </a:lnTo>
                  <a:lnTo>
                    <a:pt x="1729" y="2460"/>
                  </a:lnTo>
                  <a:lnTo>
                    <a:pt x="1755" y="2421"/>
                  </a:lnTo>
                  <a:lnTo>
                    <a:pt x="1793" y="2396"/>
                  </a:lnTo>
                  <a:lnTo>
                    <a:pt x="1806" y="2345"/>
                  </a:lnTo>
                  <a:lnTo>
                    <a:pt x="1832" y="2306"/>
                  </a:lnTo>
                  <a:lnTo>
                    <a:pt x="1832" y="2255"/>
                  </a:lnTo>
                  <a:lnTo>
                    <a:pt x="1832" y="244"/>
                  </a:lnTo>
                  <a:lnTo>
                    <a:pt x="1832" y="193"/>
                  </a:lnTo>
                  <a:lnTo>
                    <a:pt x="1806" y="154"/>
                  </a:lnTo>
                  <a:lnTo>
                    <a:pt x="1793" y="103"/>
                  </a:lnTo>
                  <a:lnTo>
                    <a:pt x="1755" y="78"/>
                  </a:lnTo>
                  <a:lnTo>
                    <a:pt x="1729" y="39"/>
                  </a:lnTo>
                  <a:lnTo>
                    <a:pt x="1678" y="14"/>
                  </a:lnTo>
                  <a:lnTo>
                    <a:pt x="16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8"/>
            <p:cNvSpPr/>
            <p:nvPr/>
          </p:nvSpPr>
          <p:spPr>
            <a:xfrm>
              <a:off x="2262829" y="1242714"/>
              <a:ext cx="24506" cy="143471"/>
            </a:xfrm>
            <a:custGeom>
              <a:avLst/>
              <a:gdLst/>
              <a:ahLst/>
              <a:cxnLst/>
              <a:rect l="l" t="t" r="r" b="b"/>
              <a:pathLst>
                <a:path w="488" h="2857" extrusionOk="0">
                  <a:moveTo>
                    <a:pt x="193" y="1"/>
                  </a:moveTo>
                  <a:lnTo>
                    <a:pt x="154" y="14"/>
                  </a:lnTo>
                  <a:lnTo>
                    <a:pt x="103" y="39"/>
                  </a:lnTo>
                  <a:lnTo>
                    <a:pt x="64" y="65"/>
                  </a:lnTo>
                  <a:lnTo>
                    <a:pt x="39" y="103"/>
                  </a:lnTo>
                  <a:lnTo>
                    <a:pt x="13" y="142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2614"/>
                  </a:lnTo>
                  <a:lnTo>
                    <a:pt x="0" y="2665"/>
                  </a:lnTo>
                  <a:lnTo>
                    <a:pt x="13" y="2716"/>
                  </a:lnTo>
                  <a:lnTo>
                    <a:pt x="39" y="2754"/>
                  </a:lnTo>
                  <a:lnTo>
                    <a:pt x="64" y="2793"/>
                  </a:lnTo>
                  <a:lnTo>
                    <a:pt x="103" y="2819"/>
                  </a:lnTo>
                  <a:lnTo>
                    <a:pt x="154" y="2844"/>
                  </a:lnTo>
                  <a:lnTo>
                    <a:pt x="193" y="2857"/>
                  </a:lnTo>
                  <a:lnTo>
                    <a:pt x="295" y="2857"/>
                  </a:lnTo>
                  <a:lnTo>
                    <a:pt x="333" y="2844"/>
                  </a:lnTo>
                  <a:lnTo>
                    <a:pt x="385" y="2819"/>
                  </a:lnTo>
                  <a:lnTo>
                    <a:pt x="410" y="2793"/>
                  </a:lnTo>
                  <a:lnTo>
                    <a:pt x="449" y="2754"/>
                  </a:lnTo>
                  <a:lnTo>
                    <a:pt x="461" y="2716"/>
                  </a:lnTo>
                  <a:lnTo>
                    <a:pt x="474" y="2665"/>
                  </a:lnTo>
                  <a:lnTo>
                    <a:pt x="487" y="2614"/>
                  </a:lnTo>
                  <a:lnTo>
                    <a:pt x="487" y="244"/>
                  </a:lnTo>
                  <a:lnTo>
                    <a:pt x="474" y="193"/>
                  </a:lnTo>
                  <a:lnTo>
                    <a:pt x="461" y="142"/>
                  </a:lnTo>
                  <a:lnTo>
                    <a:pt x="449" y="103"/>
                  </a:lnTo>
                  <a:lnTo>
                    <a:pt x="410" y="65"/>
                  </a:lnTo>
                  <a:lnTo>
                    <a:pt x="385" y="39"/>
                  </a:lnTo>
                  <a:lnTo>
                    <a:pt x="333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8"/>
            <p:cNvSpPr/>
            <p:nvPr/>
          </p:nvSpPr>
          <p:spPr>
            <a:xfrm>
              <a:off x="2487297" y="1242714"/>
              <a:ext cx="320990" cy="341579"/>
            </a:xfrm>
            <a:custGeom>
              <a:avLst/>
              <a:gdLst/>
              <a:ahLst/>
              <a:cxnLst/>
              <a:rect l="l" t="t" r="r" b="b"/>
              <a:pathLst>
                <a:path w="6392" h="6802" extrusionOk="0">
                  <a:moveTo>
                    <a:pt x="192" y="1"/>
                  </a:moveTo>
                  <a:lnTo>
                    <a:pt x="154" y="14"/>
                  </a:lnTo>
                  <a:lnTo>
                    <a:pt x="103" y="39"/>
                  </a:lnTo>
                  <a:lnTo>
                    <a:pt x="77" y="65"/>
                  </a:lnTo>
                  <a:lnTo>
                    <a:pt x="39" y="103"/>
                  </a:lnTo>
                  <a:lnTo>
                    <a:pt x="13" y="142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6558"/>
                  </a:lnTo>
                  <a:lnTo>
                    <a:pt x="0" y="6610"/>
                  </a:lnTo>
                  <a:lnTo>
                    <a:pt x="13" y="6661"/>
                  </a:lnTo>
                  <a:lnTo>
                    <a:pt x="39" y="6699"/>
                  </a:lnTo>
                  <a:lnTo>
                    <a:pt x="77" y="6738"/>
                  </a:lnTo>
                  <a:lnTo>
                    <a:pt x="103" y="6763"/>
                  </a:lnTo>
                  <a:lnTo>
                    <a:pt x="154" y="6789"/>
                  </a:lnTo>
                  <a:lnTo>
                    <a:pt x="192" y="6802"/>
                  </a:lnTo>
                  <a:lnTo>
                    <a:pt x="295" y="6802"/>
                  </a:lnTo>
                  <a:lnTo>
                    <a:pt x="333" y="6789"/>
                  </a:lnTo>
                  <a:lnTo>
                    <a:pt x="385" y="6763"/>
                  </a:lnTo>
                  <a:lnTo>
                    <a:pt x="410" y="6738"/>
                  </a:lnTo>
                  <a:lnTo>
                    <a:pt x="449" y="6699"/>
                  </a:lnTo>
                  <a:lnTo>
                    <a:pt x="461" y="6661"/>
                  </a:lnTo>
                  <a:lnTo>
                    <a:pt x="487" y="6610"/>
                  </a:lnTo>
                  <a:lnTo>
                    <a:pt x="487" y="6558"/>
                  </a:lnTo>
                  <a:lnTo>
                    <a:pt x="487" y="3062"/>
                  </a:lnTo>
                  <a:lnTo>
                    <a:pt x="3804" y="5201"/>
                  </a:lnTo>
                  <a:lnTo>
                    <a:pt x="3868" y="5226"/>
                  </a:lnTo>
                  <a:lnTo>
                    <a:pt x="3932" y="5239"/>
                  </a:lnTo>
                  <a:lnTo>
                    <a:pt x="6148" y="5239"/>
                  </a:lnTo>
                  <a:lnTo>
                    <a:pt x="6187" y="5226"/>
                  </a:lnTo>
                  <a:lnTo>
                    <a:pt x="6238" y="5214"/>
                  </a:lnTo>
                  <a:lnTo>
                    <a:pt x="6276" y="5201"/>
                  </a:lnTo>
                  <a:lnTo>
                    <a:pt x="6315" y="5162"/>
                  </a:lnTo>
                  <a:lnTo>
                    <a:pt x="6340" y="5124"/>
                  </a:lnTo>
                  <a:lnTo>
                    <a:pt x="6366" y="5086"/>
                  </a:lnTo>
                  <a:lnTo>
                    <a:pt x="6379" y="5047"/>
                  </a:lnTo>
                  <a:lnTo>
                    <a:pt x="6391" y="4996"/>
                  </a:lnTo>
                  <a:lnTo>
                    <a:pt x="6379" y="4945"/>
                  </a:lnTo>
                  <a:lnTo>
                    <a:pt x="6366" y="4893"/>
                  </a:lnTo>
                  <a:lnTo>
                    <a:pt x="6340" y="4855"/>
                  </a:lnTo>
                  <a:lnTo>
                    <a:pt x="6315" y="4817"/>
                  </a:lnTo>
                  <a:lnTo>
                    <a:pt x="6276" y="4791"/>
                  </a:lnTo>
                  <a:lnTo>
                    <a:pt x="6238" y="4765"/>
                  </a:lnTo>
                  <a:lnTo>
                    <a:pt x="6187" y="4753"/>
                  </a:lnTo>
                  <a:lnTo>
                    <a:pt x="4009" y="4753"/>
                  </a:lnTo>
                  <a:lnTo>
                    <a:pt x="487" y="2486"/>
                  </a:lnTo>
                  <a:lnTo>
                    <a:pt x="487" y="244"/>
                  </a:lnTo>
                  <a:lnTo>
                    <a:pt x="487" y="193"/>
                  </a:lnTo>
                  <a:lnTo>
                    <a:pt x="461" y="142"/>
                  </a:lnTo>
                  <a:lnTo>
                    <a:pt x="449" y="103"/>
                  </a:lnTo>
                  <a:lnTo>
                    <a:pt x="410" y="65"/>
                  </a:lnTo>
                  <a:lnTo>
                    <a:pt x="385" y="39"/>
                  </a:lnTo>
                  <a:lnTo>
                    <a:pt x="333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8"/>
            <p:cNvSpPr/>
            <p:nvPr/>
          </p:nvSpPr>
          <p:spPr>
            <a:xfrm>
              <a:off x="1692317" y="1302522"/>
              <a:ext cx="504937" cy="224522"/>
            </a:xfrm>
            <a:custGeom>
              <a:avLst/>
              <a:gdLst/>
              <a:ahLst/>
              <a:cxnLst/>
              <a:rect l="l" t="t" r="r" b="b"/>
              <a:pathLst>
                <a:path w="10055" h="4471" extrusionOk="0">
                  <a:moveTo>
                    <a:pt x="206" y="1"/>
                  </a:moveTo>
                  <a:lnTo>
                    <a:pt x="155" y="14"/>
                  </a:lnTo>
                  <a:lnTo>
                    <a:pt x="116" y="39"/>
                  </a:lnTo>
                  <a:lnTo>
                    <a:pt x="78" y="65"/>
                  </a:lnTo>
                  <a:lnTo>
                    <a:pt x="52" y="103"/>
                  </a:lnTo>
                  <a:lnTo>
                    <a:pt x="26" y="142"/>
                  </a:lnTo>
                  <a:lnTo>
                    <a:pt x="14" y="193"/>
                  </a:lnTo>
                  <a:lnTo>
                    <a:pt x="1" y="231"/>
                  </a:lnTo>
                  <a:lnTo>
                    <a:pt x="14" y="283"/>
                  </a:lnTo>
                  <a:lnTo>
                    <a:pt x="26" y="321"/>
                  </a:lnTo>
                  <a:lnTo>
                    <a:pt x="39" y="372"/>
                  </a:lnTo>
                  <a:lnTo>
                    <a:pt x="65" y="411"/>
                  </a:lnTo>
                  <a:lnTo>
                    <a:pt x="103" y="436"/>
                  </a:lnTo>
                  <a:lnTo>
                    <a:pt x="4227" y="3280"/>
                  </a:lnTo>
                  <a:lnTo>
                    <a:pt x="4227" y="4228"/>
                  </a:lnTo>
                  <a:lnTo>
                    <a:pt x="4227" y="4279"/>
                  </a:lnTo>
                  <a:lnTo>
                    <a:pt x="4253" y="4330"/>
                  </a:lnTo>
                  <a:lnTo>
                    <a:pt x="4266" y="4368"/>
                  </a:lnTo>
                  <a:lnTo>
                    <a:pt x="4304" y="4407"/>
                  </a:lnTo>
                  <a:lnTo>
                    <a:pt x="4330" y="4432"/>
                  </a:lnTo>
                  <a:lnTo>
                    <a:pt x="4381" y="4458"/>
                  </a:lnTo>
                  <a:lnTo>
                    <a:pt x="4420" y="4471"/>
                  </a:lnTo>
                  <a:lnTo>
                    <a:pt x="4522" y="4471"/>
                  </a:lnTo>
                  <a:lnTo>
                    <a:pt x="4560" y="4458"/>
                  </a:lnTo>
                  <a:lnTo>
                    <a:pt x="4612" y="4432"/>
                  </a:lnTo>
                  <a:lnTo>
                    <a:pt x="4637" y="4407"/>
                  </a:lnTo>
                  <a:lnTo>
                    <a:pt x="4676" y="4368"/>
                  </a:lnTo>
                  <a:lnTo>
                    <a:pt x="4689" y="4330"/>
                  </a:lnTo>
                  <a:lnTo>
                    <a:pt x="4714" y="4279"/>
                  </a:lnTo>
                  <a:lnTo>
                    <a:pt x="4714" y="4228"/>
                  </a:lnTo>
                  <a:lnTo>
                    <a:pt x="4714" y="3267"/>
                  </a:lnTo>
                  <a:lnTo>
                    <a:pt x="5367" y="2665"/>
                  </a:lnTo>
                  <a:lnTo>
                    <a:pt x="9863" y="2665"/>
                  </a:lnTo>
                  <a:lnTo>
                    <a:pt x="9914" y="2652"/>
                  </a:lnTo>
                  <a:lnTo>
                    <a:pt x="9953" y="2627"/>
                  </a:lnTo>
                  <a:lnTo>
                    <a:pt x="9991" y="2601"/>
                  </a:lnTo>
                  <a:lnTo>
                    <a:pt x="10017" y="2562"/>
                  </a:lnTo>
                  <a:lnTo>
                    <a:pt x="10042" y="2524"/>
                  </a:lnTo>
                  <a:lnTo>
                    <a:pt x="10055" y="2473"/>
                  </a:lnTo>
                  <a:lnTo>
                    <a:pt x="10055" y="2422"/>
                  </a:lnTo>
                  <a:lnTo>
                    <a:pt x="10055" y="2383"/>
                  </a:lnTo>
                  <a:lnTo>
                    <a:pt x="10042" y="2332"/>
                  </a:lnTo>
                  <a:lnTo>
                    <a:pt x="10017" y="2294"/>
                  </a:lnTo>
                  <a:lnTo>
                    <a:pt x="9991" y="2255"/>
                  </a:lnTo>
                  <a:lnTo>
                    <a:pt x="9953" y="2229"/>
                  </a:lnTo>
                  <a:lnTo>
                    <a:pt x="9914" y="2204"/>
                  </a:lnTo>
                  <a:lnTo>
                    <a:pt x="9863" y="2191"/>
                  </a:lnTo>
                  <a:lnTo>
                    <a:pt x="9812" y="2178"/>
                  </a:lnTo>
                  <a:lnTo>
                    <a:pt x="7609" y="2178"/>
                  </a:lnTo>
                  <a:lnTo>
                    <a:pt x="7609" y="1013"/>
                  </a:lnTo>
                  <a:lnTo>
                    <a:pt x="7609" y="962"/>
                  </a:lnTo>
                  <a:lnTo>
                    <a:pt x="7583" y="923"/>
                  </a:lnTo>
                  <a:lnTo>
                    <a:pt x="7570" y="872"/>
                  </a:lnTo>
                  <a:lnTo>
                    <a:pt x="7532" y="846"/>
                  </a:lnTo>
                  <a:lnTo>
                    <a:pt x="7506" y="808"/>
                  </a:lnTo>
                  <a:lnTo>
                    <a:pt x="7455" y="795"/>
                  </a:lnTo>
                  <a:lnTo>
                    <a:pt x="7417" y="769"/>
                  </a:lnTo>
                  <a:lnTo>
                    <a:pt x="7314" y="769"/>
                  </a:lnTo>
                  <a:lnTo>
                    <a:pt x="7276" y="795"/>
                  </a:lnTo>
                  <a:lnTo>
                    <a:pt x="7224" y="808"/>
                  </a:lnTo>
                  <a:lnTo>
                    <a:pt x="7199" y="846"/>
                  </a:lnTo>
                  <a:lnTo>
                    <a:pt x="7160" y="872"/>
                  </a:lnTo>
                  <a:lnTo>
                    <a:pt x="7148" y="923"/>
                  </a:lnTo>
                  <a:lnTo>
                    <a:pt x="7122" y="962"/>
                  </a:lnTo>
                  <a:lnTo>
                    <a:pt x="7122" y="1013"/>
                  </a:lnTo>
                  <a:lnTo>
                    <a:pt x="7122" y="2178"/>
                  </a:lnTo>
                  <a:lnTo>
                    <a:pt x="5265" y="2178"/>
                  </a:lnTo>
                  <a:lnTo>
                    <a:pt x="5226" y="2191"/>
                  </a:lnTo>
                  <a:lnTo>
                    <a:pt x="5188" y="2204"/>
                  </a:lnTo>
                  <a:lnTo>
                    <a:pt x="5137" y="2217"/>
                  </a:lnTo>
                  <a:lnTo>
                    <a:pt x="5111" y="2242"/>
                  </a:lnTo>
                  <a:lnTo>
                    <a:pt x="4445" y="2844"/>
                  </a:lnTo>
                  <a:lnTo>
                    <a:pt x="385" y="39"/>
                  </a:lnTo>
                  <a:lnTo>
                    <a:pt x="347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8"/>
            <p:cNvSpPr/>
            <p:nvPr/>
          </p:nvSpPr>
          <p:spPr>
            <a:xfrm>
              <a:off x="1692317" y="1647913"/>
              <a:ext cx="93957" cy="24506"/>
            </a:xfrm>
            <a:custGeom>
              <a:avLst/>
              <a:gdLst/>
              <a:ahLst/>
              <a:cxnLst/>
              <a:rect l="l" t="t" r="r" b="b"/>
              <a:pathLst>
                <a:path w="1871" h="488" extrusionOk="0">
                  <a:moveTo>
                    <a:pt x="244" y="1"/>
                  </a:moveTo>
                  <a:lnTo>
                    <a:pt x="193" y="14"/>
                  </a:lnTo>
                  <a:lnTo>
                    <a:pt x="155" y="26"/>
                  </a:lnTo>
                  <a:lnTo>
                    <a:pt x="116" y="52"/>
                  </a:lnTo>
                  <a:lnTo>
                    <a:pt x="78" y="78"/>
                  </a:lnTo>
                  <a:lnTo>
                    <a:pt x="39" y="116"/>
                  </a:lnTo>
                  <a:lnTo>
                    <a:pt x="26" y="154"/>
                  </a:lnTo>
                  <a:lnTo>
                    <a:pt x="14" y="206"/>
                  </a:lnTo>
                  <a:lnTo>
                    <a:pt x="1" y="244"/>
                  </a:lnTo>
                  <a:lnTo>
                    <a:pt x="14" y="295"/>
                  </a:lnTo>
                  <a:lnTo>
                    <a:pt x="26" y="347"/>
                  </a:lnTo>
                  <a:lnTo>
                    <a:pt x="39" y="385"/>
                  </a:lnTo>
                  <a:lnTo>
                    <a:pt x="78" y="423"/>
                  </a:lnTo>
                  <a:lnTo>
                    <a:pt x="116" y="449"/>
                  </a:lnTo>
                  <a:lnTo>
                    <a:pt x="155" y="475"/>
                  </a:lnTo>
                  <a:lnTo>
                    <a:pt x="193" y="487"/>
                  </a:lnTo>
                  <a:lnTo>
                    <a:pt x="1679" y="487"/>
                  </a:lnTo>
                  <a:lnTo>
                    <a:pt x="1730" y="475"/>
                  </a:lnTo>
                  <a:lnTo>
                    <a:pt x="1768" y="449"/>
                  </a:lnTo>
                  <a:lnTo>
                    <a:pt x="1807" y="423"/>
                  </a:lnTo>
                  <a:lnTo>
                    <a:pt x="1832" y="385"/>
                  </a:lnTo>
                  <a:lnTo>
                    <a:pt x="1858" y="347"/>
                  </a:lnTo>
                  <a:lnTo>
                    <a:pt x="1871" y="295"/>
                  </a:lnTo>
                  <a:lnTo>
                    <a:pt x="1871" y="244"/>
                  </a:lnTo>
                  <a:lnTo>
                    <a:pt x="1871" y="206"/>
                  </a:lnTo>
                  <a:lnTo>
                    <a:pt x="1858" y="154"/>
                  </a:lnTo>
                  <a:lnTo>
                    <a:pt x="1832" y="116"/>
                  </a:lnTo>
                  <a:lnTo>
                    <a:pt x="1807" y="78"/>
                  </a:lnTo>
                  <a:lnTo>
                    <a:pt x="1768" y="52"/>
                  </a:lnTo>
                  <a:lnTo>
                    <a:pt x="1730" y="26"/>
                  </a:lnTo>
                  <a:lnTo>
                    <a:pt x="1679" y="14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8"/>
            <p:cNvSpPr/>
            <p:nvPr/>
          </p:nvSpPr>
          <p:spPr>
            <a:xfrm>
              <a:off x="1904583" y="1793290"/>
              <a:ext cx="184650" cy="247673"/>
            </a:xfrm>
            <a:custGeom>
              <a:avLst/>
              <a:gdLst/>
              <a:ahLst/>
              <a:cxnLst/>
              <a:rect l="l" t="t" r="r" b="b"/>
              <a:pathLst>
                <a:path w="3677" h="4932" extrusionOk="0">
                  <a:moveTo>
                    <a:pt x="244" y="0"/>
                  </a:moveTo>
                  <a:lnTo>
                    <a:pt x="193" y="13"/>
                  </a:lnTo>
                  <a:lnTo>
                    <a:pt x="154" y="26"/>
                  </a:lnTo>
                  <a:lnTo>
                    <a:pt x="103" y="52"/>
                  </a:lnTo>
                  <a:lnTo>
                    <a:pt x="77" y="77"/>
                  </a:lnTo>
                  <a:lnTo>
                    <a:pt x="39" y="116"/>
                  </a:lnTo>
                  <a:lnTo>
                    <a:pt x="26" y="154"/>
                  </a:lnTo>
                  <a:lnTo>
                    <a:pt x="0" y="192"/>
                  </a:lnTo>
                  <a:lnTo>
                    <a:pt x="0" y="244"/>
                  </a:lnTo>
                  <a:lnTo>
                    <a:pt x="0" y="4688"/>
                  </a:lnTo>
                  <a:lnTo>
                    <a:pt x="0" y="4739"/>
                  </a:lnTo>
                  <a:lnTo>
                    <a:pt x="26" y="4778"/>
                  </a:lnTo>
                  <a:lnTo>
                    <a:pt x="39" y="4829"/>
                  </a:lnTo>
                  <a:lnTo>
                    <a:pt x="77" y="4867"/>
                  </a:lnTo>
                  <a:lnTo>
                    <a:pt x="103" y="4893"/>
                  </a:lnTo>
                  <a:lnTo>
                    <a:pt x="154" y="4919"/>
                  </a:lnTo>
                  <a:lnTo>
                    <a:pt x="193" y="4931"/>
                  </a:lnTo>
                  <a:lnTo>
                    <a:pt x="295" y="4931"/>
                  </a:lnTo>
                  <a:lnTo>
                    <a:pt x="333" y="4919"/>
                  </a:lnTo>
                  <a:lnTo>
                    <a:pt x="385" y="4893"/>
                  </a:lnTo>
                  <a:lnTo>
                    <a:pt x="410" y="4867"/>
                  </a:lnTo>
                  <a:lnTo>
                    <a:pt x="449" y="4829"/>
                  </a:lnTo>
                  <a:lnTo>
                    <a:pt x="462" y="4778"/>
                  </a:lnTo>
                  <a:lnTo>
                    <a:pt x="487" y="4739"/>
                  </a:lnTo>
                  <a:lnTo>
                    <a:pt x="487" y="4688"/>
                  </a:lnTo>
                  <a:lnTo>
                    <a:pt x="487" y="3228"/>
                  </a:lnTo>
                  <a:lnTo>
                    <a:pt x="3484" y="3228"/>
                  </a:lnTo>
                  <a:lnTo>
                    <a:pt x="3523" y="3215"/>
                  </a:lnTo>
                  <a:lnTo>
                    <a:pt x="3574" y="3190"/>
                  </a:lnTo>
                  <a:lnTo>
                    <a:pt x="3599" y="3164"/>
                  </a:lnTo>
                  <a:lnTo>
                    <a:pt x="3638" y="3125"/>
                  </a:lnTo>
                  <a:lnTo>
                    <a:pt x="3651" y="3087"/>
                  </a:lnTo>
                  <a:lnTo>
                    <a:pt x="3663" y="3036"/>
                  </a:lnTo>
                  <a:lnTo>
                    <a:pt x="3676" y="2997"/>
                  </a:lnTo>
                  <a:lnTo>
                    <a:pt x="3663" y="2946"/>
                  </a:lnTo>
                  <a:lnTo>
                    <a:pt x="3651" y="2895"/>
                  </a:lnTo>
                  <a:lnTo>
                    <a:pt x="3638" y="2856"/>
                  </a:lnTo>
                  <a:lnTo>
                    <a:pt x="3599" y="2818"/>
                  </a:lnTo>
                  <a:lnTo>
                    <a:pt x="3574" y="2792"/>
                  </a:lnTo>
                  <a:lnTo>
                    <a:pt x="3523" y="2767"/>
                  </a:lnTo>
                  <a:lnTo>
                    <a:pt x="3484" y="2754"/>
                  </a:lnTo>
                  <a:lnTo>
                    <a:pt x="487" y="2754"/>
                  </a:lnTo>
                  <a:lnTo>
                    <a:pt x="487" y="244"/>
                  </a:lnTo>
                  <a:lnTo>
                    <a:pt x="487" y="192"/>
                  </a:lnTo>
                  <a:lnTo>
                    <a:pt x="462" y="154"/>
                  </a:lnTo>
                  <a:lnTo>
                    <a:pt x="449" y="116"/>
                  </a:lnTo>
                  <a:lnTo>
                    <a:pt x="410" y="77"/>
                  </a:lnTo>
                  <a:lnTo>
                    <a:pt x="385" y="52"/>
                  </a:lnTo>
                  <a:lnTo>
                    <a:pt x="333" y="26"/>
                  </a:lnTo>
                  <a:lnTo>
                    <a:pt x="295" y="13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8"/>
            <p:cNvSpPr/>
            <p:nvPr/>
          </p:nvSpPr>
          <p:spPr>
            <a:xfrm>
              <a:off x="1771458" y="1514788"/>
              <a:ext cx="290759" cy="290759"/>
            </a:xfrm>
            <a:custGeom>
              <a:avLst/>
              <a:gdLst/>
              <a:ahLst/>
              <a:cxnLst/>
              <a:rect l="l" t="t" r="r" b="b"/>
              <a:pathLst>
                <a:path w="5790" h="5790" extrusionOk="0">
                  <a:moveTo>
                    <a:pt x="2178" y="1"/>
                  </a:moveTo>
                  <a:lnTo>
                    <a:pt x="2178" y="590"/>
                  </a:lnTo>
                  <a:lnTo>
                    <a:pt x="1973" y="667"/>
                  </a:lnTo>
                  <a:lnTo>
                    <a:pt x="1768" y="756"/>
                  </a:lnTo>
                  <a:lnTo>
                    <a:pt x="1358" y="346"/>
                  </a:lnTo>
                  <a:lnTo>
                    <a:pt x="346" y="1358"/>
                  </a:lnTo>
                  <a:lnTo>
                    <a:pt x="756" y="1768"/>
                  </a:lnTo>
                  <a:lnTo>
                    <a:pt x="666" y="1973"/>
                  </a:lnTo>
                  <a:lnTo>
                    <a:pt x="589" y="2191"/>
                  </a:lnTo>
                  <a:lnTo>
                    <a:pt x="0" y="2191"/>
                  </a:lnTo>
                  <a:lnTo>
                    <a:pt x="0" y="3612"/>
                  </a:lnTo>
                  <a:lnTo>
                    <a:pt x="589" y="3612"/>
                  </a:lnTo>
                  <a:lnTo>
                    <a:pt x="666" y="3830"/>
                  </a:lnTo>
                  <a:lnTo>
                    <a:pt x="756" y="4035"/>
                  </a:lnTo>
                  <a:lnTo>
                    <a:pt x="346" y="4445"/>
                  </a:lnTo>
                  <a:lnTo>
                    <a:pt x="1358" y="5457"/>
                  </a:lnTo>
                  <a:lnTo>
                    <a:pt x="1768" y="5034"/>
                  </a:lnTo>
                  <a:lnTo>
                    <a:pt x="1973" y="5136"/>
                  </a:lnTo>
                  <a:lnTo>
                    <a:pt x="2178" y="5213"/>
                  </a:lnTo>
                  <a:lnTo>
                    <a:pt x="2178" y="5790"/>
                  </a:lnTo>
                  <a:lnTo>
                    <a:pt x="3612" y="5790"/>
                  </a:lnTo>
                  <a:lnTo>
                    <a:pt x="3612" y="5213"/>
                  </a:lnTo>
                  <a:lnTo>
                    <a:pt x="3817" y="5136"/>
                  </a:lnTo>
                  <a:lnTo>
                    <a:pt x="4022" y="5034"/>
                  </a:lnTo>
                  <a:lnTo>
                    <a:pt x="4432" y="5457"/>
                  </a:lnTo>
                  <a:lnTo>
                    <a:pt x="5444" y="4445"/>
                  </a:lnTo>
                  <a:lnTo>
                    <a:pt x="5034" y="4035"/>
                  </a:lnTo>
                  <a:lnTo>
                    <a:pt x="5123" y="3830"/>
                  </a:lnTo>
                  <a:lnTo>
                    <a:pt x="5200" y="3612"/>
                  </a:lnTo>
                  <a:lnTo>
                    <a:pt x="5789" y="3612"/>
                  </a:lnTo>
                  <a:lnTo>
                    <a:pt x="5789" y="2191"/>
                  </a:lnTo>
                  <a:lnTo>
                    <a:pt x="5200" y="2191"/>
                  </a:lnTo>
                  <a:lnTo>
                    <a:pt x="5123" y="1973"/>
                  </a:lnTo>
                  <a:lnTo>
                    <a:pt x="5034" y="1768"/>
                  </a:lnTo>
                  <a:lnTo>
                    <a:pt x="5444" y="1358"/>
                  </a:lnTo>
                  <a:lnTo>
                    <a:pt x="4432" y="346"/>
                  </a:lnTo>
                  <a:lnTo>
                    <a:pt x="4022" y="756"/>
                  </a:lnTo>
                  <a:lnTo>
                    <a:pt x="3817" y="667"/>
                  </a:lnTo>
                  <a:lnTo>
                    <a:pt x="3612" y="590"/>
                  </a:lnTo>
                  <a:lnTo>
                    <a:pt x="36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8"/>
            <p:cNvSpPr/>
            <p:nvPr/>
          </p:nvSpPr>
          <p:spPr>
            <a:xfrm>
              <a:off x="2170832" y="1373930"/>
              <a:ext cx="208453" cy="208453"/>
            </a:xfrm>
            <a:custGeom>
              <a:avLst/>
              <a:gdLst/>
              <a:ahLst/>
              <a:cxnLst/>
              <a:rect l="l" t="t" r="r" b="b"/>
              <a:pathLst>
                <a:path w="4151" h="4151" extrusionOk="0">
                  <a:moveTo>
                    <a:pt x="1743" y="1"/>
                  </a:moveTo>
                  <a:lnTo>
                    <a:pt x="1743" y="295"/>
                  </a:lnTo>
                  <a:lnTo>
                    <a:pt x="1602" y="321"/>
                  </a:lnTo>
                  <a:lnTo>
                    <a:pt x="1461" y="372"/>
                  </a:lnTo>
                  <a:lnTo>
                    <a:pt x="1320" y="116"/>
                  </a:lnTo>
                  <a:lnTo>
                    <a:pt x="757" y="449"/>
                  </a:lnTo>
                  <a:lnTo>
                    <a:pt x="897" y="705"/>
                  </a:lnTo>
                  <a:lnTo>
                    <a:pt x="795" y="795"/>
                  </a:lnTo>
                  <a:lnTo>
                    <a:pt x="692" y="910"/>
                  </a:lnTo>
                  <a:lnTo>
                    <a:pt x="436" y="756"/>
                  </a:lnTo>
                  <a:lnTo>
                    <a:pt x="116" y="1320"/>
                  </a:lnTo>
                  <a:lnTo>
                    <a:pt x="372" y="1473"/>
                  </a:lnTo>
                  <a:lnTo>
                    <a:pt x="321" y="1614"/>
                  </a:lnTo>
                  <a:lnTo>
                    <a:pt x="283" y="1755"/>
                  </a:lnTo>
                  <a:lnTo>
                    <a:pt x="1" y="1755"/>
                  </a:lnTo>
                  <a:lnTo>
                    <a:pt x="1" y="2408"/>
                  </a:lnTo>
                  <a:lnTo>
                    <a:pt x="283" y="2408"/>
                  </a:lnTo>
                  <a:lnTo>
                    <a:pt x="321" y="2549"/>
                  </a:lnTo>
                  <a:lnTo>
                    <a:pt x="372" y="2690"/>
                  </a:lnTo>
                  <a:lnTo>
                    <a:pt x="116" y="2831"/>
                  </a:lnTo>
                  <a:lnTo>
                    <a:pt x="436" y="3395"/>
                  </a:lnTo>
                  <a:lnTo>
                    <a:pt x="692" y="3254"/>
                  </a:lnTo>
                  <a:lnTo>
                    <a:pt x="795" y="3356"/>
                  </a:lnTo>
                  <a:lnTo>
                    <a:pt x="897" y="3459"/>
                  </a:lnTo>
                  <a:lnTo>
                    <a:pt x="757" y="3715"/>
                  </a:lnTo>
                  <a:lnTo>
                    <a:pt x="1320" y="4035"/>
                  </a:lnTo>
                  <a:lnTo>
                    <a:pt x="1461" y="3792"/>
                  </a:lnTo>
                  <a:lnTo>
                    <a:pt x="1602" y="3830"/>
                  </a:lnTo>
                  <a:lnTo>
                    <a:pt x="1743" y="3869"/>
                  </a:lnTo>
                  <a:lnTo>
                    <a:pt x="1743" y="4150"/>
                  </a:lnTo>
                  <a:lnTo>
                    <a:pt x="2396" y="4150"/>
                  </a:lnTo>
                  <a:lnTo>
                    <a:pt x="2396" y="3869"/>
                  </a:lnTo>
                  <a:lnTo>
                    <a:pt x="2550" y="3830"/>
                  </a:lnTo>
                  <a:lnTo>
                    <a:pt x="2678" y="3792"/>
                  </a:lnTo>
                  <a:lnTo>
                    <a:pt x="2831" y="4035"/>
                  </a:lnTo>
                  <a:lnTo>
                    <a:pt x="3395" y="3715"/>
                  </a:lnTo>
                  <a:lnTo>
                    <a:pt x="3254" y="3459"/>
                  </a:lnTo>
                  <a:lnTo>
                    <a:pt x="3357" y="3356"/>
                  </a:lnTo>
                  <a:lnTo>
                    <a:pt x="3459" y="3254"/>
                  </a:lnTo>
                  <a:lnTo>
                    <a:pt x="3702" y="3395"/>
                  </a:lnTo>
                  <a:lnTo>
                    <a:pt x="4035" y="2831"/>
                  </a:lnTo>
                  <a:lnTo>
                    <a:pt x="3779" y="2690"/>
                  </a:lnTo>
                  <a:lnTo>
                    <a:pt x="3830" y="2549"/>
                  </a:lnTo>
                  <a:lnTo>
                    <a:pt x="3856" y="2408"/>
                  </a:lnTo>
                  <a:lnTo>
                    <a:pt x="4151" y="2408"/>
                  </a:lnTo>
                  <a:lnTo>
                    <a:pt x="4151" y="1755"/>
                  </a:lnTo>
                  <a:lnTo>
                    <a:pt x="3856" y="1755"/>
                  </a:lnTo>
                  <a:lnTo>
                    <a:pt x="3830" y="1614"/>
                  </a:lnTo>
                  <a:lnTo>
                    <a:pt x="3779" y="1473"/>
                  </a:lnTo>
                  <a:lnTo>
                    <a:pt x="4035" y="1320"/>
                  </a:lnTo>
                  <a:lnTo>
                    <a:pt x="3702" y="756"/>
                  </a:lnTo>
                  <a:lnTo>
                    <a:pt x="3459" y="910"/>
                  </a:lnTo>
                  <a:lnTo>
                    <a:pt x="3357" y="795"/>
                  </a:lnTo>
                  <a:lnTo>
                    <a:pt x="3254" y="705"/>
                  </a:lnTo>
                  <a:lnTo>
                    <a:pt x="3395" y="449"/>
                  </a:lnTo>
                  <a:lnTo>
                    <a:pt x="2831" y="116"/>
                  </a:lnTo>
                  <a:lnTo>
                    <a:pt x="2678" y="372"/>
                  </a:lnTo>
                  <a:lnTo>
                    <a:pt x="2550" y="321"/>
                  </a:lnTo>
                  <a:lnTo>
                    <a:pt x="2396" y="295"/>
                  </a:lnTo>
                  <a:lnTo>
                    <a:pt x="23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8"/>
            <p:cNvSpPr/>
            <p:nvPr/>
          </p:nvSpPr>
          <p:spPr>
            <a:xfrm>
              <a:off x="2311690" y="1572035"/>
              <a:ext cx="375677" cy="380146"/>
            </a:xfrm>
            <a:custGeom>
              <a:avLst/>
              <a:gdLst/>
              <a:ahLst/>
              <a:cxnLst/>
              <a:rect l="l" t="t" r="r" b="b"/>
              <a:pathLst>
                <a:path w="7481" h="7570" extrusionOk="0">
                  <a:moveTo>
                    <a:pt x="2819" y="0"/>
                  </a:moveTo>
                  <a:lnTo>
                    <a:pt x="2819" y="679"/>
                  </a:lnTo>
                  <a:lnTo>
                    <a:pt x="2626" y="743"/>
                  </a:lnTo>
                  <a:lnTo>
                    <a:pt x="2447" y="820"/>
                  </a:lnTo>
                  <a:lnTo>
                    <a:pt x="2281" y="897"/>
                  </a:lnTo>
                  <a:lnTo>
                    <a:pt x="2114" y="987"/>
                  </a:lnTo>
                  <a:lnTo>
                    <a:pt x="1948" y="1076"/>
                  </a:lnTo>
                  <a:lnTo>
                    <a:pt x="1794" y="1192"/>
                  </a:lnTo>
                  <a:lnTo>
                    <a:pt x="1653" y="1307"/>
                  </a:lnTo>
                  <a:lnTo>
                    <a:pt x="1512" y="1435"/>
                  </a:lnTo>
                  <a:lnTo>
                    <a:pt x="923" y="1089"/>
                  </a:lnTo>
                  <a:lnTo>
                    <a:pt x="1" y="2703"/>
                  </a:lnTo>
                  <a:lnTo>
                    <a:pt x="577" y="3036"/>
                  </a:lnTo>
                  <a:lnTo>
                    <a:pt x="539" y="3215"/>
                  </a:lnTo>
                  <a:lnTo>
                    <a:pt x="513" y="3407"/>
                  </a:lnTo>
                  <a:lnTo>
                    <a:pt x="487" y="3599"/>
                  </a:lnTo>
                  <a:lnTo>
                    <a:pt x="487" y="3792"/>
                  </a:lnTo>
                  <a:lnTo>
                    <a:pt x="487" y="3984"/>
                  </a:lnTo>
                  <a:lnTo>
                    <a:pt x="513" y="4176"/>
                  </a:lnTo>
                  <a:lnTo>
                    <a:pt x="539" y="4355"/>
                  </a:lnTo>
                  <a:lnTo>
                    <a:pt x="577" y="4534"/>
                  </a:lnTo>
                  <a:lnTo>
                    <a:pt x="1" y="4880"/>
                  </a:lnTo>
                  <a:lnTo>
                    <a:pt x="923" y="6481"/>
                  </a:lnTo>
                  <a:lnTo>
                    <a:pt x="1512" y="6148"/>
                  </a:lnTo>
                  <a:lnTo>
                    <a:pt x="1653" y="6276"/>
                  </a:lnTo>
                  <a:lnTo>
                    <a:pt x="1794" y="6392"/>
                  </a:lnTo>
                  <a:lnTo>
                    <a:pt x="1948" y="6494"/>
                  </a:lnTo>
                  <a:lnTo>
                    <a:pt x="2114" y="6596"/>
                  </a:lnTo>
                  <a:lnTo>
                    <a:pt x="2281" y="6686"/>
                  </a:lnTo>
                  <a:lnTo>
                    <a:pt x="2447" y="6763"/>
                  </a:lnTo>
                  <a:lnTo>
                    <a:pt x="2626" y="6827"/>
                  </a:lnTo>
                  <a:lnTo>
                    <a:pt x="2819" y="6891"/>
                  </a:lnTo>
                  <a:lnTo>
                    <a:pt x="2819" y="7570"/>
                  </a:lnTo>
                  <a:lnTo>
                    <a:pt x="4663" y="7570"/>
                  </a:lnTo>
                  <a:lnTo>
                    <a:pt x="4663" y="6891"/>
                  </a:lnTo>
                  <a:lnTo>
                    <a:pt x="4855" y="6827"/>
                  </a:lnTo>
                  <a:lnTo>
                    <a:pt x="5021" y="6763"/>
                  </a:lnTo>
                  <a:lnTo>
                    <a:pt x="5201" y="6686"/>
                  </a:lnTo>
                  <a:lnTo>
                    <a:pt x="5367" y="6596"/>
                  </a:lnTo>
                  <a:lnTo>
                    <a:pt x="5534" y="6494"/>
                  </a:lnTo>
                  <a:lnTo>
                    <a:pt x="5687" y="6392"/>
                  </a:lnTo>
                  <a:lnTo>
                    <a:pt x="5828" y="6276"/>
                  </a:lnTo>
                  <a:lnTo>
                    <a:pt x="5969" y="6148"/>
                  </a:lnTo>
                  <a:lnTo>
                    <a:pt x="6558" y="6481"/>
                  </a:lnTo>
                  <a:lnTo>
                    <a:pt x="7481" y="4880"/>
                  </a:lnTo>
                  <a:lnTo>
                    <a:pt x="6891" y="4534"/>
                  </a:lnTo>
                  <a:lnTo>
                    <a:pt x="6930" y="4355"/>
                  </a:lnTo>
                  <a:lnTo>
                    <a:pt x="6968" y="4176"/>
                  </a:lnTo>
                  <a:lnTo>
                    <a:pt x="6981" y="3984"/>
                  </a:lnTo>
                  <a:lnTo>
                    <a:pt x="6994" y="3792"/>
                  </a:lnTo>
                  <a:lnTo>
                    <a:pt x="6981" y="3599"/>
                  </a:lnTo>
                  <a:lnTo>
                    <a:pt x="6968" y="3407"/>
                  </a:lnTo>
                  <a:lnTo>
                    <a:pt x="6930" y="3215"/>
                  </a:lnTo>
                  <a:lnTo>
                    <a:pt x="6891" y="3036"/>
                  </a:lnTo>
                  <a:lnTo>
                    <a:pt x="7481" y="2703"/>
                  </a:lnTo>
                  <a:lnTo>
                    <a:pt x="6558" y="1089"/>
                  </a:lnTo>
                  <a:lnTo>
                    <a:pt x="5969" y="1435"/>
                  </a:lnTo>
                  <a:lnTo>
                    <a:pt x="5828" y="1307"/>
                  </a:lnTo>
                  <a:lnTo>
                    <a:pt x="5687" y="1192"/>
                  </a:lnTo>
                  <a:lnTo>
                    <a:pt x="5534" y="1076"/>
                  </a:lnTo>
                  <a:lnTo>
                    <a:pt x="5367" y="987"/>
                  </a:lnTo>
                  <a:lnTo>
                    <a:pt x="5201" y="897"/>
                  </a:lnTo>
                  <a:lnTo>
                    <a:pt x="5021" y="820"/>
                  </a:lnTo>
                  <a:lnTo>
                    <a:pt x="4855" y="743"/>
                  </a:lnTo>
                  <a:lnTo>
                    <a:pt x="4663" y="679"/>
                  </a:lnTo>
                  <a:lnTo>
                    <a:pt x="46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8"/>
            <p:cNvSpPr/>
            <p:nvPr/>
          </p:nvSpPr>
          <p:spPr>
            <a:xfrm>
              <a:off x="2033841" y="1325069"/>
              <a:ext cx="56645" cy="56645"/>
            </a:xfrm>
            <a:custGeom>
              <a:avLst/>
              <a:gdLst/>
              <a:ahLst/>
              <a:cxnLst/>
              <a:rect l="l" t="t" r="r" b="b"/>
              <a:pathLst>
                <a:path w="1128" h="1128" extrusionOk="0">
                  <a:moveTo>
                    <a:pt x="564" y="0"/>
                  </a:moveTo>
                  <a:lnTo>
                    <a:pt x="449" y="13"/>
                  </a:lnTo>
                  <a:lnTo>
                    <a:pt x="347" y="39"/>
                  </a:lnTo>
                  <a:lnTo>
                    <a:pt x="244" y="90"/>
                  </a:lnTo>
                  <a:lnTo>
                    <a:pt x="167" y="167"/>
                  </a:lnTo>
                  <a:lnTo>
                    <a:pt x="90" y="244"/>
                  </a:lnTo>
                  <a:lnTo>
                    <a:pt x="39" y="346"/>
                  </a:lnTo>
                  <a:lnTo>
                    <a:pt x="14" y="448"/>
                  </a:lnTo>
                  <a:lnTo>
                    <a:pt x="1" y="564"/>
                  </a:lnTo>
                  <a:lnTo>
                    <a:pt x="14" y="679"/>
                  </a:lnTo>
                  <a:lnTo>
                    <a:pt x="39" y="781"/>
                  </a:lnTo>
                  <a:lnTo>
                    <a:pt x="90" y="884"/>
                  </a:lnTo>
                  <a:lnTo>
                    <a:pt x="167" y="961"/>
                  </a:lnTo>
                  <a:lnTo>
                    <a:pt x="244" y="1038"/>
                  </a:lnTo>
                  <a:lnTo>
                    <a:pt x="347" y="1089"/>
                  </a:lnTo>
                  <a:lnTo>
                    <a:pt x="449" y="1114"/>
                  </a:lnTo>
                  <a:lnTo>
                    <a:pt x="564" y="1127"/>
                  </a:lnTo>
                  <a:lnTo>
                    <a:pt x="680" y="1114"/>
                  </a:lnTo>
                  <a:lnTo>
                    <a:pt x="782" y="1089"/>
                  </a:lnTo>
                  <a:lnTo>
                    <a:pt x="885" y="1038"/>
                  </a:lnTo>
                  <a:lnTo>
                    <a:pt x="961" y="961"/>
                  </a:lnTo>
                  <a:lnTo>
                    <a:pt x="1038" y="884"/>
                  </a:lnTo>
                  <a:lnTo>
                    <a:pt x="1089" y="781"/>
                  </a:lnTo>
                  <a:lnTo>
                    <a:pt x="1115" y="679"/>
                  </a:lnTo>
                  <a:lnTo>
                    <a:pt x="1128" y="564"/>
                  </a:lnTo>
                  <a:lnTo>
                    <a:pt x="1115" y="448"/>
                  </a:lnTo>
                  <a:lnTo>
                    <a:pt x="1089" y="346"/>
                  </a:lnTo>
                  <a:lnTo>
                    <a:pt x="1038" y="244"/>
                  </a:lnTo>
                  <a:lnTo>
                    <a:pt x="961" y="167"/>
                  </a:lnTo>
                  <a:lnTo>
                    <a:pt x="885" y="90"/>
                  </a:lnTo>
                  <a:lnTo>
                    <a:pt x="782" y="39"/>
                  </a:lnTo>
                  <a:lnTo>
                    <a:pt x="680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8"/>
            <p:cNvSpPr/>
            <p:nvPr/>
          </p:nvSpPr>
          <p:spPr>
            <a:xfrm>
              <a:off x="1676248" y="1631843"/>
              <a:ext cx="56645" cy="57298"/>
            </a:xfrm>
            <a:custGeom>
              <a:avLst/>
              <a:gdLst/>
              <a:ahLst/>
              <a:cxnLst/>
              <a:rect l="l" t="t" r="r" b="b"/>
              <a:pathLst>
                <a:path w="1128" h="1141" extrusionOk="0">
                  <a:moveTo>
                    <a:pt x="564" y="1"/>
                  </a:moveTo>
                  <a:lnTo>
                    <a:pt x="449" y="13"/>
                  </a:lnTo>
                  <a:lnTo>
                    <a:pt x="346" y="52"/>
                  </a:lnTo>
                  <a:lnTo>
                    <a:pt x="244" y="103"/>
                  </a:lnTo>
                  <a:lnTo>
                    <a:pt x="167" y="167"/>
                  </a:lnTo>
                  <a:lnTo>
                    <a:pt x="90" y="257"/>
                  </a:lnTo>
                  <a:lnTo>
                    <a:pt x="39" y="346"/>
                  </a:lnTo>
                  <a:lnTo>
                    <a:pt x="13" y="449"/>
                  </a:lnTo>
                  <a:lnTo>
                    <a:pt x="1" y="564"/>
                  </a:lnTo>
                  <a:lnTo>
                    <a:pt x="13" y="679"/>
                  </a:lnTo>
                  <a:lnTo>
                    <a:pt x="39" y="795"/>
                  </a:lnTo>
                  <a:lnTo>
                    <a:pt x="90" y="884"/>
                  </a:lnTo>
                  <a:lnTo>
                    <a:pt x="167" y="974"/>
                  </a:lnTo>
                  <a:lnTo>
                    <a:pt x="244" y="1038"/>
                  </a:lnTo>
                  <a:lnTo>
                    <a:pt x="346" y="1089"/>
                  </a:lnTo>
                  <a:lnTo>
                    <a:pt x="449" y="1128"/>
                  </a:lnTo>
                  <a:lnTo>
                    <a:pt x="564" y="1140"/>
                  </a:lnTo>
                  <a:lnTo>
                    <a:pt x="679" y="1128"/>
                  </a:lnTo>
                  <a:lnTo>
                    <a:pt x="782" y="1089"/>
                  </a:lnTo>
                  <a:lnTo>
                    <a:pt x="884" y="1038"/>
                  </a:lnTo>
                  <a:lnTo>
                    <a:pt x="961" y="974"/>
                  </a:lnTo>
                  <a:lnTo>
                    <a:pt x="1038" y="884"/>
                  </a:lnTo>
                  <a:lnTo>
                    <a:pt x="1089" y="795"/>
                  </a:lnTo>
                  <a:lnTo>
                    <a:pt x="1128" y="679"/>
                  </a:lnTo>
                  <a:lnTo>
                    <a:pt x="1128" y="564"/>
                  </a:lnTo>
                  <a:lnTo>
                    <a:pt x="1128" y="449"/>
                  </a:lnTo>
                  <a:lnTo>
                    <a:pt x="1089" y="346"/>
                  </a:lnTo>
                  <a:lnTo>
                    <a:pt x="1038" y="257"/>
                  </a:lnTo>
                  <a:lnTo>
                    <a:pt x="961" y="167"/>
                  </a:lnTo>
                  <a:lnTo>
                    <a:pt x="884" y="103"/>
                  </a:lnTo>
                  <a:lnTo>
                    <a:pt x="782" y="52"/>
                  </a:lnTo>
                  <a:lnTo>
                    <a:pt x="679" y="13"/>
                  </a:lnTo>
                  <a:lnTo>
                    <a:pt x="5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8"/>
            <p:cNvSpPr/>
            <p:nvPr/>
          </p:nvSpPr>
          <p:spPr>
            <a:xfrm>
              <a:off x="2048655" y="1914865"/>
              <a:ext cx="56645" cy="57248"/>
            </a:xfrm>
            <a:custGeom>
              <a:avLst/>
              <a:gdLst/>
              <a:ahLst/>
              <a:cxnLst/>
              <a:rect l="l" t="t" r="r" b="b"/>
              <a:pathLst>
                <a:path w="1128" h="1140" extrusionOk="0">
                  <a:moveTo>
                    <a:pt x="564" y="0"/>
                  </a:moveTo>
                  <a:lnTo>
                    <a:pt x="449" y="13"/>
                  </a:lnTo>
                  <a:lnTo>
                    <a:pt x="346" y="51"/>
                  </a:lnTo>
                  <a:lnTo>
                    <a:pt x="244" y="102"/>
                  </a:lnTo>
                  <a:lnTo>
                    <a:pt x="167" y="167"/>
                  </a:lnTo>
                  <a:lnTo>
                    <a:pt x="90" y="256"/>
                  </a:lnTo>
                  <a:lnTo>
                    <a:pt x="39" y="346"/>
                  </a:lnTo>
                  <a:lnTo>
                    <a:pt x="13" y="461"/>
                  </a:lnTo>
                  <a:lnTo>
                    <a:pt x="0" y="576"/>
                  </a:lnTo>
                  <a:lnTo>
                    <a:pt x="13" y="679"/>
                  </a:lnTo>
                  <a:lnTo>
                    <a:pt x="39" y="794"/>
                  </a:lnTo>
                  <a:lnTo>
                    <a:pt x="90" y="884"/>
                  </a:lnTo>
                  <a:lnTo>
                    <a:pt x="167" y="973"/>
                  </a:lnTo>
                  <a:lnTo>
                    <a:pt x="244" y="1037"/>
                  </a:lnTo>
                  <a:lnTo>
                    <a:pt x="346" y="1089"/>
                  </a:lnTo>
                  <a:lnTo>
                    <a:pt x="449" y="1127"/>
                  </a:lnTo>
                  <a:lnTo>
                    <a:pt x="564" y="1140"/>
                  </a:lnTo>
                  <a:lnTo>
                    <a:pt x="679" y="1127"/>
                  </a:lnTo>
                  <a:lnTo>
                    <a:pt x="782" y="1089"/>
                  </a:lnTo>
                  <a:lnTo>
                    <a:pt x="884" y="1037"/>
                  </a:lnTo>
                  <a:lnTo>
                    <a:pt x="961" y="973"/>
                  </a:lnTo>
                  <a:lnTo>
                    <a:pt x="1038" y="884"/>
                  </a:lnTo>
                  <a:lnTo>
                    <a:pt x="1089" y="794"/>
                  </a:lnTo>
                  <a:lnTo>
                    <a:pt x="1115" y="679"/>
                  </a:lnTo>
                  <a:lnTo>
                    <a:pt x="1127" y="576"/>
                  </a:lnTo>
                  <a:lnTo>
                    <a:pt x="1115" y="461"/>
                  </a:lnTo>
                  <a:lnTo>
                    <a:pt x="1089" y="346"/>
                  </a:lnTo>
                  <a:lnTo>
                    <a:pt x="1038" y="256"/>
                  </a:lnTo>
                  <a:lnTo>
                    <a:pt x="961" y="167"/>
                  </a:lnTo>
                  <a:lnTo>
                    <a:pt x="884" y="102"/>
                  </a:lnTo>
                  <a:lnTo>
                    <a:pt x="782" y="51"/>
                  </a:lnTo>
                  <a:lnTo>
                    <a:pt x="679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2235159" y="1943137"/>
              <a:ext cx="57298" cy="56645"/>
            </a:xfrm>
            <a:custGeom>
              <a:avLst/>
              <a:gdLst/>
              <a:ahLst/>
              <a:cxnLst/>
              <a:rect l="l" t="t" r="r" b="b"/>
              <a:pathLst>
                <a:path w="1141" h="1128" extrusionOk="0">
                  <a:moveTo>
                    <a:pt x="577" y="1"/>
                  </a:moveTo>
                  <a:lnTo>
                    <a:pt x="462" y="13"/>
                  </a:lnTo>
                  <a:lnTo>
                    <a:pt x="346" y="39"/>
                  </a:lnTo>
                  <a:lnTo>
                    <a:pt x="257" y="90"/>
                  </a:lnTo>
                  <a:lnTo>
                    <a:pt x="167" y="167"/>
                  </a:lnTo>
                  <a:lnTo>
                    <a:pt x="103" y="244"/>
                  </a:lnTo>
                  <a:lnTo>
                    <a:pt x="52" y="346"/>
                  </a:lnTo>
                  <a:lnTo>
                    <a:pt x="13" y="449"/>
                  </a:lnTo>
                  <a:lnTo>
                    <a:pt x="1" y="564"/>
                  </a:lnTo>
                  <a:lnTo>
                    <a:pt x="13" y="679"/>
                  </a:lnTo>
                  <a:lnTo>
                    <a:pt x="52" y="782"/>
                  </a:lnTo>
                  <a:lnTo>
                    <a:pt x="103" y="884"/>
                  </a:lnTo>
                  <a:lnTo>
                    <a:pt x="167" y="961"/>
                  </a:lnTo>
                  <a:lnTo>
                    <a:pt x="257" y="1038"/>
                  </a:lnTo>
                  <a:lnTo>
                    <a:pt x="346" y="1089"/>
                  </a:lnTo>
                  <a:lnTo>
                    <a:pt x="462" y="1128"/>
                  </a:lnTo>
                  <a:lnTo>
                    <a:pt x="692" y="1128"/>
                  </a:lnTo>
                  <a:lnTo>
                    <a:pt x="795" y="1089"/>
                  </a:lnTo>
                  <a:lnTo>
                    <a:pt x="884" y="1038"/>
                  </a:lnTo>
                  <a:lnTo>
                    <a:pt x="974" y="961"/>
                  </a:lnTo>
                  <a:lnTo>
                    <a:pt x="1038" y="884"/>
                  </a:lnTo>
                  <a:lnTo>
                    <a:pt x="1089" y="782"/>
                  </a:lnTo>
                  <a:lnTo>
                    <a:pt x="1128" y="679"/>
                  </a:lnTo>
                  <a:lnTo>
                    <a:pt x="1141" y="564"/>
                  </a:lnTo>
                  <a:lnTo>
                    <a:pt x="1128" y="449"/>
                  </a:lnTo>
                  <a:lnTo>
                    <a:pt x="1089" y="346"/>
                  </a:lnTo>
                  <a:lnTo>
                    <a:pt x="1038" y="244"/>
                  </a:lnTo>
                  <a:lnTo>
                    <a:pt x="974" y="167"/>
                  </a:lnTo>
                  <a:lnTo>
                    <a:pt x="884" y="90"/>
                  </a:lnTo>
                  <a:lnTo>
                    <a:pt x="795" y="39"/>
                  </a:lnTo>
                  <a:lnTo>
                    <a:pt x="692" y="13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2156721" y="1733482"/>
              <a:ext cx="57248" cy="57298"/>
            </a:xfrm>
            <a:custGeom>
              <a:avLst/>
              <a:gdLst/>
              <a:ahLst/>
              <a:cxnLst/>
              <a:rect l="l" t="t" r="r" b="b"/>
              <a:pathLst>
                <a:path w="1140" h="1141" extrusionOk="0">
                  <a:moveTo>
                    <a:pt x="564" y="0"/>
                  </a:moveTo>
                  <a:lnTo>
                    <a:pt x="461" y="13"/>
                  </a:lnTo>
                  <a:lnTo>
                    <a:pt x="346" y="51"/>
                  </a:lnTo>
                  <a:lnTo>
                    <a:pt x="256" y="103"/>
                  </a:lnTo>
                  <a:lnTo>
                    <a:pt x="167" y="167"/>
                  </a:lnTo>
                  <a:lnTo>
                    <a:pt x="103" y="256"/>
                  </a:lnTo>
                  <a:lnTo>
                    <a:pt x="51" y="346"/>
                  </a:lnTo>
                  <a:lnTo>
                    <a:pt x="13" y="461"/>
                  </a:lnTo>
                  <a:lnTo>
                    <a:pt x="0" y="577"/>
                  </a:lnTo>
                  <a:lnTo>
                    <a:pt x="13" y="692"/>
                  </a:lnTo>
                  <a:lnTo>
                    <a:pt x="51" y="794"/>
                  </a:lnTo>
                  <a:lnTo>
                    <a:pt x="103" y="884"/>
                  </a:lnTo>
                  <a:lnTo>
                    <a:pt x="167" y="974"/>
                  </a:lnTo>
                  <a:lnTo>
                    <a:pt x="256" y="1038"/>
                  </a:lnTo>
                  <a:lnTo>
                    <a:pt x="346" y="1102"/>
                  </a:lnTo>
                  <a:lnTo>
                    <a:pt x="461" y="1127"/>
                  </a:lnTo>
                  <a:lnTo>
                    <a:pt x="564" y="1140"/>
                  </a:lnTo>
                  <a:lnTo>
                    <a:pt x="679" y="1127"/>
                  </a:lnTo>
                  <a:lnTo>
                    <a:pt x="794" y="1102"/>
                  </a:lnTo>
                  <a:lnTo>
                    <a:pt x="884" y="1038"/>
                  </a:lnTo>
                  <a:lnTo>
                    <a:pt x="973" y="974"/>
                  </a:lnTo>
                  <a:lnTo>
                    <a:pt x="1038" y="884"/>
                  </a:lnTo>
                  <a:lnTo>
                    <a:pt x="1089" y="794"/>
                  </a:lnTo>
                  <a:lnTo>
                    <a:pt x="1127" y="692"/>
                  </a:lnTo>
                  <a:lnTo>
                    <a:pt x="1140" y="577"/>
                  </a:lnTo>
                  <a:lnTo>
                    <a:pt x="1127" y="461"/>
                  </a:lnTo>
                  <a:lnTo>
                    <a:pt x="1089" y="346"/>
                  </a:lnTo>
                  <a:lnTo>
                    <a:pt x="1038" y="256"/>
                  </a:lnTo>
                  <a:lnTo>
                    <a:pt x="973" y="167"/>
                  </a:lnTo>
                  <a:lnTo>
                    <a:pt x="884" y="103"/>
                  </a:lnTo>
                  <a:lnTo>
                    <a:pt x="794" y="51"/>
                  </a:lnTo>
                  <a:lnTo>
                    <a:pt x="679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8"/>
            <p:cNvSpPr/>
            <p:nvPr/>
          </p:nvSpPr>
          <p:spPr>
            <a:xfrm>
              <a:off x="2686005" y="1603571"/>
              <a:ext cx="57298" cy="56645"/>
            </a:xfrm>
            <a:custGeom>
              <a:avLst/>
              <a:gdLst/>
              <a:ahLst/>
              <a:cxnLst/>
              <a:rect l="l" t="t" r="r" b="b"/>
              <a:pathLst>
                <a:path w="1141" h="1128" extrusionOk="0">
                  <a:moveTo>
                    <a:pt x="565" y="0"/>
                  </a:moveTo>
                  <a:lnTo>
                    <a:pt x="462" y="13"/>
                  </a:lnTo>
                  <a:lnTo>
                    <a:pt x="347" y="38"/>
                  </a:lnTo>
                  <a:lnTo>
                    <a:pt x="257" y="90"/>
                  </a:lnTo>
                  <a:lnTo>
                    <a:pt x="167" y="167"/>
                  </a:lnTo>
                  <a:lnTo>
                    <a:pt x="103" y="243"/>
                  </a:lnTo>
                  <a:lnTo>
                    <a:pt x="52" y="346"/>
                  </a:lnTo>
                  <a:lnTo>
                    <a:pt x="14" y="448"/>
                  </a:lnTo>
                  <a:lnTo>
                    <a:pt x="1" y="564"/>
                  </a:lnTo>
                  <a:lnTo>
                    <a:pt x="14" y="679"/>
                  </a:lnTo>
                  <a:lnTo>
                    <a:pt x="52" y="781"/>
                  </a:lnTo>
                  <a:lnTo>
                    <a:pt x="103" y="884"/>
                  </a:lnTo>
                  <a:lnTo>
                    <a:pt x="167" y="973"/>
                  </a:lnTo>
                  <a:lnTo>
                    <a:pt x="257" y="1037"/>
                  </a:lnTo>
                  <a:lnTo>
                    <a:pt x="347" y="1089"/>
                  </a:lnTo>
                  <a:lnTo>
                    <a:pt x="462" y="1127"/>
                  </a:lnTo>
                  <a:lnTo>
                    <a:pt x="680" y="1127"/>
                  </a:lnTo>
                  <a:lnTo>
                    <a:pt x="795" y="1089"/>
                  </a:lnTo>
                  <a:lnTo>
                    <a:pt x="885" y="1037"/>
                  </a:lnTo>
                  <a:lnTo>
                    <a:pt x="974" y="973"/>
                  </a:lnTo>
                  <a:lnTo>
                    <a:pt x="1038" y="884"/>
                  </a:lnTo>
                  <a:lnTo>
                    <a:pt x="1090" y="781"/>
                  </a:lnTo>
                  <a:lnTo>
                    <a:pt x="1128" y="679"/>
                  </a:lnTo>
                  <a:lnTo>
                    <a:pt x="1141" y="564"/>
                  </a:lnTo>
                  <a:lnTo>
                    <a:pt x="1128" y="448"/>
                  </a:lnTo>
                  <a:lnTo>
                    <a:pt x="1090" y="346"/>
                  </a:lnTo>
                  <a:lnTo>
                    <a:pt x="1038" y="243"/>
                  </a:lnTo>
                  <a:lnTo>
                    <a:pt x="974" y="167"/>
                  </a:lnTo>
                  <a:lnTo>
                    <a:pt x="885" y="90"/>
                  </a:lnTo>
                  <a:lnTo>
                    <a:pt x="795" y="38"/>
                  </a:lnTo>
                  <a:lnTo>
                    <a:pt x="680" y="13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8"/>
            <p:cNvSpPr/>
            <p:nvPr/>
          </p:nvSpPr>
          <p:spPr>
            <a:xfrm>
              <a:off x="1819667" y="1563649"/>
              <a:ext cx="194292" cy="193689"/>
            </a:xfrm>
            <a:custGeom>
              <a:avLst/>
              <a:gdLst/>
              <a:ahLst/>
              <a:cxnLst/>
              <a:rect l="l" t="t" r="r" b="b"/>
              <a:pathLst>
                <a:path w="3869" h="3857" extrusionOk="0">
                  <a:moveTo>
                    <a:pt x="1935" y="1"/>
                  </a:moveTo>
                  <a:lnTo>
                    <a:pt x="1743" y="14"/>
                  </a:lnTo>
                  <a:lnTo>
                    <a:pt x="1551" y="39"/>
                  </a:lnTo>
                  <a:lnTo>
                    <a:pt x="1358" y="91"/>
                  </a:lnTo>
                  <a:lnTo>
                    <a:pt x="1179" y="155"/>
                  </a:lnTo>
                  <a:lnTo>
                    <a:pt x="1013" y="231"/>
                  </a:lnTo>
                  <a:lnTo>
                    <a:pt x="859" y="321"/>
                  </a:lnTo>
                  <a:lnTo>
                    <a:pt x="705" y="436"/>
                  </a:lnTo>
                  <a:lnTo>
                    <a:pt x="577" y="564"/>
                  </a:lnTo>
                  <a:lnTo>
                    <a:pt x="449" y="705"/>
                  </a:lnTo>
                  <a:lnTo>
                    <a:pt x="334" y="846"/>
                  </a:lnTo>
                  <a:lnTo>
                    <a:pt x="244" y="1013"/>
                  </a:lnTo>
                  <a:lnTo>
                    <a:pt x="154" y="1179"/>
                  </a:lnTo>
                  <a:lnTo>
                    <a:pt x="90" y="1359"/>
                  </a:lnTo>
                  <a:lnTo>
                    <a:pt x="39" y="1538"/>
                  </a:lnTo>
                  <a:lnTo>
                    <a:pt x="14" y="1730"/>
                  </a:lnTo>
                  <a:lnTo>
                    <a:pt x="1" y="1922"/>
                  </a:lnTo>
                  <a:lnTo>
                    <a:pt x="14" y="2127"/>
                  </a:lnTo>
                  <a:lnTo>
                    <a:pt x="39" y="2319"/>
                  </a:lnTo>
                  <a:lnTo>
                    <a:pt x="90" y="2498"/>
                  </a:lnTo>
                  <a:lnTo>
                    <a:pt x="154" y="2678"/>
                  </a:lnTo>
                  <a:lnTo>
                    <a:pt x="244" y="2844"/>
                  </a:lnTo>
                  <a:lnTo>
                    <a:pt x="334" y="3011"/>
                  </a:lnTo>
                  <a:lnTo>
                    <a:pt x="449" y="3152"/>
                  </a:lnTo>
                  <a:lnTo>
                    <a:pt x="577" y="3293"/>
                  </a:lnTo>
                  <a:lnTo>
                    <a:pt x="705" y="3421"/>
                  </a:lnTo>
                  <a:lnTo>
                    <a:pt x="859" y="3523"/>
                  </a:lnTo>
                  <a:lnTo>
                    <a:pt x="1013" y="3626"/>
                  </a:lnTo>
                  <a:lnTo>
                    <a:pt x="1179" y="3702"/>
                  </a:lnTo>
                  <a:lnTo>
                    <a:pt x="1358" y="3766"/>
                  </a:lnTo>
                  <a:lnTo>
                    <a:pt x="1551" y="3818"/>
                  </a:lnTo>
                  <a:lnTo>
                    <a:pt x="1743" y="3843"/>
                  </a:lnTo>
                  <a:lnTo>
                    <a:pt x="1935" y="3856"/>
                  </a:lnTo>
                  <a:lnTo>
                    <a:pt x="2127" y="3843"/>
                  </a:lnTo>
                  <a:lnTo>
                    <a:pt x="2319" y="3818"/>
                  </a:lnTo>
                  <a:lnTo>
                    <a:pt x="2511" y="3766"/>
                  </a:lnTo>
                  <a:lnTo>
                    <a:pt x="2690" y="3702"/>
                  </a:lnTo>
                  <a:lnTo>
                    <a:pt x="2857" y="3626"/>
                  </a:lnTo>
                  <a:lnTo>
                    <a:pt x="3011" y="3523"/>
                  </a:lnTo>
                  <a:lnTo>
                    <a:pt x="3164" y="3421"/>
                  </a:lnTo>
                  <a:lnTo>
                    <a:pt x="3292" y="3293"/>
                  </a:lnTo>
                  <a:lnTo>
                    <a:pt x="3420" y="3152"/>
                  </a:lnTo>
                  <a:lnTo>
                    <a:pt x="3536" y="3011"/>
                  </a:lnTo>
                  <a:lnTo>
                    <a:pt x="3625" y="2844"/>
                  </a:lnTo>
                  <a:lnTo>
                    <a:pt x="3715" y="2678"/>
                  </a:lnTo>
                  <a:lnTo>
                    <a:pt x="3779" y="2498"/>
                  </a:lnTo>
                  <a:lnTo>
                    <a:pt x="3830" y="2319"/>
                  </a:lnTo>
                  <a:lnTo>
                    <a:pt x="3856" y="2127"/>
                  </a:lnTo>
                  <a:lnTo>
                    <a:pt x="3869" y="1922"/>
                  </a:lnTo>
                  <a:lnTo>
                    <a:pt x="3856" y="1730"/>
                  </a:lnTo>
                  <a:lnTo>
                    <a:pt x="3830" y="1538"/>
                  </a:lnTo>
                  <a:lnTo>
                    <a:pt x="3779" y="1359"/>
                  </a:lnTo>
                  <a:lnTo>
                    <a:pt x="3715" y="1179"/>
                  </a:lnTo>
                  <a:lnTo>
                    <a:pt x="3625" y="1013"/>
                  </a:lnTo>
                  <a:lnTo>
                    <a:pt x="3536" y="846"/>
                  </a:lnTo>
                  <a:lnTo>
                    <a:pt x="3420" y="705"/>
                  </a:lnTo>
                  <a:lnTo>
                    <a:pt x="3292" y="564"/>
                  </a:lnTo>
                  <a:lnTo>
                    <a:pt x="3164" y="436"/>
                  </a:lnTo>
                  <a:lnTo>
                    <a:pt x="3011" y="321"/>
                  </a:lnTo>
                  <a:lnTo>
                    <a:pt x="2857" y="231"/>
                  </a:lnTo>
                  <a:lnTo>
                    <a:pt x="2690" y="155"/>
                  </a:lnTo>
                  <a:lnTo>
                    <a:pt x="2511" y="91"/>
                  </a:lnTo>
                  <a:lnTo>
                    <a:pt x="2319" y="39"/>
                  </a:lnTo>
                  <a:lnTo>
                    <a:pt x="2127" y="14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8"/>
            <p:cNvSpPr/>
            <p:nvPr/>
          </p:nvSpPr>
          <p:spPr>
            <a:xfrm>
              <a:off x="2199807" y="1403508"/>
              <a:ext cx="150552" cy="149899"/>
            </a:xfrm>
            <a:custGeom>
              <a:avLst/>
              <a:gdLst/>
              <a:ahLst/>
              <a:cxnLst/>
              <a:rect l="l" t="t" r="r" b="b"/>
              <a:pathLst>
                <a:path w="2998" h="2985" extrusionOk="0">
                  <a:moveTo>
                    <a:pt x="1345" y="1"/>
                  </a:moveTo>
                  <a:lnTo>
                    <a:pt x="1191" y="26"/>
                  </a:lnTo>
                  <a:lnTo>
                    <a:pt x="1050" y="65"/>
                  </a:lnTo>
                  <a:lnTo>
                    <a:pt x="910" y="116"/>
                  </a:lnTo>
                  <a:lnTo>
                    <a:pt x="782" y="180"/>
                  </a:lnTo>
                  <a:lnTo>
                    <a:pt x="666" y="257"/>
                  </a:lnTo>
                  <a:lnTo>
                    <a:pt x="551" y="334"/>
                  </a:lnTo>
                  <a:lnTo>
                    <a:pt x="436" y="436"/>
                  </a:lnTo>
                  <a:lnTo>
                    <a:pt x="346" y="539"/>
                  </a:lnTo>
                  <a:lnTo>
                    <a:pt x="256" y="654"/>
                  </a:lnTo>
                  <a:lnTo>
                    <a:pt x="180" y="782"/>
                  </a:lnTo>
                  <a:lnTo>
                    <a:pt x="115" y="910"/>
                  </a:lnTo>
                  <a:lnTo>
                    <a:pt x="64" y="1051"/>
                  </a:lnTo>
                  <a:lnTo>
                    <a:pt x="26" y="1192"/>
                  </a:lnTo>
                  <a:lnTo>
                    <a:pt x="13" y="1333"/>
                  </a:lnTo>
                  <a:lnTo>
                    <a:pt x="0" y="1486"/>
                  </a:lnTo>
                  <a:lnTo>
                    <a:pt x="13" y="1640"/>
                  </a:lnTo>
                  <a:lnTo>
                    <a:pt x="26" y="1794"/>
                  </a:lnTo>
                  <a:lnTo>
                    <a:pt x="64" y="1935"/>
                  </a:lnTo>
                  <a:lnTo>
                    <a:pt x="115" y="2076"/>
                  </a:lnTo>
                  <a:lnTo>
                    <a:pt x="180" y="2204"/>
                  </a:lnTo>
                  <a:lnTo>
                    <a:pt x="256" y="2332"/>
                  </a:lnTo>
                  <a:lnTo>
                    <a:pt x="346" y="2447"/>
                  </a:lnTo>
                  <a:lnTo>
                    <a:pt x="436" y="2550"/>
                  </a:lnTo>
                  <a:lnTo>
                    <a:pt x="551" y="2652"/>
                  </a:lnTo>
                  <a:lnTo>
                    <a:pt x="666" y="2729"/>
                  </a:lnTo>
                  <a:lnTo>
                    <a:pt x="782" y="2806"/>
                  </a:lnTo>
                  <a:lnTo>
                    <a:pt x="910" y="2870"/>
                  </a:lnTo>
                  <a:lnTo>
                    <a:pt x="1050" y="2921"/>
                  </a:lnTo>
                  <a:lnTo>
                    <a:pt x="1191" y="2959"/>
                  </a:lnTo>
                  <a:lnTo>
                    <a:pt x="1345" y="2985"/>
                  </a:lnTo>
                  <a:lnTo>
                    <a:pt x="1652" y="2985"/>
                  </a:lnTo>
                  <a:lnTo>
                    <a:pt x="1793" y="2959"/>
                  </a:lnTo>
                  <a:lnTo>
                    <a:pt x="1947" y="2921"/>
                  </a:lnTo>
                  <a:lnTo>
                    <a:pt x="2075" y="2870"/>
                  </a:lnTo>
                  <a:lnTo>
                    <a:pt x="2216" y="2806"/>
                  </a:lnTo>
                  <a:lnTo>
                    <a:pt x="2331" y="2729"/>
                  </a:lnTo>
                  <a:lnTo>
                    <a:pt x="2447" y="2652"/>
                  </a:lnTo>
                  <a:lnTo>
                    <a:pt x="2549" y="2550"/>
                  </a:lnTo>
                  <a:lnTo>
                    <a:pt x="2651" y="2447"/>
                  </a:lnTo>
                  <a:lnTo>
                    <a:pt x="2741" y="2332"/>
                  </a:lnTo>
                  <a:lnTo>
                    <a:pt x="2818" y="2204"/>
                  </a:lnTo>
                  <a:lnTo>
                    <a:pt x="2882" y="2076"/>
                  </a:lnTo>
                  <a:lnTo>
                    <a:pt x="2920" y="1935"/>
                  </a:lnTo>
                  <a:lnTo>
                    <a:pt x="2959" y="1794"/>
                  </a:lnTo>
                  <a:lnTo>
                    <a:pt x="2984" y="1640"/>
                  </a:lnTo>
                  <a:lnTo>
                    <a:pt x="2997" y="1486"/>
                  </a:lnTo>
                  <a:lnTo>
                    <a:pt x="2984" y="1333"/>
                  </a:lnTo>
                  <a:lnTo>
                    <a:pt x="2959" y="1192"/>
                  </a:lnTo>
                  <a:lnTo>
                    <a:pt x="2920" y="1051"/>
                  </a:lnTo>
                  <a:lnTo>
                    <a:pt x="2882" y="910"/>
                  </a:lnTo>
                  <a:lnTo>
                    <a:pt x="2818" y="782"/>
                  </a:lnTo>
                  <a:lnTo>
                    <a:pt x="2741" y="654"/>
                  </a:lnTo>
                  <a:lnTo>
                    <a:pt x="2651" y="539"/>
                  </a:lnTo>
                  <a:lnTo>
                    <a:pt x="2549" y="436"/>
                  </a:lnTo>
                  <a:lnTo>
                    <a:pt x="2447" y="334"/>
                  </a:lnTo>
                  <a:lnTo>
                    <a:pt x="2331" y="257"/>
                  </a:lnTo>
                  <a:lnTo>
                    <a:pt x="2216" y="180"/>
                  </a:lnTo>
                  <a:lnTo>
                    <a:pt x="2075" y="116"/>
                  </a:lnTo>
                  <a:lnTo>
                    <a:pt x="1947" y="65"/>
                  </a:lnTo>
                  <a:lnTo>
                    <a:pt x="1793" y="26"/>
                  </a:lnTo>
                  <a:lnTo>
                    <a:pt x="1652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8"/>
            <p:cNvSpPr/>
            <p:nvPr/>
          </p:nvSpPr>
          <p:spPr>
            <a:xfrm>
              <a:off x="2238373" y="1441472"/>
              <a:ext cx="73368" cy="73368"/>
            </a:xfrm>
            <a:custGeom>
              <a:avLst/>
              <a:gdLst/>
              <a:ahLst/>
              <a:cxnLst/>
              <a:rect l="l" t="t" r="r" b="b"/>
              <a:pathLst>
                <a:path w="1461" h="1461" extrusionOk="0">
                  <a:moveTo>
                    <a:pt x="731" y="0"/>
                  </a:moveTo>
                  <a:lnTo>
                    <a:pt x="577" y="26"/>
                  </a:lnTo>
                  <a:lnTo>
                    <a:pt x="449" y="64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9" y="333"/>
                  </a:lnTo>
                  <a:lnTo>
                    <a:pt x="52" y="449"/>
                  </a:lnTo>
                  <a:lnTo>
                    <a:pt x="14" y="590"/>
                  </a:lnTo>
                  <a:lnTo>
                    <a:pt x="1" y="730"/>
                  </a:lnTo>
                  <a:lnTo>
                    <a:pt x="14" y="884"/>
                  </a:lnTo>
                  <a:lnTo>
                    <a:pt x="52" y="1025"/>
                  </a:lnTo>
                  <a:lnTo>
                    <a:pt x="129" y="1140"/>
                  </a:lnTo>
                  <a:lnTo>
                    <a:pt x="218" y="1256"/>
                  </a:lnTo>
                  <a:lnTo>
                    <a:pt x="321" y="1345"/>
                  </a:lnTo>
                  <a:lnTo>
                    <a:pt x="449" y="1409"/>
                  </a:lnTo>
                  <a:lnTo>
                    <a:pt x="577" y="1448"/>
                  </a:lnTo>
                  <a:lnTo>
                    <a:pt x="731" y="1461"/>
                  </a:lnTo>
                  <a:lnTo>
                    <a:pt x="872" y="1448"/>
                  </a:lnTo>
                  <a:lnTo>
                    <a:pt x="1013" y="1409"/>
                  </a:lnTo>
                  <a:lnTo>
                    <a:pt x="1141" y="1345"/>
                  </a:lnTo>
                  <a:lnTo>
                    <a:pt x="1243" y="1256"/>
                  </a:lnTo>
                  <a:lnTo>
                    <a:pt x="1333" y="1140"/>
                  </a:lnTo>
                  <a:lnTo>
                    <a:pt x="1397" y="1025"/>
                  </a:lnTo>
                  <a:lnTo>
                    <a:pt x="1448" y="884"/>
                  </a:lnTo>
                  <a:lnTo>
                    <a:pt x="1461" y="730"/>
                  </a:lnTo>
                  <a:lnTo>
                    <a:pt x="1448" y="590"/>
                  </a:lnTo>
                  <a:lnTo>
                    <a:pt x="1397" y="449"/>
                  </a:lnTo>
                  <a:lnTo>
                    <a:pt x="1333" y="333"/>
                  </a:lnTo>
                  <a:lnTo>
                    <a:pt x="1243" y="218"/>
                  </a:lnTo>
                  <a:lnTo>
                    <a:pt x="1141" y="128"/>
                  </a:lnTo>
                  <a:lnTo>
                    <a:pt x="1013" y="64"/>
                  </a:lnTo>
                  <a:lnTo>
                    <a:pt x="872" y="26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8"/>
            <p:cNvSpPr/>
            <p:nvPr/>
          </p:nvSpPr>
          <p:spPr>
            <a:xfrm>
              <a:off x="1865364" y="1608693"/>
              <a:ext cx="102946" cy="102946"/>
            </a:xfrm>
            <a:custGeom>
              <a:avLst/>
              <a:gdLst/>
              <a:ahLst/>
              <a:cxnLst/>
              <a:rect l="l" t="t" r="r" b="b"/>
              <a:pathLst>
                <a:path w="2050" h="2050" extrusionOk="0">
                  <a:moveTo>
                    <a:pt x="1025" y="0"/>
                  </a:moveTo>
                  <a:lnTo>
                    <a:pt x="922" y="13"/>
                  </a:lnTo>
                  <a:lnTo>
                    <a:pt x="820" y="26"/>
                  </a:lnTo>
                  <a:lnTo>
                    <a:pt x="717" y="52"/>
                  </a:lnTo>
                  <a:lnTo>
                    <a:pt x="628" y="77"/>
                  </a:lnTo>
                  <a:lnTo>
                    <a:pt x="538" y="129"/>
                  </a:lnTo>
                  <a:lnTo>
                    <a:pt x="448" y="180"/>
                  </a:lnTo>
                  <a:lnTo>
                    <a:pt x="372" y="231"/>
                  </a:lnTo>
                  <a:lnTo>
                    <a:pt x="295" y="308"/>
                  </a:lnTo>
                  <a:lnTo>
                    <a:pt x="231" y="372"/>
                  </a:lnTo>
                  <a:lnTo>
                    <a:pt x="179" y="462"/>
                  </a:lnTo>
                  <a:lnTo>
                    <a:pt x="128" y="538"/>
                  </a:lnTo>
                  <a:lnTo>
                    <a:pt x="77" y="628"/>
                  </a:lnTo>
                  <a:lnTo>
                    <a:pt x="39" y="718"/>
                  </a:lnTo>
                  <a:lnTo>
                    <a:pt x="13" y="820"/>
                  </a:lnTo>
                  <a:lnTo>
                    <a:pt x="0" y="923"/>
                  </a:lnTo>
                  <a:lnTo>
                    <a:pt x="0" y="1025"/>
                  </a:lnTo>
                  <a:lnTo>
                    <a:pt x="0" y="1140"/>
                  </a:lnTo>
                  <a:lnTo>
                    <a:pt x="13" y="1230"/>
                  </a:lnTo>
                  <a:lnTo>
                    <a:pt x="39" y="1332"/>
                  </a:lnTo>
                  <a:lnTo>
                    <a:pt x="77" y="1435"/>
                  </a:lnTo>
                  <a:lnTo>
                    <a:pt x="128" y="1525"/>
                  </a:lnTo>
                  <a:lnTo>
                    <a:pt x="179" y="1601"/>
                  </a:lnTo>
                  <a:lnTo>
                    <a:pt x="231" y="1678"/>
                  </a:lnTo>
                  <a:lnTo>
                    <a:pt x="295" y="1755"/>
                  </a:lnTo>
                  <a:lnTo>
                    <a:pt x="372" y="1819"/>
                  </a:lnTo>
                  <a:lnTo>
                    <a:pt x="448" y="1883"/>
                  </a:lnTo>
                  <a:lnTo>
                    <a:pt x="538" y="1934"/>
                  </a:lnTo>
                  <a:lnTo>
                    <a:pt x="628" y="1973"/>
                  </a:lnTo>
                  <a:lnTo>
                    <a:pt x="717" y="2011"/>
                  </a:lnTo>
                  <a:lnTo>
                    <a:pt x="820" y="2037"/>
                  </a:lnTo>
                  <a:lnTo>
                    <a:pt x="922" y="2050"/>
                  </a:lnTo>
                  <a:lnTo>
                    <a:pt x="1127" y="2050"/>
                  </a:lnTo>
                  <a:lnTo>
                    <a:pt x="1230" y="2037"/>
                  </a:lnTo>
                  <a:lnTo>
                    <a:pt x="1332" y="2011"/>
                  </a:lnTo>
                  <a:lnTo>
                    <a:pt x="1422" y="1973"/>
                  </a:lnTo>
                  <a:lnTo>
                    <a:pt x="1511" y="1934"/>
                  </a:lnTo>
                  <a:lnTo>
                    <a:pt x="1601" y="1883"/>
                  </a:lnTo>
                  <a:lnTo>
                    <a:pt x="1678" y="1819"/>
                  </a:lnTo>
                  <a:lnTo>
                    <a:pt x="1755" y="1755"/>
                  </a:lnTo>
                  <a:lnTo>
                    <a:pt x="1819" y="1678"/>
                  </a:lnTo>
                  <a:lnTo>
                    <a:pt x="1870" y="1601"/>
                  </a:lnTo>
                  <a:lnTo>
                    <a:pt x="1921" y="1525"/>
                  </a:lnTo>
                  <a:lnTo>
                    <a:pt x="1973" y="1435"/>
                  </a:lnTo>
                  <a:lnTo>
                    <a:pt x="2011" y="1332"/>
                  </a:lnTo>
                  <a:lnTo>
                    <a:pt x="2037" y="1230"/>
                  </a:lnTo>
                  <a:lnTo>
                    <a:pt x="2049" y="1140"/>
                  </a:lnTo>
                  <a:lnTo>
                    <a:pt x="2049" y="1025"/>
                  </a:lnTo>
                  <a:lnTo>
                    <a:pt x="2049" y="923"/>
                  </a:lnTo>
                  <a:lnTo>
                    <a:pt x="2037" y="820"/>
                  </a:lnTo>
                  <a:lnTo>
                    <a:pt x="2011" y="718"/>
                  </a:lnTo>
                  <a:lnTo>
                    <a:pt x="1973" y="628"/>
                  </a:lnTo>
                  <a:lnTo>
                    <a:pt x="1921" y="538"/>
                  </a:lnTo>
                  <a:lnTo>
                    <a:pt x="1870" y="462"/>
                  </a:lnTo>
                  <a:lnTo>
                    <a:pt x="1819" y="372"/>
                  </a:lnTo>
                  <a:lnTo>
                    <a:pt x="1755" y="308"/>
                  </a:lnTo>
                  <a:lnTo>
                    <a:pt x="1678" y="231"/>
                  </a:lnTo>
                  <a:lnTo>
                    <a:pt x="1601" y="180"/>
                  </a:lnTo>
                  <a:lnTo>
                    <a:pt x="1511" y="129"/>
                  </a:lnTo>
                  <a:lnTo>
                    <a:pt x="1422" y="77"/>
                  </a:lnTo>
                  <a:lnTo>
                    <a:pt x="1332" y="52"/>
                  </a:lnTo>
                  <a:lnTo>
                    <a:pt x="1230" y="26"/>
                  </a:lnTo>
                  <a:lnTo>
                    <a:pt x="1127" y="13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8"/>
            <p:cNvSpPr/>
            <p:nvPr/>
          </p:nvSpPr>
          <p:spPr>
            <a:xfrm>
              <a:off x="2368937" y="1631843"/>
              <a:ext cx="260528" cy="260528"/>
            </a:xfrm>
            <a:custGeom>
              <a:avLst/>
              <a:gdLst/>
              <a:ahLst/>
              <a:cxnLst/>
              <a:rect l="l" t="t" r="r" b="b"/>
              <a:pathLst>
                <a:path w="5188" h="5188" extrusionOk="0">
                  <a:moveTo>
                    <a:pt x="2601" y="1"/>
                  </a:moveTo>
                  <a:lnTo>
                    <a:pt x="2332" y="13"/>
                  </a:lnTo>
                  <a:lnTo>
                    <a:pt x="2076" y="52"/>
                  </a:lnTo>
                  <a:lnTo>
                    <a:pt x="1832" y="116"/>
                  </a:lnTo>
                  <a:lnTo>
                    <a:pt x="1589" y="205"/>
                  </a:lnTo>
                  <a:lnTo>
                    <a:pt x="1358" y="321"/>
                  </a:lnTo>
                  <a:lnTo>
                    <a:pt x="1153" y="449"/>
                  </a:lnTo>
                  <a:lnTo>
                    <a:pt x="948" y="590"/>
                  </a:lnTo>
                  <a:lnTo>
                    <a:pt x="769" y="769"/>
                  </a:lnTo>
                  <a:lnTo>
                    <a:pt x="603" y="948"/>
                  </a:lnTo>
                  <a:lnTo>
                    <a:pt x="449" y="1140"/>
                  </a:lnTo>
                  <a:lnTo>
                    <a:pt x="321" y="1358"/>
                  </a:lnTo>
                  <a:lnTo>
                    <a:pt x="206" y="1589"/>
                  </a:lnTo>
                  <a:lnTo>
                    <a:pt x="129" y="1819"/>
                  </a:lnTo>
                  <a:lnTo>
                    <a:pt x="65" y="2075"/>
                  </a:lnTo>
                  <a:lnTo>
                    <a:pt x="13" y="2332"/>
                  </a:lnTo>
                  <a:lnTo>
                    <a:pt x="1" y="2601"/>
                  </a:lnTo>
                  <a:lnTo>
                    <a:pt x="13" y="2857"/>
                  </a:lnTo>
                  <a:lnTo>
                    <a:pt x="65" y="3126"/>
                  </a:lnTo>
                  <a:lnTo>
                    <a:pt x="129" y="3369"/>
                  </a:lnTo>
                  <a:lnTo>
                    <a:pt x="206" y="3612"/>
                  </a:lnTo>
                  <a:lnTo>
                    <a:pt x="321" y="3830"/>
                  </a:lnTo>
                  <a:lnTo>
                    <a:pt x="449" y="4048"/>
                  </a:lnTo>
                  <a:lnTo>
                    <a:pt x="603" y="4253"/>
                  </a:lnTo>
                  <a:lnTo>
                    <a:pt x="769" y="4432"/>
                  </a:lnTo>
                  <a:lnTo>
                    <a:pt x="948" y="4599"/>
                  </a:lnTo>
                  <a:lnTo>
                    <a:pt x="1153" y="4752"/>
                  </a:lnTo>
                  <a:lnTo>
                    <a:pt x="1358" y="4880"/>
                  </a:lnTo>
                  <a:lnTo>
                    <a:pt x="1589" y="4983"/>
                  </a:lnTo>
                  <a:lnTo>
                    <a:pt x="1832" y="5072"/>
                  </a:lnTo>
                  <a:lnTo>
                    <a:pt x="2076" y="5137"/>
                  </a:lnTo>
                  <a:lnTo>
                    <a:pt x="2332" y="5175"/>
                  </a:lnTo>
                  <a:lnTo>
                    <a:pt x="2601" y="5188"/>
                  </a:lnTo>
                  <a:lnTo>
                    <a:pt x="2870" y="5175"/>
                  </a:lnTo>
                  <a:lnTo>
                    <a:pt x="3126" y="5137"/>
                  </a:lnTo>
                  <a:lnTo>
                    <a:pt x="3369" y="5072"/>
                  </a:lnTo>
                  <a:lnTo>
                    <a:pt x="3613" y="4983"/>
                  </a:lnTo>
                  <a:lnTo>
                    <a:pt x="3830" y="4880"/>
                  </a:lnTo>
                  <a:lnTo>
                    <a:pt x="4048" y="4752"/>
                  </a:lnTo>
                  <a:lnTo>
                    <a:pt x="4253" y="4599"/>
                  </a:lnTo>
                  <a:lnTo>
                    <a:pt x="4432" y="4432"/>
                  </a:lnTo>
                  <a:lnTo>
                    <a:pt x="4599" y="4253"/>
                  </a:lnTo>
                  <a:lnTo>
                    <a:pt x="4752" y="4048"/>
                  </a:lnTo>
                  <a:lnTo>
                    <a:pt x="4880" y="3830"/>
                  </a:lnTo>
                  <a:lnTo>
                    <a:pt x="4996" y="3612"/>
                  </a:lnTo>
                  <a:lnTo>
                    <a:pt x="5073" y="3369"/>
                  </a:lnTo>
                  <a:lnTo>
                    <a:pt x="5137" y="3126"/>
                  </a:lnTo>
                  <a:lnTo>
                    <a:pt x="5175" y="2857"/>
                  </a:lnTo>
                  <a:lnTo>
                    <a:pt x="5188" y="2601"/>
                  </a:lnTo>
                  <a:lnTo>
                    <a:pt x="5175" y="2332"/>
                  </a:lnTo>
                  <a:lnTo>
                    <a:pt x="5137" y="2075"/>
                  </a:lnTo>
                  <a:lnTo>
                    <a:pt x="5073" y="1819"/>
                  </a:lnTo>
                  <a:lnTo>
                    <a:pt x="4996" y="1589"/>
                  </a:lnTo>
                  <a:lnTo>
                    <a:pt x="4880" y="1358"/>
                  </a:lnTo>
                  <a:lnTo>
                    <a:pt x="4752" y="1140"/>
                  </a:lnTo>
                  <a:lnTo>
                    <a:pt x="4599" y="948"/>
                  </a:lnTo>
                  <a:lnTo>
                    <a:pt x="4432" y="769"/>
                  </a:lnTo>
                  <a:lnTo>
                    <a:pt x="4253" y="590"/>
                  </a:lnTo>
                  <a:lnTo>
                    <a:pt x="4048" y="449"/>
                  </a:lnTo>
                  <a:lnTo>
                    <a:pt x="3830" y="321"/>
                  </a:lnTo>
                  <a:lnTo>
                    <a:pt x="3613" y="205"/>
                  </a:lnTo>
                  <a:lnTo>
                    <a:pt x="3369" y="116"/>
                  </a:lnTo>
                  <a:lnTo>
                    <a:pt x="3126" y="52"/>
                  </a:lnTo>
                  <a:lnTo>
                    <a:pt x="2870" y="13"/>
                  </a:lnTo>
                  <a:lnTo>
                    <a:pt x="2601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8"/>
            <p:cNvSpPr/>
            <p:nvPr/>
          </p:nvSpPr>
          <p:spPr>
            <a:xfrm>
              <a:off x="2452547" y="1715454"/>
              <a:ext cx="93957" cy="93304"/>
            </a:xfrm>
            <a:custGeom>
              <a:avLst/>
              <a:gdLst/>
              <a:ahLst/>
              <a:cxnLst/>
              <a:rect l="l" t="t" r="r" b="b"/>
              <a:pathLst>
                <a:path w="1871" h="1858" extrusionOk="0">
                  <a:moveTo>
                    <a:pt x="846" y="1"/>
                  </a:moveTo>
                  <a:lnTo>
                    <a:pt x="744" y="26"/>
                  </a:lnTo>
                  <a:lnTo>
                    <a:pt x="654" y="39"/>
                  </a:lnTo>
                  <a:lnTo>
                    <a:pt x="577" y="77"/>
                  </a:lnTo>
                  <a:lnTo>
                    <a:pt x="487" y="116"/>
                  </a:lnTo>
                  <a:lnTo>
                    <a:pt x="411" y="154"/>
                  </a:lnTo>
                  <a:lnTo>
                    <a:pt x="347" y="218"/>
                  </a:lnTo>
                  <a:lnTo>
                    <a:pt x="282" y="270"/>
                  </a:lnTo>
                  <a:lnTo>
                    <a:pt x="218" y="334"/>
                  </a:lnTo>
                  <a:lnTo>
                    <a:pt x="167" y="410"/>
                  </a:lnTo>
                  <a:lnTo>
                    <a:pt x="116" y="487"/>
                  </a:lnTo>
                  <a:lnTo>
                    <a:pt x="78" y="564"/>
                  </a:lnTo>
                  <a:lnTo>
                    <a:pt x="52" y="654"/>
                  </a:lnTo>
                  <a:lnTo>
                    <a:pt x="26" y="743"/>
                  </a:lnTo>
                  <a:lnTo>
                    <a:pt x="14" y="833"/>
                  </a:lnTo>
                  <a:lnTo>
                    <a:pt x="1" y="936"/>
                  </a:lnTo>
                  <a:lnTo>
                    <a:pt x="14" y="1025"/>
                  </a:lnTo>
                  <a:lnTo>
                    <a:pt x="26" y="1115"/>
                  </a:lnTo>
                  <a:lnTo>
                    <a:pt x="52" y="1205"/>
                  </a:lnTo>
                  <a:lnTo>
                    <a:pt x="78" y="1294"/>
                  </a:lnTo>
                  <a:lnTo>
                    <a:pt x="116" y="1371"/>
                  </a:lnTo>
                  <a:lnTo>
                    <a:pt x="167" y="1448"/>
                  </a:lnTo>
                  <a:lnTo>
                    <a:pt x="218" y="1525"/>
                  </a:lnTo>
                  <a:lnTo>
                    <a:pt x="282" y="1589"/>
                  </a:lnTo>
                  <a:lnTo>
                    <a:pt x="347" y="1653"/>
                  </a:lnTo>
                  <a:lnTo>
                    <a:pt x="411" y="1704"/>
                  </a:lnTo>
                  <a:lnTo>
                    <a:pt x="487" y="1755"/>
                  </a:lnTo>
                  <a:lnTo>
                    <a:pt x="577" y="1794"/>
                  </a:lnTo>
                  <a:lnTo>
                    <a:pt x="654" y="1819"/>
                  </a:lnTo>
                  <a:lnTo>
                    <a:pt x="744" y="1845"/>
                  </a:lnTo>
                  <a:lnTo>
                    <a:pt x="846" y="1858"/>
                  </a:lnTo>
                  <a:lnTo>
                    <a:pt x="1025" y="1858"/>
                  </a:lnTo>
                  <a:lnTo>
                    <a:pt x="1128" y="1845"/>
                  </a:lnTo>
                  <a:lnTo>
                    <a:pt x="1217" y="1819"/>
                  </a:lnTo>
                  <a:lnTo>
                    <a:pt x="1294" y="1794"/>
                  </a:lnTo>
                  <a:lnTo>
                    <a:pt x="1384" y="1755"/>
                  </a:lnTo>
                  <a:lnTo>
                    <a:pt x="1461" y="1704"/>
                  </a:lnTo>
                  <a:lnTo>
                    <a:pt x="1525" y="1653"/>
                  </a:lnTo>
                  <a:lnTo>
                    <a:pt x="1589" y="1589"/>
                  </a:lnTo>
                  <a:lnTo>
                    <a:pt x="1653" y="1525"/>
                  </a:lnTo>
                  <a:lnTo>
                    <a:pt x="1704" y="1448"/>
                  </a:lnTo>
                  <a:lnTo>
                    <a:pt x="1755" y="1371"/>
                  </a:lnTo>
                  <a:lnTo>
                    <a:pt x="1794" y="1294"/>
                  </a:lnTo>
                  <a:lnTo>
                    <a:pt x="1819" y="1205"/>
                  </a:lnTo>
                  <a:lnTo>
                    <a:pt x="1845" y="1115"/>
                  </a:lnTo>
                  <a:lnTo>
                    <a:pt x="1858" y="1025"/>
                  </a:lnTo>
                  <a:lnTo>
                    <a:pt x="1871" y="936"/>
                  </a:lnTo>
                  <a:lnTo>
                    <a:pt x="1858" y="833"/>
                  </a:lnTo>
                  <a:lnTo>
                    <a:pt x="1845" y="743"/>
                  </a:lnTo>
                  <a:lnTo>
                    <a:pt x="1819" y="654"/>
                  </a:lnTo>
                  <a:lnTo>
                    <a:pt x="1794" y="564"/>
                  </a:lnTo>
                  <a:lnTo>
                    <a:pt x="1755" y="487"/>
                  </a:lnTo>
                  <a:lnTo>
                    <a:pt x="1704" y="410"/>
                  </a:lnTo>
                  <a:lnTo>
                    <a:pt x="1653" y="334"/>
                  </a:lnTo>
                  <a:lnTo>
                    <a:pt x="1589" y="270"/>
                  </a:lnTo>
                  <a:lnTo>
                    <a:pt x="1525" y="218"/>
                  </a:lnTo>
                  <a:lnTo>
                    <a:pt x="1461" y="154"/>
                  </a:lnTo>
                  <a:lnTo>
                    <a:pt x="1384" y="116"/>
                  </a:lnTo>
                  <a:lnTo>
                    <a:pt x="1294" y="77"/>
                  </a:lnTo>
                  <a:lnTo>
                    <a:pt x="1217" y="39"/>
                  </a:lnTo>
                  <a:lnTo>
                    <a:pt x="1128" y="26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8"/>
            <p:cNvSpPr/>
            <p:nvPr/>
          </p:nvSpPr>
          <p:spPr>
            <a:xfrm>
              <a:off x="1226658" y="2344469"/>
              <a:ext cx="1965613" cy="679895"/>
            </a:xfrm>
            <a:custGeom>
              <a:avLst/>
              <a:gdLst/>
              <a:ahLst/>
              <a:cxnLst/>
              <a:rect l="l" t="t" r="r" b="b"/>
              <a:pathLst>
                <a:path w="39142" h="13539" extrusionOk="0">
                  <a:moveTo>
                    <a:pt x="3638" y="1"/>
                  </a:moveTo>
                  <a:lnTo>
                    <a:pt x="3446" y="14"/>
                  </a:lnTo>
                  <a:lnTo>
                    <a:pt x="3267" y="26"/>
                  </a:lnTo>
                  <a:lnTo>
                    <a:pt x="3088" y="52"/>
                  </a:lnTo>
                  <a:lnTo>
                    <a:pt x="2908" y="78"/>
                  </a:lnTo>
                  <a:lnTo>
                    <a:pt x="2729" y="116"/>
                  </a:lnTo>
                  <a:lnTo>
                    <a:pt x="2563" y="167"/>
                  </a:lnTo>
                  <a:lnTo>
                    <a:pt x="2383" y="231"/>
                  </a:lnTo>
                  <a:lnTo>
                    <a:pt x="2230" y="295"/>
                  </a:lnTo>
                  <a:lnTo>
                    <a:pt x="2063" y="359"/>
                  </a:lnTo>
                  <a:lnTo>
                    <a:pt x="1909" y="449"/>
                  </a:lnTo>
                  <a:lnTo>
                    <a:pt x="1756" y="526"/>
                  </a:lnTo>
                  <a:lnTo>
                    <a:pt x="1602" y="628"/>
                  </a:lnTo>
                  <a:lnTo>
                    <a:pt x="1461" y="731"/>
                  </a:lnTo>
                  <a:lnTo>
                    <a:pt x="1333" y="833"/>
                  </a:lnTo>
                  <a:lnTo>
                    <a:pt x="1192" y="948"/>
                  </a:lnTo>
                  <a:lnTo>
                    <a:pt x="1064" y="1064"/>
                  </a:lnTo>
                  <a:lnTo>
                    <a:pt x="949" y="1192"/>
                  </a:lnTo>
                  <a:lnTo>
                    <a:pt x="833" y="1333"/>
                  </a:lnTo>
                  <a:lnTo>
                    <a:pt x="731" y="1461"/>
                  </a:lnTo>
                  <a:lnTo>
                    <a:pt x="629" y="1602"/>
                  </a:lnTo>
                  <a:lnTo>
                    <a:pt x="526" y="1755"/>
                  </a:lnTo>
                  <a:lnTo>
                    <a:pt x="449" y="1909"/>
                  </a:lnTo>
                  <a:lnTo>
                    <a:pt x="360" y="2063"/>
                  </a:lnTo>
                  <a:lnTo>
                    <a:pt x="296" y="2229"/>
                  </a:lnTo>
                  <a:lnTo>
                    <a:pt x="231" y="2396"/>
                  </a:lnTo>
                  <a:lnTo>
                    <a:pt x="167" y="2562"/>
                  </a:lnTo>
                  <a:lnTo>
                    <a:pt x="116" y="2729"/>
                  </a:lnTo>
                  <a:lnTo>
                    <a:pt x="78" y="2908"/>
                  </a:lnTo>
                  <a:lnTo>
                    <a:pt x="52" y="3087"/>
                  </a:lnTo>
                  <a:lnTo>
                    <a:pt x="27" y="3267"/>
                  </a:lnTo>
                  <a:lnTo>
                    <a:pt x="14" y="3459"/>
                  </a:lnTo>
                  <a:lnTo>
                    <a:pt x="1" y="3638"/>
                  </a:lnTo>
                  <a:lnTo>
                    <a:pt x="1" y="9901"/>
                  </a:lnTo>
                  <a:lnTo>
                    <a:pt x="14" y="10093"/>
                  </a:lnTo>
                  <a:lnTo>
                    <a:pt x="27" y="10273"/>
                  </a:lnTo>
                  <a:lnTo>
                    <a:pt x="52" y="10465"/>
                  </a:lnTo>
                  <a:lnTo>
                    <a:pt x="78" y="10644"/>
                  </a:lnTo>
                  <a:lnTo>
                    <a:pt x="116" y="10811"/>
                  </a:lnTo>
                  <a:lnTo>
                    <a:pt x="167" y="10990"/>
                  </a:lnTo>
                  <a:lnTo>
                    <a:pt x="231" y="11156"/>
                  </a:lnTo>
                  <a:lnTo>
                    <a:pt x="296" y="11323"/>
                  </a:lnTo>
                  <a:lnTo>
                    <a:pt x="360" y="11477"/>
                  </a:lnTo>
                  <a:lnTo>
                    <a:pt x="449" y="11643"/>
                  </a:lnTo>
                  <a:lnTo>
                    <a:pt x="526" y="11797"/>
                  </a:lnTo>
                  <a:lnTo>
                    <a:pt x="629" y="11938"/>
                  </a:lnTo>
                  <a:lnTo>
                    <a:pt x="731" y="12079"/>
                  </a:lnTo>
                  <a:lnTo>
                    <a:pt x="833" y="12219"/>
                  </a:lnTo>
                  <a:lnTo>
                    <a:pt x="949" y="12348"/>
                  </a:lnTo>
                  <a:lnTo>
                    <a:pt x="1064" y="12476"/>
                  </a:lnTo>
                  <a:lnTo>
                    <a:pt x="1192" y="12591"/>
                  </a:lnTo>
                  <a:lnTo>
                    <a:pt x="1333" y="12706"/>
                  </a:lnTo>
                  <a:lnTo>
                    <a:pt x="1461" y="12821"/>
                  </a:lnTo>
                  <a:lnTo>
                    <a:pt x="1602" y="12924"/>
                  </a:lnTo>
                  <a:lnTo>
                    <a:pt x="1756" y="13014"/>
                  </a:lnTo>
                  <a:lnTo>
                    <a:pt x="1909" y="13103"/>
                  </a:lnTo>
                  <a:lnTo>
                    <a:pt x="2063" y="13180"/>
                  </a:lnTo>
                  <a:lnTo>
                    <a:pt x="2230" y="13257"/>
                  </a:lnTo>
                  <a:lnTo>
                    <a:pt x="2383" y="13321"/>
                  </a:lnTo>
                  <a:lnTo>
                    <a:pt x="2563" y="13372"/>
                  </a:lnTo>
                  <a:lnTo>
                    <a:pt x="2729" y="13423"/>
                  </a:lnTo>
                  <a:lnTo>
                    <a:pt x="2908" y="13462"/>
                  </a:lnTo>
                  <a:lnTo>
                    <a:pt x="3088" y="13500"/>
                  </a:lnTo>
                  <a:lnTo>
                    <a:pt x="3267" y="13526"/>
                  </a:lnTo>
                  <a:lnTo>
                    <a:pt x="3446" y="13539"/>
                  </a:lnTo>
                  <a:lnTo>
                    <a:pt x="35696" y="13539"/>
                  </a:lnTo>
                  <a:lnTo>
                    <a:pt x="35889" y="13526"/>
                  </a:lnTo>
                  <a:lnTo>
                    <a:pt x="36068" y="13500"/>
                  </a:lnTo>
                  <a:lnTo>
                    <a:pt x="36247" y="13462"/>
                  </a:lnTo>
                  <a:lnTo>
                    <a:pt x="36414" y="13423"/>
                  </a:lnTo>
                  <a:lnTo>
                    <a:pt x="36593" y="13372"/>
                  </a:lnTo>
                  <a:lnTo>
                    <a:pt x="36759" y="13321"/>
                  </a:lnTo>
                  <a:lnTo>
                    <a:pt x="36926" y="13257"/>
                  </a:lnTo>
                  <a:lnTo>
                    <a:pt x="37092" y="13180"/>
                  </a:lnTo>
                  <a:lnTo>
                    <a:pt x="37246" y="13103"/>
                  </a:lnTo>
                  <a:lnTo>
                    <a:pt x="37400" y="13014"/>
                  </a:lnTo>
                  <a:lnTo>
                    <a:pt x="37541" y="12924"/>
                  </a:lnTo>
                  <a:lnTo>
                    <a:pt x="37682" y="12821"/>
                  </a:lnTo>
                  <a:lnTo>
                    <a:pt x="37823" y="12706"/>
                  </a:lnTo>
                  <a:lnTo>
                    <a:pt x="37951" y="12591"/>
                  </a:lnTo>
                  <a:lnTo>
                    <a:pt x="38079" y="12476"/>
                  </a:lnTo>
                  <a:lnTo>
                    <a:pt x="38207" y="12348"/>
                  </a:lnTo>
                  <a:lnTo>
                    <a:pt x="38322" y="12219"/>
                  </a:lnTo>
                  <a:lnTo>
                    <a:pt x="38424" y="12079"/>
                  </a:lnTo>
                  <a:lnTo>
                    <a:pt x="38527" y="11938"/>
                  </a:lnTo>
                  <a:lnTo>
                    <a:pt x="38617" y="11797"/>
                  </a:lnTo>
                  <a:lnTo>
                    <a:pt x="38706" y="11643"/>
                  </a:lnTo>
                  <a:lnTo>
                    <a:pt x="38783" y="11477"/>
                  </a:lnTo>
                  <a:lnTo>
                    <a:pt x="38860" y="11323"/>
                  </a:lnTo>
                  <a:lnTo>
                    <a:pt x="38924" y="11156"/>
                  </a:lnTo>
                  <a:lnTo>
                    <a:pt x="38988" y="10990"/>
                  </a:lnTo>
                  <a:lnTo>
                    <a:pt x="39026" y="10811"/>
                  </a:lnTo>
                  <a:lnTo>
                    <a:pt x="39078" y="10644"/>
                  </a:lnTo>
                  <a:lnTo>
                    <a:pt x="39103" y="10465"/>
                  </a:lnTo>
                  <a:lnTo>
                    <a:pt x="39129" y="10273"/>
                  </a:lnTo>
                  <a:lnTo>
                    <a:pt x="39142" y="10093"/>
                  </a:lnTo>
                  <a:lnTo>
                    <a:pt x="39142" y="9901"/>
                  </a:lnTo>
                  <a:lnTo>
                    <a:pt x="39142" y="3638"/>
                  </a:lnTo>
                  <a:lnTo>
                    <a:pt x="39142" y="3459"/>
                  </a:lnTo>
                  <a:lnTo>
                    <a:pt x="39129" y="3267"/>
                  </a:lnTo>
                  <a:lnTo>
                    <a:pt x="39103" y="3087"/>
                  </a:lnTo>
                  <a:lnTo>
                    <a:pt x="39078" y="2908"/>
                  </a:lnTo>
                  <a:lnTo>
                    <a:pt x="39026" y="2729"/>
                  </a:lnTo>
                  <a:lnTo>
                    <a:pt x="38988" y="2562"/>
                  </a:lnTo>
                  <a:lnTo>
                    <a:pt x="38924" y="2396"/>
                  </a:lnTo>
                  <a:lnTo>
                    <a:pt x="38860" y="2229"/>
                  </a:lnTo>
                  <a:lnTo>
                    <a:pt x="38783" y="2063"/>
                  </a:lnTo>
                  <a:lnTo>
                    <a:pt x="38706" y="1909"/>
                  </a:lnTo>
                  <a:lnTo>
                    <a:pt x="38617" y="1755"/>
                  </a:lnTo>
                  <a:lnTo>
                    <a:pt x="38527" y="1602"/>
                  </a:lnTo>
                  <a:lnTo>
                    <a:pt x="38424" y="1461"/>
                  </a:lnTo>
                  <a:lnTo>
                    <a:pt x="38322" y="1333"/>
                  </a:lnTo>
                  <a:lnTo>
                    <a:pt x="38207" y="1192"/>
                  </a:lnTo>
                  <a:lnTo>
                    <a:pt x="38079" y="1064"/>
                  </a:lnTo>
                  <a:lnTo>
                    <a:pt x="37951" y="948"/>
                  </a:lnTo>
                  <a:lnTo>
                    <a:pt x="37823" y="833"/>
                  </a:lnTo>
                  <a:lnTo>
                    <a:pt x="37682" y="731"/>
                  </a:lnTo>
                  <a:lnTo>
                    <a:pt x="37541" y="628"/>
                  </a:lnTo>
                  <a:lnTo>
                    <a:pt x="37400" y="526"/>
                  </a:lnTo>
                  <a:lnTo>
                    <a:pt x="37246" y="449"/>
                  </a:lnTo>
                  <a:lnTo>
                    <a:pt x="37092" y="359"/>
                  </a:lnTo>
                  <a:lnTo>
                    <a:pt x="36926" y="295"/>
                  </a:lnTo>
                  <a:lnTo>
                    <a:pt x="36759" y="231"/>
                  </a:lnTo>
                  <a:lnTo>
                    <a:pt x="36593" y="167"/>
                  </a:lnTo>
                  <a:lnTo>
                    <a:pt x="36414" y="116"/>
                  </a:lnTo>
                  <a:lnTo>
                    <a:pt x="36247" y="78"/>
                  </a:lnTo>
                  <a:lnTo>
                    <a:pt x="36068" y="52"/>
                  </a:lnTo>
                  <a:lnTo>
                    <a:pt x="35889" y="26"/>
                  </a:lnTo>
                  <a:lnTo>
                    <a:pt x="35696" y="14"/>
                  </a:lnTo>
                  <a:lnTo>
                    <a:pt x="35517" y="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/>
            <p:cNvSpPr/>
            <p:nvPr/>
          </p:nvSpPr>
          <p:spPr>
            <a:xfrm>
              <a:off x="1482662" y="2021626"/>
              <a:ext cx="1454299" cy="130616"/>
            </a:xfrm>
            <a:custGeom>
              <a:avLst/>
              <a:gdLst/>
              <a:ahLst/>
              <a:cxnLst/>
              <a:rect l="l" t="t" r="r" b="b"/>
              <a:pathLst>
                <a:path w="28960" h="2601" extrusionOk="0">
                  <a:moveTo>
                    <a:pt x="0" y="0"/>
                  </a:moveTo>
                  <a:lnTo>
                    <a:pt x="0" y="2600"/>
                  </a:lnTo>
                  <a:lnTo>
                    <a:pt x="28959" y="2600"/>
                  </a:lnTo>
                  <a:lnTo>
                    <a:pt x="28959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/>
            <p:cNvSpPr/>
            <p:nvPr/>
          </p:nvSpPr>
          <p:spPr>
            <a:xfrm>
              <a:off x="3192189" y="4322206"/>
              <a:ext cx="141563" cy="409775"/>
            </a:xfrm>
            <a:custGeom>
              <a:avLst/>
              <a:gdLst/>
              <a:ahLst/>
              <a:cxnLst/>
              <a:rect l="l" t="t" r="r" b="b"/>
              <a:pathLst>
                <a:path w="2819" h="8160" extrusionOk="0">
                  <a:moveTo>
                    <a:pt x="1" y="1"/>
                  </a:moveTo>
                  <a:lnTo>
                    <a:pt x="1" y="8160"/>
                  </a:lnTo>
                  <a:lnTo>
                    <a:pt x="2818" y="8160"/>
                  </a:lnTo>
                  <a:lnTo>
                    <a:pt x="2818" y="2806"/>
                  </a:lnTo>
                  <a:lnTo>
                    <a:pt x="2806" y="2524"/>
                  </a:lnTo>
                  <a:lnTo>
                    <a:pt x="2767" y="2242"/>
                  </a:lnTo>
                  <a:lnTo>
                    <a:pt x="2690" y="1973"/>
                  </a:lnTo>
                  <a:lnTo>
                    <a:pt x="2601" y="1717"/>
                  </a:lnTo>
                  <a:lnTo>
                    <a:pt x="2473" y="1474"/>
                  </a:lnTo>
                  <a:lnTo>
                    <a:pt x="2332" y="1243"/>
                  </a:lnTo>
                  <a:lnTo>
                    <a:pt x="2178" y="1026"/>
                  </a:lnTo>
                  <a:lnTo>
                    <a:pt x="1999" y="821"/>
                  </a:lnTo>
                  <a:lnTo>
                    <a:pt x="1794" y="641"/>
                  </a:lnTo>
                  <a:lnTo>
                    <a:pt x="1576" y="475"/>
                  </a:lnTo>
                  <a:lnTo>
                    <a:pt x="1346" y="334"/>
                  </a:lnTo>
                  <a:lnTo>
                    <a:pt x="1102" y="219"/>
                  </a:lnTo>
                  <a:lnTo>
                    <a:pt x="846" y="129"/>
                  </a:lnTo>
                  <a:lnTo>
                    <a:pt x="577" y="52"/>
                  </a:lnTo>
                  <a:lnTo>
                    <a:pt x="295" y="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/>
            <p:cNvSpPr/>
            <p:nvPr/>
          </p:nvSpPr>
          <p:spPr>
            <a:xfrm>
              <a:off x="1085850" y="4322206"/>
              <a:ext cx="140860" cy="409775"/>
            </a:xfrm>
            <a:custGeom>
              <a:avLst/>
              <a:gdLst/>
              <a:ahLst/>
              <a:cxnLst/>
              <a:rect l="l" t="t" r="r" b="b"/>
              <a:pathLst>
                <a:path w="2805" h="8160" extrusionOk="0">
                  <a:moveTo>
                    <a:pt x="2805" y="1"/>
                  </a:moveTo>
                  <a:lnTo>
                    <a:pt x="2523" y="14"/>
                  </a:lnTo>
                  <a:lnTo>
                    <a:pt x="2241" y="52"/>
                  </a:lnTo>
                  <a:lnTo>
                    <a:pt x="1972" y="129"/>
                  </a:lnTo>
                  <a:lnTo>
                    <a:pt x="1716" y="219"/>
                  </a:lnTo>
                  <a:lnTo>
                    <a:pt x="1473" y="334"/>
                  </a:lnTo>
                  <a:lnTo>
                    <a:pt x="1230" y="475"/>
                  </a:lnTo>
                  <a:lnTo>
                    <a:pt x="1025" y="641"/>
                  </a:lnTo>
                  <a:lnTo>
                    <a:pt x="820" y="821"/>
                  </a:lnTo>
                  <a:lnTo>
                    <a:pt x="640" y="1026"/>
                  </a:lnTo>
                  <a:lnTo>
                    <a:pt x="474" y="1243"/>
                  </a:lnTo>
                  <a:lnTo>
                    <a:pt x="333" y="1474"/>
                  </a:lnTo>
                  <a:lnTo>
                    <a:pt x="218" y="1717"/>
                  </a:lnTo>
                  <a:lnTo>
                    <a:pt x="128" y="1973"/>
                  </a:lnTo>
                  <a:lnTo>
                    <a:pt x="51" y="2242"/>
                  </a:lnTo>
                  <a:lnTo>
                    <a:pt x="13" y="2524"/>
                  </a:lnTo>
                  <a:lnTo>
                    <a:pt x="0" y="2806"/>
                  </a:lnTo>
                  <a:lnTo>
                    <a:pt x="0" y="8160"/>
                  </a:lnTo>
                  <a:lnTo>
                    <a:pt x="2805" y="8160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8"/>
            <p:cNvSpPr/>
            <p:nvPr/>
          </p:nvSpPr>
          <p:spPr>
            <a:xfrm>
              <a:off x="1405479" y="2091076"/>
              <a:ext cx="1608617" cy="1580998"/>
            </a:xfrm>
            <a:custGeom>
              <a:avLst/>
              <a:gdLst/>
              <a:ahLst/>
              <a:cxnLst/>
              <a:rect l="l" t="t" r="r" b="b"/>
              <a:pathLst>
                <a:path w="32033" h="31483" extrusionOk="0">
                  <a:moveTo>
                    <a:pt x="1" y="0"/>
                  </a:moveTo>
                  <a:lnTo>
                    <a:pt x="1" y="24425"/>
                  </a:lnTo>
                  <a:lnTo>
                    <a:pt x="13" y="24796"/>
                  </a:lnTo>
                  <a:lnTo>
                    <a:pt x="39" y="25155"/>
                  </a:lnTo>
                  <a:lnTo>
                    <a:pt x="77" y="25501"/>
                  </a:lnTo>
                  <a:lnTo>
                    <a:pt x="141" y="25847"/>
                  </a:lnTo>
                  <a:lnTo>
                    <a:pt x="218" y="26193"/>
                  </a:lnTo>
                  <a:lnTo>
                    <a:pt x="321" y="26526"/>
                  </a:lnTo>
                  <a:lnTo>
                    <a:pt x="423" y="26859"/>
                  </a:lnTo>
                  <a:lnTo>
                    <a:pt x="551" y="27179"/>
                  </a:lnTo>
                  <a:lnTo>
                    <a:pt x="692" y="27486"/>
                  </a:lnTo>
                  <a:lnTo>
                    <a:pt x="846" y="27794"/>
                  </a:lnTo>
                  <a:lnTo>
                    <a:pt x="1025" y="28088"/>
                  </a:lnTo>
                  <a:lnTo>
                    <a:pt x="1204" y="28370"/>
                  </a:lnTo>
                  <a:lnTo>
                    <a:pt x="1397" y="28652"/>
                  </a:lnTo>
                  <a:lnTo>
                    <a:pt x="1614" y="28921"/>
                  </a:lnTo>
                  <a:lnTo>
                    <a:pt x="1832" y="29177"/>
                  </a:lnTo>
                  <a:lnTo>
                    <a:pt x="2063" y="29420"/>
                  </a:lnTo>
                  <a:lnTo>
                    <a:pt x="2306" y="29651"/>
                  </a:lnTo>
                  <a:lnTo>
                    <a:pt x="2562" y="29881"/>
                  </a:lnTo>
                  <a:lnTo>
                    <a:pt x="2831" y="30086"/>
                  </a:lnTo>
                  <a:lnTo>
                    <a:pt x="3113" y="30278"/>
                  </a:lnTo>
                  <a:lnTo>
                    <a:pt x="3395" y="30470"/>
                  </a:lnTo>
                  <a:lnTo>
                    <a:pt x="3689" y="30637"/>
                  </a:lnTo>
                  <a:lnTo>
                    <a:pt x="3997" y="30791"/>
                  </a:lnTo>
                  <a:lnTo>
                    <a:pt x="4304" y="30931"/>
                  </a:lnTo>
                  <a:lnTo>
                    <a:pt x="4624" y="31060"/>
                  </a:lnTo>
                  <a:lnTo>
                    <a:pt x="4957" y="31175"/>
                  </a:lnTo>
                  <a:lnTo>
                    <a:pt x="5290" y="31264"/>
                  </a:lnTo>
                  <a:lnTo>
                    <a:pt x="5636" y="31341"/>
                  </a:lnTo>
                  <a:lnTo>
                    <a:pt x="5982" y="31405"/>
                  </a:lnTo>
                  <a:lnTo>
                    <a:pt x="6340" y="31444"/>
                  </a:lnTo>
                  <a:lnTo>
                    <a:pt x="6686" y="31482"/>
                  </a:lnTo>
                  <a:lnTo>
                    <a:pt x="25334" y="31482"/>
                  </a:lnTo>
                  <a:lnTo>
                    <a:pt x="25693" y="31444"/>
                  </a:lnTo>
                  <a:lnTo>
                    <a:pt x="26052" y="31405"/>
                  </a:lnTo>
                  <a:lnTo>
                    <a:pt x="26398" y="31341"/>
                  </a:lnTo>
                  <a:lnTo>
                    <a:pt x="26731" y="31264"/>
                  </a:lnTo>
                  <a:lnTo>
                    <a:pt x="27076" y="31175"/>
                  </a:lnTo>
                  <a:lnTo>
                    <a:pt x="27397" y="31060"/>
                  </a:lnTo>
                  <a:lnTo>
                    <a:pt x="27717" y="30931"/>
                  </a:lnTo>
                  <a:lnTo>
                    <a:pt x="28037" y="30791"/>
                  </a:lnTo>
                  <a:lnTo>
                    <a:pt x="28331" y="30637"/>
                  </a:lnTo>
                  <a:lnTo>
                    <a:pt x="28626" y="30470"/>
                  </a:lnTo>
                  <a:lnTo>
                    <a:pt x="28921" y="30278"/>
                  </a:lnTo>
                  <a:lnTo>
                    <a:pt x="29190" y="30086"/>
                  </a:lnTo>
                  <a:lnTo>
                    <a:pt x="29459" y="29881"/>
                  </a:lnTo>
                  <a:lnTo>
                    <a:pt x="29715" y="29651"/>
                  </a:lnTo>
                  <a:lnTo>
                    <a:pt x="29958" y="29420"/>
                  </a:lnTo>
                  <a:lnTo>
                    <a:pt x="30201" y="29177"/>
                  </a:lnTo>
                  <a:lnTo>
                    <a:pt x="30419" y="28921"/>
                  </a:lnTo>
                  <a:lnTo>
                    <a:pt x="30624" y="28652"/>
                  </a:lnTo>
                  <a:lnTo>
                    <a:pt x="30829" y="28370"/>
                  </a:lnTo>
                  <a:lnTo>
                    <a:pt x="31008" y="28088"/>
                  </a:lnTo>
                  <a:lnTo>
                    <a:pt x="31175" y="27794"/>
                  </a:lnTo>
                  <a:lnTo>
                    <a:pt x="31329" y="27486"/>
                  </a:lnTo>
                  <a:lnTo>
                    <a:pt x="31469" y="27179"/>
                  </a:lnTo>
                  <a:lnTo>
                    <a:pt x="31597" y="26859"/>
                  </a:lnTo>
                  <a:lnTo>
                    <a:pt x="31713" y="26526"/>
                  </a:lnTo>
                  <a:lnTo>
                    <a:pt x="31802" y="26193"/>
                  </a:lnTo>
                  <a:lnTo>
                    <a:pt x="31892" y="25847"/>
                  </a:lnTo>
                  <a:lnTo>
                    <a:pt x="31943" y="25501"/>
                  </a:lnTo>
                  <a:lnTo>
                    <a:pt x="31995" y="25155"/>
                  </a:lnTo>
                  <a:lnTo>
                    <a:pt x="32020" y="24796"/>
                  </a:lnTo>
                  <a:lnTo>
                    <a:pt x="32033" y="24425"/>
                  </a:lnTo>
                  <a:lnTo>
                    <a:pt x="32033" y="0"/>
                  </a:lnTo>
                  <a:close/>
                </a:path>
              </a:pathLst>
            </a:custGeom>
            <a:solidFill>
              <a:srgbClr val="0B1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8"/>
            <p:cNvSpPr/>
            <p:nvPr/>
          </p:nvSpPr>
          <p:spPr>
            <a:xfrm>
              <a:off x="1675595" y="2506569"/>
              <a:ext cx="355741" cy="356343"/>
            </a:xfrm>
            <a:custGeom>
              <a:avLst/>
              <a:gdLst/>
              <a:ahLst/>
              <a:cxnLst/>
              <a:rect l="l" t="t" r="r" b="b"/>
              <a:pathLst>
                <a:path w="7084" h="7096" extrusionOk="0">
                  <a:moveTo>
                    <a:pt x="3356" y="0"/>
                  </a:moveTo>
                  <a:lnTo>
                    <a:pt x="3177" y="13"/>
                  </a:lnTo>
                  <a:lnTo>
                    <a:pt x="2998" y="39"/>
                  </a:lnTo>
                  <a:lnTo>
                    <a:pt x="2831" y="64"/>
                  </a:lnTo>
                  <a:lnTo>
                    <a:pt x="2652" y="116"/>
                  </a:lnTo>
                  <a:lnTo>
                    <a:pt x="2486" y="154"/>
                  </a:lnTo>
                  <a:lnTo>
                    <a:pt x="2319" y="218"/>
                  </a:lnTo>
                  <a:lnTo>
                    <a:pt x="2165" y="282"/>
                  </a:lnTo>
                  <a:lnTo>
                    <a:pt x="1999" y="346"/>
                  </a:lnTo>
                  <a:lnTo>
                    <a:pt x="1845" y="423"/>
                  </a:lnTo>
                  <a:lnTo>
                    <a:pt x="1704" y="513"/>
                  </a:lnTo>
                  <a:lnTo>
                    <a:pt x="1563" y="602"/>
                  </a:lnTo>
                  <a:lnTo>
                    <a:pt x="1422" y="705"/>
                  </a:lnTo>
                  <a:lnTo>
                    <a:pt x="1282" y="807"/>
                  </a:lnTo>
                  <a:lnTo>
                    <a:pt x="1154" y="922"/>
                  </a:lnTo>
                  <a:lnTo>
                    <a:pt x="1038" y="1038"/>
                  </a:lnTo>
                  <a:lnTo>
                    <a:pt x="910" y="1166"/>
                  </a:lnTo>
                  <a:lnTo>
                    <a:pt x="808" y="1294"/>
                  </a:lnTo>
                  <a:lnTo>
                    <a:pt x="705" y="1422"/>
                  </a:lnTo>
                  <a:lnTo>
                    <a:pt x="603" y="1563"/>
                  </a:lnTo>
                  <a:lnTo>
                    <a:pt x="513" y="1704"/>
                  </a:lnTo>
                  <a:lnTo>
                    <a:pt x="423" y="1857"/>
                  </a:lnTo>
                  <a:lnTo>
                    <a:pt x="347" y="2011"/>
                  </a:lnTo>
                  <a:lnTo>
                    <a:pt x="270" y="2165"/>
                  </a:lnTo>
                  <a:lnTo>
                    <a:pt x="206" y="2331"/>
                  </a:lnTo>
                  <a:lnTo>
                    <a:pt x="155" y="2485"/>
                  </a:lnTo>
                  <a:lnTo>
                    <a:pt x="103" y="2664"/>
                  </a:lnTo>
                  <a:lnTo>
                    <a:pt x="65" y="2831"/>
                  </a:lnTo>
                  <a:lnTo>
                    <a:pt x="39" y="3010"/>
                  </a:lnTo>
                  <a:lnTo>
                    <a:pt x="14" y="3177"/>
                  </a:lnTo>
                  <a:lnTo>
                    <a:pt x="1" y="3356"/>
                  </a:lnTo>
                  <a:lnTo>
                    <a:pt x="1" y="3548"/>
                  </a:lnTo>
                  <a:lnTo>
                    <a:pt x="1" y="3727"/>
                  </a:lnTo>
                  <a:lnTo>
                    <a:pt x="14" y="3907"/>
                  </a:lnTo>
                  <a:lnTo>
                    <a:pt x="39" y="4086"/>
                  </a:lnTo>
                  <a:lnTo>
                    <a:pt x="65" y="4265"/>
                  </a:lnTo>
                  <a:lnTo>
                    <a:pt x="103" y="4432"/>
                  </a:lnTo>
                  <a:lnTo>
                    <a:pt x="155" y="4598"/>
                  </a:lnTo>
                  <a:lnTo>
                    <a:pt x="206" y="4765"/>
                  </a:lnTo>
                  <a:lnTo>
                    <a:pt x="270" y="4931"/>
                  </a:lnTo>
                  <a:lnTo>
                    <a:pt x="347" y="5085"/>
                  </a:lnTo>
                  <a:lnTo>
                    <a:pt x="423" y="5239"/>
                  </a:lnTo>
                  <a:lnTo>
                    <a:pt x="513" y="5380"/>
                  </a:lnTo>
                  <a:lnTo>
                    <a:pt x="603" y="5533"/>
                  </a:lnTo>
                  <a:lnTo>
                    <a:pt x="705" y="5661"/>
                  </a:lnTo>
                  <a:lnTo>
                    <a:pt x="808" y="5802"/>
                  </a:lnTo>
                  <a:lnTo>
                    <a:pt x="910" y="5930"/>
                  </a:lnTo>
                  <a:lnTo>
                    <a:pt x="1038" y="6058"/>
                  </a:lnTo>
                  <a:lnTo>
                    <a:pt x="1154" y="6174"/>
                  </a:lnTo>
                  <a:lnTo>
                    <a:pt x="1282" y="6276"/>
                  </a:lnTo>
                  <a:lnTo>
                    <a:pt x="1422" y="6391"/>
                  </a:lnTo>
                  <a:lnTo>
                    <a:pt x="1563" y="6481"/>
                  </a:lnTo>
                  <a:lnTo>
                    <a:pt x="1704" y="6584"/>
                  </a:lnTo>
                  <a:lnTo>
                    <a:pt x="1845" y="6660"/>
                  </a:lnTo>
                  <a:lnTo>
                    <a:pt x="1999" y="6737"/>
                  </a:lnTo>
                  <a:lnTo>
                    <a:pt x="2165" y="6814"/>
                  </a:lnTo>
                  <a:lnTo>
                    <a:pt x="2319" y="6878"/>
                  </a:lnTo>
                  <a:lnTo>
                    <a:pt x="2486" y="6929"/>
                  </a:lnTo>
                  <a:lnTo>
                    <a:pt x="2652" y="6981"/>
                  </a:lnTo>
                  <a:lnTo>
                    <a:pt x="2831" y="7019"/>
                  </a:lnTo>
                  <a:lnTo>
                    <a:pt x="2998" y="7045"/>
                  </a:lnTo>
                  <a:lnTo>
                    <a:pt x="3177" y="7070"/>
                  </a:lnTo>
                  <a:lnTo>
                    <a:pt x="3356" y="7083"/>
                  </a:lnTo>
                  <a:lnTo>
                    <a:pt x="3536" y="7096"/>
                  </a:lnTo>
                  <a:lnTo>
                    <a:pt x="3728" y="7083"/>
                  </a:lnTo>
                  <a:lnTo>
                    <a:pt x="3907" y="7070"/>
                  </a:lnTo>
                  <a:lnTo>
                    <a:pt x="4087" y="7045"/>
                  </a:lnTo>
                  <a:lnTo>
                    <a:pt x="4253" y="7019"/>
                  </a:lnTo>
                  <a:lnTo>
                    <a:pt x="4432" y="6981"/>
                  </a:lnTo>
                  <a:lnTo>
                    <a:pt x="4599" y="6929"/>
                  </a:lnTo>
                  <a:lnTo>
                    <a:pt x="4765" y="6878"/>
                  </a:lnTo>
                  <a:lnTo>
                    <a:pt x="4919" y="6814"/>
                  </a:lnTo>
                  <a:lnTo>
                    <a:pt x="5086" y="6737"/>
                  </a:lnTo>
                  <a:lnTo>
                    <a:pt x="5226" y="6660"/>
                  </a:lnTo>
                  <a:lnTo>
                    <a:pt x="5380" y="6584"/>
                  </a:lnTo>
                  <a:lnTo>
                    <a:pt x="5521" y="6481"/>
                  </a:lnTo>
                  <a:lnTo>
                    <a:pt x="5662" y="6391"/>
                  </a:lnTo>
                  <a:lnTo>
                    <a:pt x="5803" y="6276"/>
                  </a:lnTo>
                  <a:lnTo>
                    <a:pt x="5931" y="6174"/>
                  </a:lnTo>
                  <a:lnTo>
                    <a:pt x="6046" y="6058"/>
                  </a:lnTo>
                  <a:lnTo>
                    <a:pt x="6161" y="5930"/>
                  </a:lnTo>
                  <a:lnTo>
                    <a:pt x="6277" y="5802"/>
                  </a:lnTo>
                  <a:lnTo>
                    <a:pt x="6379" y="5661"/>
                  </a:lnTo>
                  <a:lnTo>
                    <a:pt x="6482" y="5533"/>
                  </a:lnTo>
                  <a:lnTo>
                    <a:pt x="6571" y="5380"/>
                  </a:lnTo>
                  <a:lnTo>
                    <a:pt x="6661" y="5239"/>
                  </a:lnTo>
                  <a:lnTo>
                    <a:pt x="6738" y="5085"/>
                  </a:lnTo>
                  <a:lnTo>
                    <a:pt x="6815" y="4931"/>
                  </a:lnTo>
                  <a:lnTo>
                    <a:pt x="6879" y="4765"/>
                  </a:lnTo>
                  <a:lnTo>
                    <a:pt x="6930" y="4598"/>
                  </a:lnTo>
                  <a:lnTo>
                    <a:pt x="6981" y="4432"/>
                  </a:lnTo>
                  <a:lnTo>
                    <a:pt x="7020" y="4265"/>
                  </a:lnTo>
                  <a:lnTo>
                    <a:pt x="7045" y="4086"/>
                  </a:lnTo>
                  <a:lnTo>
                    <a:pt x="7071" y="3907"/>
                  </a:lnTo>
                  <a:lnTo>
                    <a:pt x="7084" y="3727"/>
                  </a:lnTo>
                  <a:lnTo>
                    <a:pt x="7084" y="3548"/>
                  </a:lnTo>
                  <a:lnTo>
                    <a:pt x="7084" y="3356"/>
                  </a:lnTo>
                  <a:lnTo>
                    <a:pt x="7071" y="3177"/>
                  </a:lnTo>
                  <a:lnTo>
                    <a:pt x="7045" y="3010"/>
                  </a:lnTo>
                  <a:lnTo>
                    <a:pt x="7020" y="2831"/>
                  </a:lnTo>
                  <a:lnTo>
                    <a:pt x="6981" y="2664"/>
                  </a:lnTo>
                  <a:lnTo>
                    <a:pt x="6930" y="2485"/>
                  </a:lnTo>
                  <a:lnTo>
                    <a:pt x="6879" y="2331"/>
                  </a:lnTo>
                  <a:lnTo>
                    <a:pt x="6815" y="2165"/>
                  </a:lnTo>
                  <a:lnTo>
                    <a:pt x="6738" y="2011"/>
                  </a:lnTo>
                  <a:lnTo>
                    <a:pt x="6661" y="1857"/>
                  </a:lnTo>
                  <a:lnTo>
                    <a:pt x="6571" y="1704"/>
                  </a:lnTo>
                  <a:lnTo>
                    <a:pt x="6482" y="1563"/>
                  </a:lnTo>
                  <a:lnTo>
                    <a:pt x="6379" y="1422"/>
                  </a:lnTo>
                  <a:lnTo>
                    <a:pt x="6277" y="1294"/>
                  </a:lnTo>
                  <a:lnTo>
                    <a:pt x="6161" y="1166"/>
                  </a:lnTo>
                  <a:lnTo>
                    <a:pt x="6046" y="1038"/>
                  </a:lnTo>
                  <a:lnTo>
                    <a:pt x="5931" y="922"/>
                  </a:lnTo>
                  <a:lnTo>
                    <a:pt x="5803" y="807"/>
                  </a:lnTo>
                  <a:lnTo>
                    <a:pt x="5662" y="705"/>
                  </a:lnTo>
                  <a:lnTo>
                    <a:pt x="5521" y="602"/>
                  </a:lnTo>
                  <a:lnTo>
                    <a:pt x="5380" y="513"/>
                  </a:lnTo>
                  <a:lnTo>
                    <a:pt x="5226" y="423"/>
                  </a:lnTo>
                  <a:lnTo>
                    <a:pt x="5086" y="346"/>
                  </a:lnTo>
                  <a:lnTo>
                    <a:pt x="4919" y="282"/>
                  </a:lnTo>
                  <a:lnTo>
                    <a:pt x="4765" y="218"/>
                  </a:lnTo>
                  <a:lnTo>
                    <a:pt x="4599" y="154"/>
                  </a:lnTo>
                  <a:lnTo>
                    <a:pt x="4432" y="116"/>
                  </a:lnTo>
                  <a:lnTo>
                    <a:pt x="4253" y="64"/>
                  </a:lnTo>
                  <a:lnTo>
                    <a:pt x="4087" y="39"/>
                  </a:lnTo>
                  <a:lnTo>
                    <a:pt x="3907" y="13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/>
            <p:cNvSpPr/>
            <p:nvPr/>
          </p:nvSpPr>
          <p:spPr>
            <a:xfrm>
              <a:off x="1731586" y="2562510"/>
              <a:ext cx="243806" cy="244459"/>
            </a:xfrm>
            <a:custGeom>
              <a:avLst/>
              <a:gdLst/>
              <a:ahLst/>
              <a:cxnLst/>
              <a:rect l="l" t="t" r="r" b="b"/>
              <a:pathLst>
                <a:path w="4855" h="4868" extrusionOk="0">
                  <a:moveTo>
                    <a:pt x="2421" y="1"/>
                  </a:moveTo>
                  <a:lnTo>
                    <a:pt x="2177" y="13"/>
                  </a:lnTo>
                  <a:lnTo>
                    <a:pt x="1934" y="52"/>
                  </a:lnTo>
                  <a:lnTo>
                    <a:pt x="1704" y="103"/>
                  </a:lnTo>
                  <a:lnTo>
                    <a:pt x="1486" y="193"/>
                  </a:lnTo>
                  <a:lnTo>
                    <a:pt x="1268" y="295"/>
                  </a:lnTo>
                  <a:lnTo>
                    <a:pt x="1063" y="410"/>
                  </a:lnTo>
                  <a:lnTo>
                    <a:pt x="884" y="551"/>
                  </a:lnTo>
                  <a:lnTo>
                    <a:pt x="705" y="705"/>
                  </a:lnTo>
                  <a:lnTo>
                    <a:pt x="551" y="884"/>
                  </a:lnTo>
                  <a:lnTo>
                    <a:pt x="410" y="1076"/>
                  </a:lnTo>
                  <a:lnTo>
                    <a:pt x="282" y="1269"/>
                  </a:lnTo>
                  <a:lnTo>
                    <a:pt x="179" y="1486"/>
                  </a:lnTo>
                  <a:lnTo>
                    <a:pt x="103" y="1704"/>
                  </a:lnTo>
                  <a:lnTo>
                    <a:pt x="39" y="1935"/>
                  </a:lnTo>
                  <a:lnTo>
                    <a:pt x="13" y="2178"/>
                  </a:lnTo>
                  <a:lnTo>
                    <a:pt x="0" y="2434"/>
                  </a:lnTo>
                  <a:lnTo>
                    <a:pt x="13" y="2677"/>
                  </a:lnTo>
                  <a:lnTo>
                    <a:pt x="39" y="2921"/>
                  </a:lnTo>
                  <a:lnTo>
                    <a:pt x="103" y="3151"/>
                  </a:lnTo>
                  <a:lnTo>
                    <a:pt x="179" y="3382"/>
                  </a:lnTo>
                  <a:lnTo>
                    <a:pt x="282" y="3587"/>
                  </a:lnTo>
                  <a:lnTo>
                    <a:pt x="410" y="3792"/>
                  </a:lnTo>
                  <a:lnTo>
                    <a:pt x="551" y="3984"/>
                  </a:lnTo>
                  <a:lnTo>
                    <a:pt x="705" y="4150"/>
                  </a:lnTo>
                  <a:lnTo>
                    <a:pt x="884" y="4304"/>
                  </a:lnTo>
                  <a:lnTo>
                    <a:pt x="1063" y="4445"/>
                  </a:lnTo>
                  <a:lnTo>
                    <a:pt x="1268" y="4573"/>
                  </a:lnTo>
                  <a:lnTo>
                    <a:pt x="1486" y="4675"/>
                  </a:lnTo>
                  <a:lnTo>
                    <a:pt x="1704" y="4752"/>
                  </a:lnTo>
                  <a:lnTo>
                    <a:pt x="1934" y="4816"/>
                  </a:lnTo>
                  <a:lnTo>
                    <a:pt x="2177" y="4855"/>
                  </a:lnTo>
                  <a:lnTo>
                    <a:pt x="2421" y="4868"/>
                  </a:lnTo>
                  <a:lnTo>
                    <a:pt x="2677" y="4855"/>
                  </a:lnTo>
                  <a:lnTo>
                    <a:pt x="2920" y="4816"/>
                  </a:lnTo>
                  <a:lnTo>
                    <a:pt x="3151" y="4752"/>
                  </a:lnTo>
                  <a:lnTo>
                    <a:pt x="3369" y="4675"/>
                  </a:lnTo>
                  <a:lnTo>
                    <a:pt x="3586" y="4573"/>
                  </a:lnTo>
                  <a:lnTo>
                    <a:pt x="3791" y="4445"/>
                  </a:lnTo>
                  <a:lnTo>
                    <a:pt x="3971" y="4304"/>
                  </a:lnTo>
                  <a:lnTo>
                    <a:pt x="4150" y="4150"/>
                  </a:lnTo>
                  <a:lnTo>
                    <a:pt x="4304" y="3984"/>
                  </a:lnTo>
                  <a:lnTo>
                    <a:pt x="4444" y="3792"/>
                  </a:lnTo>
                  <a:lnTo>
                    <a:pt x="4560" y="3587"/>
                  </a:lnTo>
                  <a:lnTo>
                    <a:pt x="4662" y="3382"/>
                  </a:lnTo>
                  <a:lnTo>
                    <a:pt x="4752" y="3151"/>
                  </a:lnTo>
                  <a:lnTo>
                    <a:pt x="4803" y="2921"/>
                  </a:lnTo>
                  <a:lnTo>
                    <a:pt x="4841" y="2677"/>
                  </a:lnTo>
                  <a:lnTo>
                    <a:pt x="4854" y="2434"/>
                  </a:lnTo>
                  <a:lnTo>
                    <a:pt x="4841" y="2178"/>
                  </a:lnTo>
                  <a:lnTo>
                    <a:pt x="4803" y="1935"/>
                  </a:lnTo>
                  <a:lnTo>
                    <a:pt x="4752" y="1704"/>
                  </a:lnTo>
                  <a:lnTo>
                    <a:pt x="4662" y="1486"/>
                  </a:lnTo>
                  <a:lnTo>
                    <a:pt x="4560" y="1269"/>
                  </a:lnTo>
                  <a:lnTo>
                    <a:pt x="4444" y="1076"/>
                  </a:lnTo>
                  <a:lnTo>
                    <a:pt x="4304" y="884"/>
                  </a:lnTo>
                  <a:lnTo>
                    <a:pt x="4150" y="705"/>
                  </a:lnTo>
                  <a:lnTo>
                    <a:pt x="3971" y="551"/>
                  </a:lnTo>
                  <a:lnTo>
                    <a:pt x="3791" y="410"/>
                  </a:lnTo>
                  <a:lnTo>
                    <a:pt x="3586" y="295"/>
                  </a:lnTo>
                  <a:lnTo>
                    <a:pt x="3369" y="193"/>
                  </a:lnTo>
                  <a:lnTo>
                    <a:pt x="3151" y="103"/>
                  </a:lnTo>
                  <a:lnTo>
                    <a:pt x="2920" y="52"/>
                  </a:lnTo>
                  <a:lnTo>
                    <a:pt x="2677" y="13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/>
            <p:cNvSpPr/>
            <p:nvPr/>
          </p:nvSpPr>
          <p:spPr>
            <a:xfrm>
              <a:off x="2387617" y="2506569"/>
              <a:ext cx="356343" cy="356343"/>
            </a:xfrm>
            <a:custGeom>
              <a:avLst/>
              <a:gdLst/>
              <a:ahLst/>
              <a:cxnLst/>
              <a:rect l="l" t="t" r="r" b="b"/>
              <a:pathLst>
                <a:path w="7096" h="7096" extrusionOk="0">
                  <a:moveTo>
                    <a:pt x="3369" y="0"/>
                  </a:moveTo>
                  <a:lnTo>
                    <a:pt x="3189" y="13"/>
                  </a:lnTo>
                  <a:lnTo>
                    <a:pt x="3010" y="39"/>
                  </a:lnTo>
                  <a:lnTo>
                    <a:pt x="2831" y="64"/>
                  </a:lnTo>
                  <a:lnTo>
                    <a:pt x="2664" y="116"/>
                  </a:lnTo>
                  <a:lnTo>
                    <a:pt x="2498" y="154"/>
                  </a:lnTo>
                  <a:lnTo>
                    <a:pt x="2331" y="218"/>
                  </a:lnTo>
                  <a:lnTo>
                    <a:pt x="2165" y="282"/>
                  </a:lnTo>
                  <a:lnTo>
                    <a:pt x="2011" y="346"/>
                  </a:lnTo>
                  <a:lnTo>
                    <a:pt x="1857" y="423"/>
                  </a:lnTo>
                  <a:lnTo>
                    <a:pt x="1716" y="513"/>
                  </a:lnTo>
                  <a:lnTo>
                    <a:pt x="1563" y="602"/>
                  </a:lnTo>
                  <a:lnTo>
                    <a:pt x="1422" y="705"/>
                  </a:lnTo>
                  <a:lnTo>
                    <a:pt x="1294" y="807"/>
                  </a:lnTo>
                  <a:lnTo>
                    <a:pt x="1166" y="922"/>
                  </a:lnTo>
                  <a:lnTo>
                    <a:pt x="1038" y="1038"/>
                  </a:lnTo>
                  <a:lnTo>
                    <a:pt x="922" y="1166"/>
                  </a:lnTo>
                  <a:lnTo>
                    <a:pt x="807" y="1294"/>
                  </a:lnTo>
                  <a:lnTo>
                    <a:pt x="705" y="1422"/>
                  </a:lnTo>
                  <a:lnTo>
                    <a:pt x="615" y="1563"/>
                  </a:lnTo>
                  <a:lnTo>
                    <a:pt x="512" y="1704"/>
                  </a:lnTo>
                  <a:lnTo>
                    <a:pt x="436" y="1857"/>
                  </a:lnTo>
                  <a:lnTo>
                    <a:pt x="359" y="2011"/>
                  </a:lnTo>
                  <a:lnTo>
                    <a:pt x="282" y="2165"/>
                  </a:lnTo>
                  <a:lnTo>
                    <a:pt x="218" y="2331"/>
                  </a:lnTo>
                  <a:lnTo>
                    <a:pt x="167" y="2485"/>
                  </a:lnTo>
                  <a:lnTo>
                    <a:pt x="115" y="2664"/>
                  </a:lnTo>
                  <a:lnTo>
                    <a:pt x="77" y="2831"/>
                  </a:lnTo>
                  <a:lnTo>
                    <a:pt x="39" y="3010"/>
                  </a:lnTo>
                  <a:lnTo>
                    <a:pt x="26" y="3177"/>
                  </a:lnTo>
                  <a:lnTo>
                    <a:pt x="13" y="3356"/>
                  </a:lnTo>
                  <a:lnTo>
                    <a:pt x="0" y="3548"/>
                  </a:lnTo>
                  <a:lnTo>
                    <a:pt x="13" y="3727"/>
                  </a:lnTo>
                  <a:lnTo>
                    <a:pt x="26" y="3907"/>
                  </a:lnTo>
                  <a:lnTo>
                    <a:pt x="39" y="4086"/>
                  </a:lnTo>
                  <a:lnTo>
                    <a:pt x="77" y="4265"/>
                  </a:lnTo>
                  <a:lnTo>
                    <a:pt x="115" y="4432"/>
                  </a:lnTo>
                  <a:lnTo>
                    <a:pt x="167" y="4598"/>
                  </a:lnTo>
                  <a:lnTo>
                    <a:pt x="218" y="4765"/>
                  </a:lnTo>
                  <a:lnTo>
                    <a:pt x="282" y="4931"/>
                  </a:lnTo>
                  <a:lnTo>
                    <a:pt x="359" y="5085"/>
                  </a:lnTo>
                  <a:lnTo>
                    <a:pt x="436" y="5239"/>
                  </a:lnTo>
                  <a:lnTo>
                    <a:pt x="512" y="5380"/>
                  </a:lnTo>
                  <a:lnTo>
                    <a:pt x="615" y="5533"/>
                  </a:lnTo>
                  <a:lnTo>
                    <a:pt x="705" y="5661"/>
                  </a:lnTo>
                  <a:lnTo>
                    <a:pt x="807" y="5802"/>
                  </a:lnTo>
                  <a:lnTo>
                    <a:pt x="922" y="5930"/>
                  </a:lnTo>
                  <a:lnTo>
                    <a:pt x="1038" y="6058"/>
                  </a:lnTo>
                  <a:lnTo>
                    <a:pt x="1166" y="6174"/>
                  </a:lnTo>
                  <a:lnTo>
                    <a:pt x="1294" y="6276"/>
                  </a:lnTo>
                  <a:lnTo>
                    <a:pt x="1422" y="6391"/>
                  </a:lnTo>
                  <a:lnTo>
                    <a:pt x="1563" y="6481"/>
                  </a:lnTo>
                  <a:lnTo>
                    <a:pt x="1716" y="6584"/>
                  </a:lnTo>
                  <a:lnTo>
                    <a:pt x="1857" y="6660"/>
                  </a:lnTo>
                  <a:lnTo>
                    <a:pt x="2011" y="6737"/>
                  </a:lnTo>
                  <a:lnTo>
                    <a:pt x="2165" y="6814"/>
                  </a:lnTo>
                  <a:lnTo>
                    <a:pt x="2331" y="6878"/>
                  </a:lnTo>
                  <a:lnTo>
                    <a:pt x="2498" y="6929"/>
                  </a:lnTo>
                  <a:lnTo>
                    <a:pt x="2664" y="6981"/>
                  </a:lnTo>
                  <a:lnTo>
                    <a:pt x="2831" y="7019"/>
                  </a:lnTo>
                  <a:lnTo>
                    <a:pt x="3010" y="7045"/>
                  </a:lnTo>
                  <a:lnTo>
                    <a:pt x="3189" y="7070"/>
                  </a:lnTo>
                  <a:lnTo>
                    <a:pt x="3369" y="7083"/>
                  </a:lnTo>
                  <a:lnTo>
                    <a:pt x="3548" y="7096"/>
                  </a:lnTo>
                  <a:lnTo>
                    <a:pt x="3727" y="7083"/>
                  </a:lnTo>
                  <a:lnTo>
                    <a:pt x="3919" y="7070"/>
                  </a:lnTo>
                  <a:lnTo>
                    <a:pt x="4086" y="7045"/>
                  </a:lnTo>
                  <a:lnTo>
                    <a:pt x="4265" y="7019"/>
                  </a:lnTo>
                  <a:lnTo>
                    <a:pt x="4432" y="6981"/>
                  </a:lnTo>
                  <a:lnTo>
                    <a:pt x="4611" y="6929"/>
                  </a:lnTo>
                  <a:lnTo>
                    <a:pt x="4765" y="6878"/>
                  </a:lnTo>
                  <a:lnTo>
                    <a:pt x="4931" y="6814"/>
                  </a:lnTo>
                  <a:lnTo>
                    <a:pt x="5085" y="6737"/>
                  </a:lnTo>
                  <a:lnTo>
                    <a:pt x="5239" y="6660"/>
                  </a:lnTo>
                  <a:lnTo>
                    <a:pt x="5392" y="6584"/>
                  </a:lnTo>
                  <a:lnTo>
                    <a:pt x="5533" y="6481"/>
                  </a:lnTo>
                  <a:lnTo>
                    <a:pt x="5674" y="6391"/>
                  </a:lnTo>
                  <a:lnTo>
                    <a:pt x="5802" y="6276"/>
                  </a:lnTo>
                  <a:lnTo>
                    <a:pt x="5930" y="6174"/>
                  </a:lnTo>
                  <a:lnTo>
                    <a:pt x="6058" y="6058"/>
                  </a:lnTo>
                  <a:lnTo>
                    <a:pt x="6173" y="5930"/>
                  </a:lnTo>
                  <a:lnTo>
                    <a:pt x="6289" y="5802"/>
                  </a:lnTo>
                  <a:lnTo>
                    <a:pt x="6391" y="5661"/>
                  </a:lnTo>
                  <a:lnTo>
                    <a:pt x="6494" y="5533"/>
                  </a:lnTo>
                  <a:lnTo>
                    <a:pt x="6583" y="5380"/>
                  </a:lnTo>
                  <a:lnTo>
                    <a:pt x="6673" y="5239"/>
                  </a:lnTo>
                  <a:lnTo>
                    <a:pt x="6750" y="5085"/>
                  </a:lnTo>
                  <a:lnTo>
                    <a:pt x="6814" y="4931"/>
                  </a:lnTo>
                  <a:lnTo>
                    <a:pt x="6878" y="4765"/>
                  </a:lnTo>
                  <a:lnTo>
                    <a:pt x="6942" y="4598"/>
                  </a:lnTo>
                  <a:lnTo>
                    <a:pt x="6980" y="4432"/>
                  </a:lnTo>
                  <a:lnTo>
                    <a:pt x="7019" y="4265"/>
                  </a:lnTo>
                  <a:lnTo>
                    <a:pt x="7057" y="4086"/>
                  </a:lnTo>
                  <a:lnTo>
                    <a:pt x="7083" y="3907"/>
                  </a:lnTo>
                  <a:lnTo>
                    <a:pt x="7096" y="3727"/>
                  </a:lnTo>
                  <a:lnTo>
                    <a:pt x="7096" y="3548"/>
                  </a:lnTo>
                  <a:lnTo>
                    <a:pt x="7096" y="3356"/>
                  </a:lnTo>
                  <a:lnTo>
                    <a:pt x="7083" y="3177"/>
                  </a:lnTo>
                  <a:lnTo>
                    <a:pt x="7057" y="3010"/>
                  </a:lnTo>
                  <a:lnTo>
                    <a:pt x="7019" y="2831"/>
                  </a:lnTo>
                  <a:lnTo>
                    <a:pt x="6980" y="2664"/>
                  </a:lnTo>
                  <a:lnTo>
                    <a:pt x="6942" y="2485"/>
                  </a:lnTo>
                  <a:lnTo>
                    <a:pt x="6878" y="2331"/>
                  </a:lnTo>
                  <a:lnTo>
                    <a:pt x="6814" y="2165"/>
                  </a:lnTo>
                  <a:lnTo>
                    <a:pt x="6750" y="2011"/>
                  </a:lnTo>
                  <a:lnTo>
                    <a:pt x="6673" y="1857"/>
                  </a:lnTo>
                  <a:lnTo>
                    <a:pt x="6583" y="1704"/>
                  </a:lnTo>
                  <a:lnTo>
                    <a:pt x="6494" y="1563"/>
                  </a:lnTo>
                  <a:lnTo>
                    <a:pt x="6391" y="1422"/>
                  </a:lnTo>
                  <a:lnTo>
                    <a:pt x="6289" y="1294"/>
                  </a:lnTo>
                  <a:lnTo>
                    <a:pt x="6173" y="1166"/>
                  </a:lnTo>
                  <a:lnTo>
                    <a:pt x="6058" y="1038"/>
                  </a:lnTo>
                  <a:lnTo>
                    <a:pt x="5930" y="922"/>
                  </a:lnTo>
                  <a:lnTo>
                    <a:pt x="5802" y="807"/>
                  </a:lnTo>
                  <a:lnTo>
                    <a:pt x="5674" y="705"/>
                  </a:lnTo>
                  <a:lnTo>
                    <a:pt x="5533" y="602"/>
                  </a:lnTo>
                  <a:lnTo>
                    <a:pt x="5392" y="513"/>
                  </a:lnTo>
                  <a:lnTo>
                    <a:pt x="5239" y="423"/>
                  </a:lnTo>
                  <a:lnTo>
                    <a:pt x="5085" y="346"/>
                  </a:lnTo>
                  <a:lnTo>
                    <a:pt x="4931" y="282"/>
                  </a:lnTo>
                  <a:lnTo>
                    <a:pt x="4765" y="218"/>
                  </a:lnTo>
                  <a:lnTo>
                    <a:pt x="4611" y="154"/>
                  </a:lnTo>
                  <a:lnTo>
                    <a:pt x="4432" y="116"/>
                  </a:lnTo>
                  <a:lnTo>
                    <a:pt x="4265" y="64"/>
                  </a:lnTo>
                  <a:lnTo>
                    <a:pt x="4086" y="39"/>
                  </a:lnTo>
                  <a:lnTo>
                    <a:pt x="3919" y="13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/>
            <p:cNvSpPr/>
            <p:nvPr/>
          </p:nvSpPr>
          <p:spPr>
            <a:xfrm>
              <a:off x="2443559" y="2562510"/>
              <a:ext cx="244459" cy="244459"/>
            </a:xfrm>
            <a:custGeom>
              <a:avLst/>
              <a:gdLst/>
              <a:ahLst/>
              <a:cxnLst/>
              <a:rect l="l" t="t" r="r" b="b"/>
              <a:pathLst>
                <a:path w="4868" h="4868" extrusionOk="0">
                  <a:moveTo>
                    <a:pt x="2434" y="1"/>
                  </a:moveTo>
                  <a:lnTo>
                    <a:pt x="2191" y="13"/>
                  </a:lnTo>
                  <a:lnTo>
                    <a:pt x="1947" y="52"/>
                  </a:lnTo>
                  <a:lnTo>
                    <a:pt x="1717" y="103"/>
                  </a:lnTo>
                  <a:lnTo>
                    <a:pt x="1486" y="193"/>
                  </a:lnTo>
                  <a:lnTo>
                    <a:pt x="1281" y="295"/>
                  </a:lnTo>
                  <a:lnTo>
                    <a:pt x="1076" y="410"/>
                  </a:lnTo>
                  <a:lnTo>
                    <a:pt x="884" y="551"/>
                  </a:lnTo>
                  <a:lnTo>
                    <a:pt x="718" y="705"/>
                  </a:lnTo>
                  <a:lnTo>
                    <a:pt x="564" y="884"/>
                  </a:lnTo>
                  <a:lnTo>
                    <a:pt x="423" y="1076"/>
                  </a:lnTo>
                  <a:lnTo>
                    <a:pt x="295" y="1269"/>
                  </a:lnTo>
                  <a:lnTo>
                    <a:pt x="193" y="1486"/>
                  </a:lnTo>
                  <a:lnTo>
                    <a:pt x="116" y="1704"/>
                  </a:lnTo>
                  <a:lnTo>
                    <a:pt x="52" y="1935"/>
                  </a:lnTo>
                  <a:lnTo>
                    <a:pt x="13" y="2178"/>
                  </a:lnTo>
                  <a:lnTo>
                    <a:pt x="0" y="2434"/>
                  </a:lnTo>
                  <a:lnTo>
                    <a:pt x="13" y="2677"/>
                  </a:lnTo>
                  <a:lnTo>
                    <a:pt x="52" y="2921"/>
                  </a:lnTo>
                  <a:lnTo>
                    <a:pt x="116" y="3151"/>
                  </a:lnTo>
                  <a:lnTo>
                    <a:pt x="193" y="3382"/>
                  </a:lnTo>
                  <a:lnTo>
                    <a:pt x="295" y="3587"/>
                  </a:lnTo>
                  <a:lnTo>
                    <a:pt x="423" y="3792"/>
                  </a:lnTo>
                  <a:lnTo>
                    <a:pt x="564" y="3984"/>
                  </a:lnTo>
                  <a:lnTo>
                    <a:pt x="718" y="4150"/>
                  </a:lnTo>
                  <a:lnTo>
                    <a:pt x="884" y="4304"/>
                  </a:lnTo>
                  <a:lnTo>
                    <a:pt x="1076" y="4445"/>
                  </a:lnTo>
                  <a:lnTo>
                    <a:pt x="1281" y="4573"/>
                  </a:lnTo>
                  <a:lnTo>
                    <a:pt x="1486" y="4675"/>
                  </a:lnTo>
                  <a:lnTo>
                    <a:pt x="1717" y="4752"/>
                  </a:lnTo>
                  <a:lnTo>
                    <a:pt x="1947" y="4816"/>
                  </a:lnTo>
                  <a:lnTo>
                    <a:pt x="2191" y="4855"/>
                  </a:lnTo>
                  <a:lnTo>
                    <a:pt x="2434" y="4868"/>
                  </a:lnTo>
                  <a:lnTo>
                    <a:pt x="2690" y="4855"/>
                  </a:lnTo>
                  <a:lnTo>
                    <a:pt x="2921" y="4816"/>
                  </a:lnTo>
                  <a:lnTo>
                    <a:pt x="3164" y="4752"/>
                  </a:lnTo>
                  <a:lnTo>
                    <a:pt x="3382" y="4675"/>
                  </a:lnTo>
                  <a:lnTo>
                    <a:pt x="3599" y="4573"/>
                  </a:lnTo>
                  <a:lnTo>
                    <a:pt x="3792" y="4445"/>
                  </a:lnTo>
                  <a:lnTo>
                    <a:pt x="3984" y="4304"/>
                  </a:lnTo>
                  <a:lnTo>
                    <a:pt x="4150" y="4150"/>
                  </a:lnTo>
                  <a:lnTo>
                    <a:pt x="4317" y="3984"/>
                  </a:lnTo>
                  <a:lnTo>
                    <a:pt x="4458" y="3792"/>
                  </a:lnTo>
                  <a:lnTo>
                    <a:pt x="4573" y="3587"/>
                  </a:lnTo>
                  <a:lnTo>
                    <a:pt x="4675" y="3382"/>
                  </a:lnTo>
                  <a:lnTo>
                    <a:pt x="4765" y="3151"/>
                  </a:lnTo>
                  <a:lnTo>
                    <a:pt x="4816" y="2921"/>
                  </a:lnTo>
                  <a:lnTo>
                    <a:pt x="4855" y="2677"/>
                  </a:lnTo>
                  <a:lnTo>
                    <a:pt x="4867" y="2434"/>
                  </a:lnTo>
                  <a:lnTo>
                    <a:pt x="4855" y="2178"/>
                  </a:lnTo>
                  <a:lnTo>
                    <a:pt x="4816" y="1935"/>
                  </a:lnTo>
                  <a:lnTo>
                    <a:pt x="4765" y="1704"/>
                  </a:lnTo>
                  <a:lnTo>
                    <a:pt x="4675" y="1486"/>
                  </a:lnTo>
                  <a:lnTo>
                    <a:pt x="4573" y="1269"/>
                  </a:lnTo>
                  <a:lnTo>
                    <a:pt x="4458" y="1076"/>
                  </a:lnTo>
                  <a:lnTo>
                    <a:pt x="4317" y="884"/>
                  </a:lnTo>
                  <a:lnTo>
                    <a:pt x="4150" y="705"/>
                  </a:lnTo>
                  <a:lnTo>
                    <a:pt x="3984" y="551"/>
                  </a:lnTo>
                  <a:lnTo>
                    <a:pt x="3792" y="410"/>
                  </a:lnTo>
                  <a:lnTo>
                    <a:pt x="3599" y="295"/>
                  </a:lnTo>
                  <a:lnTo>
                    <a:pt x="3382" y="193"/>
                  </a:lnTo>
                  <a:lnTo>
                    <a:pt x="3164" y="103"/>
                  </a:lnTo>
                  <a:lnTo>
                    <a:pt x="2921" y="52"/>
                  </a:lnTo>
                  <a:lnTo>
                    <a:pt x="2690" y="13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8"/>
            <p:cNvSpPr/>
            <p:nvPr/>
          </p:nvSpPr>
          <p:spPr>
            <a:xfrm>
              <a:off x="1697489" y="3169681"/>
              <a:ext cx="1024638" cy="292668"/>
            </a:xfrm>
            <a:custGeom>
              <a:avLst/>
              <a:gdLst/>
              <a:ahLst/>
              <a:cxnLst/>
              <a:rect l="l" t="t" r="r" b="b"/>
              <a:pathLst>
                <a:path w="20404" h="5828" extrusionOk="0">
                  <a:moveTo>
                    <a:pt x="2664" y="0"/>
                  </a:moveTo>
                  <a:lnTo>
                    <a:pt x="2395" y="13"/>
                  </a:lnTo>
                  <a:lnTo>
                    <a:pt x="2126" y="51"/>
                  </a:lnTo>
                  <a:lnTo>
                    <a:pt x="1870" y="116"/>
                  </a:lnTo>
                  <a:lnTo>
                    <a:pt x="1627" y="205"/>
                  </a:lnTo>
                  <a:lnTo>
                    <a:pt x="1396" y="320"/>
                  </a:lnTo>
                  <a:lnTo>
                    <a:pt x="1179" y="449"/>
                  </a:lnTo>
                  <a:lnTo>
                    <a:pt x="974" y="602"/>
                  </a:lnTo>
                  <a:lnTo>
                    <a:pt x="782" y="782"/>
                  </a:lnTo>
                  <a:lnTo>
                    <a:pt x="615" y="961"/>
                  </a:lnTo>
                  <a:lnTo>
                    <a:pt x="461" y="1166"/>
                  </a:lnTo>
                  <a:lnTo>
                    <a:pt x="320" y="1383"/>
                  </a:lnTo>
                  <a:lnTo>
                    <a:pt x="205" y="1627"/>
                  </a:lnTo>
                  <a:lnTo>
                    <a:pt x="116" y="1870"/>
                  </a:lnTo>
                  <a:lnTo>
                    <a:pt x="52" y="2126"/>
                  </a:lnTo>
                  <a:lnTo>
                    <a:pt x="13" y="2383"/>
                  </a:lnTo>
                  <a:lnTo>
                    <a:pt x="0" y="2651"/>
                  </a:lnTo>
                  <a:lnTo>
                    <a:pt x="0" y="3164"/>
                  </a:lnTo>
                  <a:lnTo>
                    <a:pt x="13" y="3433"/>
                  </a:lnTo>
                  <a:lnTo>
                    <a:pt x="52" y="3702"/>
                  </a:lnTo>
                  <a:lnTo>
                    <a:pt x="116" y="3958"/>
                  </a:lnTo>
                  <a:lnTo>
                    <a:pt x="205" y="4201"/>
                  </a:lnTo>
                  <a:lnTo>
                    <a:pt x="320" y="4432"/>
                  </a:lnTo>
                  <a:lnTo>
                    <a:pt x="461" y="4649"/>
                  </a:lnTo>
                  <a:lnTo>
                    <a:pt x="615" y="4854"/>
                  </a:lnTo>
                  <a:lnTo>
                    <a:pt x="782" y="5047"/>
                  </a:lnTo>
                  <a:lnTo>
                    <a:pt x="974" y="5213"/>
                  </a:lnTo>
                  <a:lnTo>
                    <a:pt x="1179" y="5367"/>
                  </a:lnTo>
                  <a:lnTo>
                    <a:pt x="1396" y="5508"/>
                  </a:lnTo>
                  <a:lnTo>
                    <a:pt x="1627" y="5610"/>
                  </a:lnTo>
                  <a:lnTo>
                    <a:pt x="1870" y="5700"/>
                  </a:lnTo>
                  <a:lnTo>
                    <a:pt x="2126" y="5764"/>
                  </a:lnTo>
                  <a:lnTo>
                    <a:pt x="2395" y="5815"/>
                  </a:lnTo>
                  <a:lnTo>
                    <a:pt x="2664" y="5828"/>
                  </a:lnTo>
                  <a:lnTo>
                    <a:pt x="17739" y="5828"/>
                  </a:lnTo>
                  <a:lnTo>
                    <a:pt x="18008" y="5815"/>
                  </a:lnTo>
                  <a:lnTo>
                    <a:pt x="18277" y="5764"/>
                  </a:lnTo>
                  <a:lnTo>
                    <a:pt x="18533" y="5700"/>
                  </a:lnTo>
                  <a:lnTo>
                    <a:pt x="18777" y="5610"/>
                  </a:lnTo>
                  <a:lnTo>
                    <a:pt x="19007" y="5508"/>
                  </a:lnTo>
                  <a:lnTo>
                    <a:pt x="19225" y="5367"/>
                  </a:lnTo>
                  <a:lnTo>
                    <a:pt x="19430" y="5213"/>
                  </a:lnTo>
                  <a:lnTo>
                    <a:pt x="19622" y="5047"/>
                  </a:lnTo>
                  <a:lnTo>
                    <a:pt x="19788" y="4854"/>
                  </a:lnTo>
                  <a:lnTo>
                    <a:pt x="19942" y="4649"/>
                  </a:lnTo>
                  <a:lnTo>
                    <a:pt x="20070" y="4432"/>
                  </a:lnTo>
                  <a:lnTo>
                    <a:pt x="20185" y="4201"/>
                  </a:lnTo>
                  <a:lnTo>
                    <a:pt x="20275" y="3958"/>
                  </a:lnTo>
                  <a:lnTo>
                    <a:pt x="20339" y="3702"/>
                  </a:lnTo>
                  <a:lnTo>
                    <a:pt x="20378" y="3433"/>
                  </a:lnTo>
                  <a:lnTo>
                    <a:pt x="20403" y="3164"/>
                  </a:lnTo>
                  <a:lnTo>
                    <a:pt x="20403" y="2651"/>
                  </a:lnTo>
                  <a:lnTo>
                    <a:pt x="20378" y="2383"/>
                  </a:lnTo>
                  <a:lnTo>
                    <a:pt x="20339" y="2126"/>
                  </a:lnTo>
                  <a:lnTo>
                    <a:pt x="20275" y="1870"/>
                  </a:lnTo>
                  <a:lnTo>
                    <a:pt x="20185" y="1627"/>
                  </a:lnTo>
                  <a:lnTo>
                    <a:pt x="20070" y="1383"/>
                  </a:lnTo>
                  <a:lnTo>
                    <a:pt x="19942" y="1166"/>
                  </a:lnTo>
                  <a:lnTo>
                    <a:pt x="19788" y="961"/>
                  </a:lnTo>
                  <a:lnTo>
                    <a:pt x="19622" y="782"/>
                  </a:lnTo>
                  <a:lnTo>
                    <a:pt x="19430" y="602"/>
                  </a:lnTo>
                  <a:lnTo>
                    <a:pt x="19225" y="449"/>
                  </a:lnTo>
                  <a:lnTo>
                    <a:pt x="19007" y="320"/>
                  </a:lnTo>
                  <a:lnTo>
                    <a:pt x="18777" y="205"/>
                  </a:lnTo>
                  <a:lnTo>
                    <a:pt x="18533" y="116"/>
                  </a:lnTo>
                  <a:lnTo>
                    <a:pt x="18277" y="51"/>
                  </a:lnTo>
                  <a:lnTo>
                    <a:pt x="18008" y="13"/>
                  </a:lnTo>
                  <a:lnTo>
                    <a:pt x="17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8"/>
            <p:cNvSpPr/>
            <p:nvPr/>
          </p:nvSpPr>
          <p:spPr>
            <a:xfrm>
              <a:off x="1751522" y="3224317"/>
              <a:ext cx="915917" cy="183394"/>
            </a:xfrm>
            <a:custGeom>
              <a:avLst/>
              <a:gdLst/>
              <a:ahLst/>
              <a:cxnLst/>
              <a:rect l="l" t="t" r="r" b="b"/>
              <a:pathLst>
                <a:path w="18239" h="3652" extrusionOk="0">
                  <a:moveTo>
                    <a:pt x="1640" y="1"/>
                  </a:moveTo>
                  <a:lnTo>
                    <a:pt x="1460" y="39"/>
                  </a:lnTo>
                  <a:lnTo>
                    <a:pt x="1281" y="78"/>
                  </a:lnTo>
                  <a:lnTo>
                    <a:pt x="1114" y="142"/>
                  </a:lnTo>
                  <a:lnTo>
                    <a:pt x="961" y="219"/>
                  </a:lnTo>
                  <a:lnTo>
                    <a:pt x="807" y="308"/>
                  </a:lnTo>
                  <a:lnTo>
                    <a:pt x="666" y="411"/>
                  </a:lnTo>
                  <a:lnTo>
                    <a:pt x="538" y="526"/>
                  </a:lnTo>
                  <a:lnTo>
                    <a:pt x="423" y="667"/>
                  </a:lnTo>
                  <a:lnTo>
                    <a:pt x="320" y="795"/>
                  </a:lnTo>
                  <a:lnTo>
                    <a:pt x="218" y="949"/>
                  </a:lnTo>
                  <a:lnTo>
                    <a:pt x="141" y="1115"/>
                  </a:lnTo>
                  <a:lnTo>
                    <a:pt x="90" y="1282"/>
                  </a:lnTo>
                  <a:lnTo>
                    <a:pt x="39" y="1448"/>
                  </a:lnTo>
                  <a:lnTo>
                    <a:pt x="13" y="1640"/>
                  </a:lnTo>
                  <a:lnTo>
                    <a:pt x="0" y="1820"/>
                  </a:lnTo>
                  <a:lnTo>
                    <a:pt x="13" y="2012"/>
                  </a:lnTo>
                  <a:lnTo>
                    <a:pt x="39" y="2191"/>
                  </a:lnTo>
                  <a:lnTo>
                    <a:pt x="90" y="2358"/>
                  </a:lnTo>
                  <a:lnTo>
                    <a:pt x="141" y="2537"/>
                  </a:lnTo>
                  <a:lnTo>
                    <a:pt x="218" y="2691"/>
                  </a:lnTo>
                  <a:lnTo>
                    <a:pt x="320" y="2844"/>
                  </a:lnTo>
                  <a:lnTo>
                    <a:pt x="423" y="2985"/>
                  </a:lnTo>
                  <a:lnTo>
                    <a:pt x="538" y="3113"/>
                  </a:lnTo>
                  <a:lnTo>
                    <a:pt x="666" y="3228"/>
                  </a:lnTo>
                  <a:lnTo>
                    <a:pt x="807" y="3331"/>
                  </a:lnTo>
                  <a:lnTo>
                    <a:pt x="961" y="3421"/>
                  </a:lnTo>
                  <a:lnTo>
                    <a:pt x="1114" y="3497"/>
                  </a:lnTo>
                  <a:lnTo>
                    <a:pt x="1281" y="3561"/>
                  </a:lnTo>
                  <a:lnTo>
                    <a:pt x="1460" y="3613"/>
                  </a:lnTo>
                  <a:lnTo>
                    <a:pt x="1640" y="3638"/>
                  </a:lnTo>
                  <a:lnTo>
                    <a:pt x="1832" y="3651"/>
                  </a:lnTo>
                  <a:lnTo>
                    <a:pt x="16420" y="3651"/>
                  </a:lnTo>
                  <a:lnTo>
                    <a:pt x="16612" y="3638"/>
                  </a:lnTo>
                  <a:lnTo>
                    <a:pt x="16791" y="3613"/>
                  </a:lnTo>
                  <a:lnTo>
                    <a:pt x="16958" y="3561"/>
                  </a:lnTo>
                  <a:lnTo>
                    <a:pt x="17124" y="3497"/>
                  </a:lnTo>
                  <a:lnTo>
                    <a:pt x="17291" y="3421"/>
                  </a:lnTo>
                  <a:lnTo>
                    <a:pt x="17444" y="3331"/>
                  </a:lnTo>
                  <a:lnTo>
                    <a:pt x="17585" y="3228"/>
                  </a:lnTo>
                  <a:lnTo>
                    <a:pt x="17713" y="3113"/>
                  </a:lnTo>
                  <a:lnTo>
                    <a:pt x="17829" y="2985"/>
                  </a:lnTo>
                  <a:lnTo>
                    <a:pt x="17931" y="2844"/>
                  </a:lnTo>
                  <a:lnTo>
                    <a:pt x="18021" y="2691"/>
                  </a:lnTo>
                  <a:lnTo>
                    <a:pt x="18098" y="2537"/>
                  </a:lnTo>
                  <a:lnTo>
                    <a:pt x="18162" y="2358"/>
                  </a:lnTo>
                  <a:lnTo>
                    <a:pt x="18213" y="2191"/>
                  </a:lnTo>
                  <a:lnTo>
                    <a:pt x="18239" y="2012"/>
                  </a:lnTo>
                  <a:lnTo>
                    <a:pt x="18239" y="1820"/>
                  </a:lnTo>
                  <a:lnTo>
                    <a:pt x="18239" y="1640"/>
                  </a:lnTo>
                  <a:lnTo>
                    <a:pt x="18213" y="1448"/>
                  </a:lnTo>
                  <a:lnTo>
                    <a:pt x="18162" y="1282"/>
                  </a:lnTo>
                  <a:lnTo>
                    <a:pt x="18098" y="1115"/>
                  </a:lnTo>
                  <a:lnTo>
                    <a:pt x="18021" y="949"/>
                  </a:lnTo>
                  <a:lnTo>
                    <a:pt x="17931" y="795"/>
                  </a:lnTo>
                  <a:lnTo>
                    <a:pt x="17829" y="667"/>
                  </a:lnTo>
                  <a:lnTo>
                    <a:pt x="17713" y="526"/>
                  </a:lnTo>
                  <a:lnTo>
                    <a:pt x="17585" y="411"/>
                  </a:lnTo>
                  <a:lnTo>
                    <a:pt x="17444" y="308"/>
                  </a:lnTo>
                  <a:lnTo>
                    <a:pt x="17291" y="219"/>
                  </a:lnTo>
                  <a:lnTo>
                    <a:pt x="17124" y="142"/>
                  </a:lnTo>
                  <a:lnTo>
                    <a:pt x="16958" y="78"/>
                  </a:lnTo>
                  <a:lnTo>
                    <a:pt x="16791" y="39"/>
                  </a:lnTo>
                  <a:lnTo>
                    <a:pt x="166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8"/>
            <p:cNvSpPr/>
            <p:nvPr/>
          </p:nvSpPr>
          <p:spPr>
            <a:xfrm>
              <a:off x="2133571" y="3224317"/>
              <a:ext cx="152460" cy="183394"/>
            </a:xfrm>
            <a:custGeom>
              <a:avLst/>
              <a:gdLst/>
              <a:ahLst/>
              <a:cxnLst/>
              <a:rect l="l" t="t" r="r" b="b"/>
              <a:pathLst>
                <a:path w="3036" h="3652" extrusionOk="0">
                  <a:moveTo>
                    <a:pt x="0" y="1"/>
                  </a:moveTo>
                  <a:lnTo>
                    <a:pt x="0" y="3651"/>
                  </a:lnTo>
                  <a:lnTo>
                    <a:pt x="3035" y="3651"/>
                  </a:lnTo>
                  <a:lnTo>
                    <a:pt x="303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8"/>
            <p:cNvSpPr/>
            <p:nvPr/>
          </p:nvSpPr>
          <p:spPr>
            <a:xfrm>
              <a:off x="1828053" y="3224317"/>
              <a:ext cx="152460" cy="183394"/>
            </a:xfrm>
            <a:custGeom>
              <a:avLst/>
              <a:gdLst/>
              <a:ahLst/>
              <a:cxnLst/>
              <a:rect l="l" t="t" r="r" b="b"/>
              <a:pathLst>
                <a:path w="3036" h="3652" extrusionOk="0">
                  <a:moveTo>
                    <a:pt x="0" y="1"/>
                  </a:moveTo>
                  <a:lnTo>
                    <a:pt x="0" y="3651"/>
                  </a:lnTo>
                  <a:lnTo>
                    <a:pt x="3036" y="3651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8"/>
            <p:cNvSpPr/>
            <p:nvPr/>
          </p:nvSpPr>
          <p:spPr>
            <a:xfrm>
              <a:off x="2438386" y="3224317"/>
              <a:ext cx="153163" cy="183394"/>
            </a:xfrm>
            <a:custGeom>
              <a:avLst/>
              <a:gdLst/>
              <a:ahLst/>
              <a:cxnLst/>
              <a:rect l="l" t="t" r="r" b="b"/>
              <a:pathLst>
                <a:path w="3050" h="3652" extrusionOk="0">
                  <a:moveTo>
                    <a:pt x="1" y="1"/>
                  </a:moveTo>
                  <a:lnTo>
                    <a:pt x="1" y="3651"/>
                  </a:lnTo>
                  <a:lnTo>
                    <a:pt x="3049" y="3651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8"/>
            <p:cNvSpPr/>
            <p:nvPr/>
          </p:nvSpPr>
          <p:spPr>
            <a:xfrm>
              <a:off x="1904583" y="3672000"/>
              <a:ext cx="610444" cy="83010"/>
            </a:xfrm>
            <a:custGeom>
              <a:avLst/>
              <a:gdLst/>
              <a:ahLst/>
              <a:cxnLst/>
              <a:rect l="l" t="t" r="r" b="b"/>
              <a:pathLst>
                <a:path w="12156" h="1653" extrusionOk="0">
                  <a:moveTo>
                    <a:pt x="0" y="0"/>
                  </a:moveTo>
                  <a:lnTo>
                    <a:pt x="0" y="167"/>
                  </a:lnTo>
                  <a:lnTo>
                    <a:pt x="26" y="333"/>
                  </a:lnTo>
                  <a:lnTo>
                    <a:pt x="64" y="487"/>
                  </a:lnTo>
                  <a:lnTo>
                    <a:pt x="128" y="641"/>
                  </a:lnTo>
                  <a:lnTo>
                    <a:pt x="193" y="781"/>
                  </a:lnTo>
                  <a:lnTo>
                    <a:pt x="269" y="922"/>
                  </a:lnTo>
                  <a:lnTo>
                    <a:pt x="372" y="1050"/>
                  </a:lnTo>
                  <a:lnTo>
                    <a:pt x="474" y="1166"/>
                  </a:lnTo>
                  <a:lnTo>
                    <a:pt x="590" y="1268"/>
                  </a:lnTo>
                  <a:lnTo>
                    <a:pt x="718" y="1371"/>
                  </a:lnTo>
                  <a:lnTo>
                    <a:pt x="859" y="1447"/>
                  </a:lnTo>
                  <a:lnTo>
                    <a:pt x="999" y="1512"/>
                  </a:lnTo>
                  <a:lnTo>
                    <a:pt x="1153" y="1576"/>
                  </a:lnTo>
                  <a:lnTo>
                    <a:pt x="1307" y="1614"/>
                  </a:lnTo>
                  <a:lnTo>
                    <a:pt x="1473" y="1640"/>
                  </a:lnTo>
                  <a:lnTo>
                    <a:pt x="1640" y="1652"/>
                  </a:lnTo>
                  <a:lnTo>
                    <a:pt x="10516" y="1652"/>
                  </a:lnTo>
                  <a:lnTo>
                    <a:pt x="10682" y="1640"/>
                  </a:lnTo>
                  <a:lnTo>
                    <a:pt x="10849" y="1614"/>
                  </a:lnTo>
                  <a:lnTo>
                    <a:pt x="11002" y="1576"/>
                  </a:lnTo>
                  <a:lnTo>
                    <a:pt x="11156" y="1512"/>
                  </a:lnTo>
                  <a:lnTo>
                    <a:pt x="11297" y="1447"/>
                  </a:lnTo>
                  <a:lnTo>
                    <a:pt x="11438" y="1371"/>
                  </a:lnTo>
                  <a:lnTo>
                    <a:pt x="11553" y="1268"/>
                  </a:lnTo>
                  <a:lnTo>
                    <a:pt x="11681" y="1166"/>
                  </a:lnTo>
                  <a:lnTo>
                    <a:pt x="11784" y="1050"/>
                  </a:lnTo>
                  <a:lnTo>
                    <a:pt x="11873" y="922"/>
                  </a:lnTo>
                  <a:lnTo>
                    <a:pt x="11963" y="781"/>
                  </a:lnTo>
                  <a:lnTo>
                    <a:pt x="12027" y="641"/>
                  </a:lnTo>
                  <a:lnTo>
                    <a:pt x="12078" y="487"/>
                  </a:lnTo>
                  <a:lnTo>
                    <a:pt x="12117" y="333"/>
                  </a:lnTo>
                  <a:lnTo>
                    <a:pt x="12142" y="167"/>
                  </a:lnTo>
                  <a:lnTo>
                    <a:pt x="12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8"/>
            <p:cNvSpPr/>
            <p:nvPr/>
          </p:nvSpPr>
          <p:spPr>
            <a:xfrm>
              <a:off x="2034494" y="3754958"/>
              <a:ext cx="350568" cy="274690"/>
            </a:xfrm>
            <a:custGeom>
              <a:avLst/>
              <a:gdLst/>
              <a:ahLst/>
              <a:cxnLst/>
              <a:rect l="l" t="t" r="r" b="b"/>
              <a:pathLst>
                <a:path w="6981" h="5470" extrusionOk="0">
                  <a:moveTo>
                    <a:pt x="1" y="0"/>
                  </a:moveTo>
                  <a:lnTo>
                    <a:pt x="1" y="5469"/>
                  </a:lnTo>
                  <a:lnTo>
                    <a:pt x="6981" y="5469"/>
                  </a:lnTo>
                  <a:lnTo>
                    <a:pt x="6981" y="0"/>
                  </a:lnTo>
                  <a:close/>
                </a:path>
              </a:pathLst>
            </a:custGeom>
            <a:solidFill>
              <a:srgbClr val="0B1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8"/>
            <p:cNvSpPr/>
            <p:nvPr/>
          </p:nvSpPr>
          <p:spPr>
            <a:xfrm>
              <a:off x="2034494" y="3846302"/>
              <a:ext cx="350568" cy="91346"/>
            </a:xfrm>
            <a:custGeom>
              <a:avLst/>
              <a:gdLst/>
              <a:ahLst/>
              <a:cxnLst/>
              <a:rect l="l" t="t" r="r" b="b"/>
              <a:pathLst>
                <a:path w="6981" h="1819" extrusionOk="0">
                  <a:moveTo>
                    <a:pt x="1" y="0"/>
                  </a:moveTo>
                  <a:lnTo>
                    <a:pt x="1" y="1819"/>
                  </a:lnTo>
                  <a:lnTo>
                    <a:pt x="6981" y="1819"/>
                  </a:lnTo>
                  <a:lnTo>
                    <a:pt x="69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8"/>
            <p:cNvSpPr/>
            <p:nvPr/>
          </p:nvSpPr>
          <p:spPr>
            <a:xfrm>
              <a:off x="1226658" y="4029593"/>
              <a:ext cx="1965613" cy="702392"/>
            </a:xfrm>
            <a:custGeom>
              <a:avLst/>
              <a:gdLst/>
              <a:ahLst/>
              <a:cxnLst/>
              <a:rect l="l" t="t" r="r" b="b"/>
              <a:pathLst>
                <a:path w="39142" h="13987" extrusionOk="0">
                  <a:moveTo>
                    <a:pt x="6097" y="0"/>
                  </a:moveTo>
                  <a:lnTo>
                    <a:pt x="5764" y="26"/>
                  </a:lnTo>
                  <a:lnTo>
                    <a:pt x="5444" y="77"/>
                  </a:lnTo>
                  <a:lnTo>
                    <a:pt x="5137" y="128"/>
                  </a:lnTo>
                  <a:lnTo>
                    <a:pt x="4817" y="205"/>
                  </a:lnTo>
                  <a:lnTo>
                    <a:pt x="4522" y="282"/>
                  </a:lnTo>
                  <a:lnTo>
                    <a:pt x="4215" y="385"/>
                  </a:lnTo>
                  <a:lnTo>
                    <a:pt x="3933" y="500"/>
                  </a:lnTo>
                  <a:lnTo>
                    <a:pt x="3638" y="628"/>
                  </a:lnTo>
                  <a:lnTo>
                    <a:pt x="3369" y="769"/>
                  </a:lnTo>
                  <a:lnTo>
                    <a:pt x="3100" y="923"/>
                  </a:lnTo>
                  <a:lnTo>
                    <a:pt x="2831" y="1089"/>
                  </a:lnTo>
                  <a:lnTo>
                    <a:pt x="2588" y="1268"/>
                  </a:lnTo>
                  <a:lnTo>
                    <a:pt x="2345" y="1460"/>
                  </a:lnTo>
                  <a:lnTo>
                    <a:pt x="2114" y="1665"/>
                  </a:lnTo>
                  <a:lnTo>
                    <a:pt x="1884" y="1883"/>
                  </a:lnTo>
                  <a:lnTo>
                    <a:pt x="1679" y="2101"/>
                  </a:lnTo>
                  <a:lnTo>
                    <a:pt x="1474" y="2331"/>
                  </a:lnTo>
                  <a:lnTo>
                    <a:pt x="1282" y="2575"/>
                  </a:lnTo>
                  <a:lnTo>
                    <a:pt x="1102" y="2831"/>
                  </a:lnTo>
                  <a:lnTo>
                    <a:pt x="936" y="3087"/>
                  </a:lnTo>
                  <a:lnTo>
                    <a:pt x="782" y="3356"/>
                  </a:lnTo>
                  <a:lnTo>
                    <a:pt x="641" y="3638"/>
                  </a:lnTo>
                  <a:lnTo>
                    <a:pt x="513" y="3920"/>
                  </a:lnTo>
                  <a:lnTo>
                    <a:pt x="398" y="4214"/>
                  </a:lnTo>
                  <a:lnTo>
                    <a:pt x="296" y="4509"/>
                  </a:lnTo>
                  <a:lnTo>
                    <a:pt x="206" y="4816"/>
                  </a:lnTo>
                  <a:lnTo>
                    <a:pt x="129" y="5124"/>
                  </a:lnTo>
                  <a:lnTo>
                    <a:pt x="78" y="5444"/>
                  </a:lnTo>
                  <a:lnTo>
                    <a:pt x="39" y="5764"/>
                  </a:lnTo>
                  <a:lnTo>
                    <a:pt x="14" y="6084"/>
                  </a:lnTo>
                  <a:lnTo>
                    <a:pt x="1" y="6417"/>
                  </a:lnTo>
                  <a:lnTo>
                    <a:pt x="1" y="13987"/>
                  </a:lnTo>
                  <a:lnTo>
                    <a:pt x="39142" y="13987"/>
                  </a:lnTo>
                  <a:lnTo>
                    <a:pt x="39142" y="6417"/>
                  </a:lnTo>
                  <a:lnTo>
                    <a:pt x="39142" y="6084"/>
                  </a:lnTo>
                  <a:lnTo>
                    <a:pt x="39116" y="5764"/>
                  </a:lnTo>
                  <a:lnTo>
                    <a:pt x="39078" y="5444"/>
                  </a:lnTo>
                  <a:lnTo>
                    <a:pt x="39014" y="5124"/>
                  </a:lnTo>
                  <a:lnTo>
                    <a:pt x="38950" y="4816"/>
                  </a:lnTo>
                  <a:lnTo>
                    <a:pt x="38860" y="4509"/>
                  </a:lnTo>
                  <a:lnTo>
                    <a:pt x="38758" y="4214"/>
                  </a:lnTo>
                  <a:lnTo>
                    <a:pt x="38642" y="3920"/>
                  </a:lnTo>
                  <a:lnTo>
                    <a:pt x="38514" y="3638"/>
                  </a:lnTo>
                  <a:lnTo>
                    <a:pt x="38373" y="3356"/>
                  </a:lnTo>
                  <a:lnTo>
                    <a:pt x="38220" y="3087"/>
                  </a:lnTo>
                  <a:lnTo>
                    <a:pt x="38053" y="2831"/>
                  </a:lnTo>
                  <a:lnTo>
                    <a:pt x="37874" y="2575"/>
                  </a:lnTo>
                  <a:lnTo>
                    <a:pt x="37682" y="2331"/>
                  </a:lnTo>
                  <a:lnTo>
                    <a:pt x="37477" y="2101"/>
                  </a:lnTo>
                  <a:lnTo>
                    <a:pt x="37272" y="1883"/>
                  </a:lnTo>
                  <a:lnTo>
                    <a:pt x="37041" y="1665"/>
                  </a:lnTo>
                  <a:lnTo>
                    <a:pt x="36811" y="1460"/>
                  </a:lnTo>
                  <a:lnTo>
                    <a:pt x="36567" y="1268"/>
                  </a:lnTo>
                  <a:lnTo>
                    <a:pt x="36311" y="1089"/>
                  </a:lnTo>
                  <a:lnTo>
                    <a:pt x="36055" y="923"/>
                  </a:lnTo>
                  <a:lnTo>
                    <a:pt x="35786" y="769"/>
                  </a:lnTo>
                  <a:lnTo>
                    <a:pt x="35504" y="628"/>
                  </a:lnTo>
                  <a:lnTo>
                    <a:pt x="35223" y="500"/>
                  </a:lnTo>
                  <a:lnTo>
                    <a:pt x="34928" y="385"/>
                  </a:lnTo>
                  <a:lnTo>
                    <a:pt x="34633" y="282"/>
                  </a:lnTo>
                  <a:lnTo>
                    <a:pt x="34326" y="205"/>
                  </a:lnTo>
                  <a:lnTo>
                    <a:pt x="34019" y="128"/>
                  </a:lnTo>
                  <a:lnTo>
                    <a:pt x="33698" y="77"/>
                  </a:lnTo>
                  <a:lnTo>
                    <a:pt x="33378" y="26"/>
                  </a:lnTo>
                  <a:lnTo>
                    <a:pt x="33058" y="0"/>
                  </a:lnTo>
                  <a:close/>
                </a:path>
              </a:pathLst>
            </a:custGeom>
            <a:solidFill>
              <a:srgbClr val="0B1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9" name="Google Shape;1969;p38"/>
          <p:cNvGrpSpPr/>
          <p:nvPr/>
        </p:nvGrpSpPr>
        <p:grpSpPr>
          <a:xfrm>
            <a:off x="690655" y="1065959"/>
            <a:ext cx="6713111" cy="676645"/>
            <a:chOff x="-473671" y="1105450"/>
            <a:chExt cx="6713111" cy="676645"/>
          </a:xfrm>
        </p:grpSpPr>
        <p:sp>
          <p:nvSpPr>
            <p:cNvPr id="1970" name="Google Shape;1970;p38"/>
            <p:cNvSpPr/>
            <p:nvPr/>
          </p:nvSpPr>
          <p:spPr>
            <a:xfrm>
              <a:off x="-473671" y="1185995"/>
              <a:ext cx="596100" cy="596100"/>
            </a:xfrm>
            <a:prstGeom prst="ellipse">
              <a:avLst/>
            </a:prstGeom>
            <a:solidFill>
              <a:srgbClr val="2021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lt1"/>
                </a:solidFill>
              </a:endParaRPr>
            </a:p>
          </p:txBody>
        </p:sp>
        <p:grpSp>
          <p:nvGrpSpPr>
            <p:cNvPr id="1971" name="Google Shape;1971;p38"/>
            <p:cNvGrpSpPr/>
            <p:nvPr/>
          </p:nvGrpSpPr>
          <p:grpSpPr>
            <a:xfrm>
              <a:off x="457200" y="1105450"/>
              <a:ext cx="5782240" cy="666542"/>
              <a:chOff x="3969550" y="1108688"/>
              <a:chExt cx="5782240" cy="666542"/>
            </a:xfrm>
          </p:grpSpPr>
          <p:sp>
            <p:nvSpPr>
              <p:cNvPr id="1972" name="Google Shape;1972;p38"/>
              <p:cNvSpPr txBox="1"/>
              <p:nvPr/>
            </p:nvSpPr>
            <p:spPr>
              <a:xfrm>
                <a:off x="3969550" y="1108688"/>
                <a:ext cx="3428999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Manual image classification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73" name="Google Shape;1973;p38"/>
              <p:cNvSpPr txBox="1"/>
              <p:nvPr/>
            </p:nvSpPr>
            <p:spPr>
              <a:xfrm>
                <a:off x="3980401" y="1443430"/>
                <a:ext cx="5771389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latin typeface="+mj-lt"/>
                    <a:ea typeface="Roboto"/>
                    <a:cs typeface="Roboto"/>
                    <a:sym typeface="Roboto"/>
                  </a:rPr>
                  <a:t>manually sorting data into 8 categories was time-consuming and introduced the risk of human labeling mistakes, especially for visually similar classes such as </a:t>
                </a:r>
                <a:r>
                  <a:rPr lang="en-US" sz="1000" dirty="0" err="1">
                    <a:latin typeface="+mj-lt"/>
                    <a:ea typeface="Roboto"/>
                    <a:cs typeface="Roboto"/>
                    <a:sym typeface="Roboto"/>
                  </a:rPr>
                  <a:t>close_up_line</a:t>
                </a:r>
                <a:r>
                  <a:rPr lang="en-US" sz="1000" dirty="0">
                    <a:latin typeface="+mj-lt"/>
                    <a:ea typeface="Roboto"/>
                    <a:cs typeface="Roboto"/>
                    <a:sym typeface="Roboto"/>
                  </a:rPr>
                  <a:t> and Electrode. </a:t>
                </a:r>
                <a:endParaRPr sz="1000" dirty="0">
                  <a:latin typeface="+mj-lt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979" name="Google Shape;1979;p38"/>
          <p:cNvGrpSpPr/>
          <p:nvPr/>
        </p:nvGrpSpPr>
        <p:grpSpPr>
          <a:xfrm>
            <a:off x="693361" y="2038954"/>
            <a:ext cx="7060877" cy="709424"/>
            <a:chOff x="-467473" y="2502863"/>
            <a:chExt cx="7060877" cy="709424"/>
          </a:xfrm>
        </p:grpSpPr>
        <p:grpSp>
          <p:nvGrpSpPr>
            <p:cNvPr id="1980" name="Google Shape;1980;p38"/>
            <p:cNvGrpSpPr/>
            <p:nvPr/>
          </p:nvGrpSpPr>
          <p:grpSpPr>
            <a:xfrm>
              <a:off x="457198" y="2502863"/>
              <a:ext cx="6136206" cy="673398"/>
              <a:chOff x="3581360" y="1153915"/>
              <a:chExt cx="6136206" cy="673398"/>
            </a:xfrm>
          </p:grpSpPr>
          <p:sp>
            <p:nvSpPr>
              <p:cNvPr id="1981" name="Google Shape;1981;p38"/>
              <p:cNvSpPr txBox="1"/>
              <p:nvPr/>
            </p:nvSpPr>
            <p:spPr>
              <a:xfrm>
                <a:off x="3581362" y="1153915"/>
                <a:ext cx="5455866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Separating SEM image from microscope information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82" name="Google Shape;1982;p38"/>
              <p:cNvSpPr txBox="1"/>
              <p:nvPr/>
            </p:nvSpPr>
            <p:spPr>
              <a:xfrm>
                <a:off x="3581360" y="1495513"/>
                <a:ext cx="6136206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0" indent="0">
                  <a:buNone/>
                  <a:defRPr sz="1000">
                    <a:latin typeface="+mj-lt"/>
                    <a:ea typeface="Roboto"/>
                    <a:cs typeface="Roboto"/>
                  </a:defRPr>
                </a:lvl1pPr>
              </a:lstStyle>
              <a:p>
                <a:r>
                  <a:rPr lang="en-US" dirty="0">
                    <a:sym typeface="Roboto"/>
                  </a:rPr>
                  <a:t>Each image contained a gray SEM region and a white microscope information ribbon. Using the full image could make the model learn from text or scale information instead of the actual structure. </a:t>
                </a:r>
                <a:endParaRPr dirty="0">
                  <a:sym typeface="Roboto"/>
                </a:endParaRPr>
              </a:p>
            </p:txBody>
          </p:sp>
        </p:grpSp>
        <p:sp>
          <p:nvSpPr>
            <p:cNvPr id="1983" name="Google Shape;1983;p38"/>
            <p:cNvSpPr/>
            <p:nvPr/>
          </p:nvSpPr>
          <p:spPr>
            <a:xfrm>
              <a:off x="-467473" y="2616187"/>
              <a:ext cx="596100" cy="5961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984" name="Google Shape;1984;p38"/>
          <p:cNvGrpSpPr/>
          <p:nvPr/>
        </p:nvGrpSpPr>
        <p:grpSpPr>
          <a:xfrm>
            <a:off x="690655" y="2998683"/>
            <a:ext cx="7135329" cy="729102"/>
            <a:chOff x="-473671" y="4057675"/>
            <a:chExt cx="7135329" cy="729102"/>
          </a:xfrm>
        </p:grpSpPr>
        <p:grpSp>
          <p:nvGrpSpPr>
            <p:cNvPr id="1985" name="Google Shape;1985;p38"/>
            <p:cNvGrpSpPr/>
            <p:nvPr/>
          </p:nvGrpSpPr>
          <p:grpSpPr>
            <a:xfrm>
              <a:off x="457198" y="4057675"/>
              <a:ext cx="6204460" cy="673408"/>
              <a:chOff x="3581360" y="2254813"/>
              <a:chExt cx="6204460" cy="673408"/>
            </a:xfrm>
          </p:grpSpPr>
          <p:sp>
            <p:nvSpPr>
              <p:cNvPr id="1986" name="Google Shape;1986;p38"/>
              <p:cNvSpPr txBox="1"/>
              <p:nvPr/>
            </p:nvSpPr>
            <p:spPr>
              <a:xfrm>
                <a:off x="3581362" y="2254813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 imbalance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87" name="Google Shape;1987;p38"/>
              <p:cNvSpPr txBox="1"/>
              <p:nvPr/>
            </p:nvSpPr>
            <p:spPr>
              <a:xfrm>
                <a:off x="3581360" y="2596421"/>
                <a:ext cx="620446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0" indent="0">
                  <a:buNone/>
                  <a:defRPr sz="1000">
                    <a:latin typeface="+mj-lt"/>
                    <a:ea typeface="Roboto"/>
                    <a:cs typeface="Roboto"/>
                  </a:defRPr>
                </a:lvl1pPr>
              </a:lstStyle>
              <a:p>
                <a:r>
                  <a:rPr lang="en-US" dirty="0">
                    <a:sym typeface="Roboto"/>
                  </a:rPr>
                  <a:t>Some classes had many images, while others had very few, such as microfluidic, cantilever, and label. This could bias the model toward majority classes. </a:t>
                </a:r>
                <a:endParaRPr dirty="0">
                  <a:sym typeface="Roboto"/>
                </a:endParaRPr>
              </a:p>
            </p:txBody>
          </p:sp>
        </p:grpSp>
        <p:sp>
          <p:nvSpPr>
            <p:cNvPr id="1988" name="Google Shape;1988;p38"/>
            <p:cNvSpPr/>
            <p:nvPr/>
          </p:nvSpPr>
          <p:spPr>
            <a:xfrm>
              <a:off x="-473671" y="4190677"/>
              <a:ext cx="596100" cy="5961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dirty="0">
                <a:solidFill>
                  <a:schemeClr val="lt1"/>
                </a:solidFill>
              </a:endParaRPr>
            </a:p>
          </p:txBody>
        </p:sp>
      </p:grpSp>
      <p:sp>
        <p:nvSpPr>
          <p:cNvPr id="1999" name="Google Shape;1999;p38"/>
          <p:cNvSpPr txBox="1"/>
          <p:nvPr/>
        </p:nvSpPr>
        <p:spPr>
          <a:xfrm>
            <a:off x="5394325" y="4267790"/>
            <a:ext cx="1809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ML for business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84" name="Google Shape;1984;p38">
            <a:extLst>
              <a:ext uri="{FF2B5EF4-FFF2-40B4-BE49-F238E27FC236}">
                <a16:creationId xmlns:a16="http://schemas.microsoft.com/office/drawing/2014/main" id="{460958B8-C6F3-49E9-8104-E909E7C1CDA7}"/>
              </a:ext>
            </a:extLst>
          </p:cNvPr>
          <p:cNvGrpSpPr/>
          <p:nvPr/>
        </p:nvGrpSpPr>
        <p:grpSpPr>
          <a:xfrm>
            <a:off x="713929" y="3956713"/>
            <a:ext cx="6930607" cy="729102"/>
            <a:chOff x="-473671" y="4057675"/>
            <a:chExt cx="6930607" cy="729102"/>
          </a:xfrm>
        </p:grpSpPr>
        <p:grpSp>
          <p:nvGrpSpPr>
            <p:cNvPr id="85" name="Google Shape;1985;p38">
              <a:extLst>
                <a:ext uri="{FF2B5EF4-FFF2-40B4-BE49-F238E27FC236}">
                  <a16:creationId xmlns:a16="http://schemas.microsoft.com/office/drawing/2014/main" id="{2812C4A5-B7DD-4653-AE6D-1BECFD796C38}"/>
                </a:ext>
              </a:extLst>
            </p:cNvPr>
            <p:cNvGrpSpPr/>
            <p:nvPr/>
          </p:nvGrpSpPr>
          <p:grpSpPr>
            <a:xfrm>
              <a:off x="457198" y="4057675"/>
              <a:ext cx="5999738" cy="673408"/>
              <a:chOff x="3581360" y="2254813"/>
              <a:chExt cx="5999738" cy="673408"/>
            </a:xfrm>
          </p:grpSpPr>
          <p:sp>
            <p:nvSpPr>
              <p:cNvPr id="87" name="Google Shape;1986;p38">
                <a:extLst>
                  <a:ext uri="{FF2B5EF4-FFF2-40B4-BE49-F238E27FC236}">
                    <a16:creationId xmlns:a16="http://schemas.microsoft.com/office/drawing/2014/main" id="{66ADF58E-6432-4BC6-8099-5461D66C565B}"/>
                  </a:ext>
                </a:extLst>
              </p:cNvPr>
              <p:cNvSpPr txBox="1"/>
              <p:nvPr/>
            </p:nvSpPr>
            <p:spPr>
              <a:xfrm>
                <a:off x="3581362" y="2254813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Modeling challenge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88" name="Google Shape;1987;p38">
                <a:extLst>
                  <a:ext uri="{FF2B5EF4-FFF2-40B4-BE49-F238E27FC236}">
                    <a16:creationId xmlns:a16="http://schemas.microsoft.com/office/drawing/2014/main" id="{7F2620E1-B5CE-4E46-BAA9-A10F6E5C4E91}"/>
                  </a:ext>
                </a:extLst>
              </p:cNvPr>
              <p:cNvSpPr txBox="1"/>
              <p:nvPr/>
            </p:nvSpPr>
            <p:spPr>
              <a:xfrm>
                <a:off x="3581360" y="2596421"/>
                <a:ext cx="5999738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0" indent="0">
                  <a:buNone/>
                  <a:defRPr sz="1000">
                    <a:latin typeface="+mj-lt"/>
                    <a:ea typeface="Roboto"/>
                    <a:cs typeface="Roboto"/>
                  </a:defRPr>
                </a:lvl1pPr>
              </a:lstStyle>
              <a:p>
                <a:r>
                  <a:rPr lang="en-US" dirty="0">
                    <a:sym typeface="Roboto"/>
                  </a:rPr>
                  <a:t>More complex models did not automatically perform better. Adding OCR metadata and changing hyperparameters reduced or did not improve accuracy. </a:t>
                </a:r>
                <a:endParaRPr dirty="0">
                  <a:sym typeface="Roboto"/>
                </a:endParaRPr>
              </a:p>
            </p:txBody>
          </p:sp>
        </p:grpSp>
        <p:sp>
          <p:nvSpPr>
            <p:cNvPr id="86" name="Google Shape;1988;p38">
              <a:extLst>
                <a:ext uri="{FF2B5EF4-FFF2-40B4-BE49-F238E27FC236}">
                  <a16:creationId xmlns:a16="http://schemas.microsoft.com/office/drawing/2014/main" id="{1C5FB718-6D2B-4123-A676-9C05058FC0F5}"/>
                </a:ext>
              </a:extLst>
            </p:cNvPr>
            <p:cNvSpPr/>
            <p:nvPr/>
          </p:nvSpPr>
          <p:spPr>
            <a:xfrm>
              <a:off x="-473671" y="4190677"/>
              <a:ext cx="596100" cy="5961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dirty="0">
                <a:solidFill>
                  <a:schemeClr val="lt1"/>
                </a:solidFill>
              </a:endParaRPr>
            </a:p>
          </p:txBody>
        </p:sp>
      </p:grpSp>
      <p:sp>
        <p:nvSpPr>
          <p:cNvPr id="74" name="Textfeld 73">
            <a:extLst>
              <a:ext uri="{FF2B5EF4-FFF2-40B4-BE49-F238E27FC236}">
                <a16:creationId xmlns:a16="http://schemas.microsoft.com/office/drawing/2014/main" id="{47787166-558C-43A1-B536-58CF10555E85}"/>
              </a:ext>
            </a:extLst>
          </p:cNvPr>
          <p:cNvSpPr txBox="1"/>
          <p:nvPr/>
        </p:nvSpPr>
        <p:spPr>
          <a:xfrm>
            <a:off x="8493991" y="4832949"/>
            <a:ext cx="258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9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6EE50E24-B69C-416B-A620-DA4636A1A2EE}"/>
              </a:ext>
            </a:extLst>
          </p:cNvPr>
          <p:cNvSpPr txBox="1"/>
          <p:nvPr/>
        </p:nvSpPr>
        <p:spPr>
          <a:xfrm>
            <a:off x="246544" y="4859050"/>
            <a:ext cx="403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Classification of MEMS SEM Images using </a:t>
            </a:r>
            <a:r>
              <a:rPr lang="en-US" sz="900" b="1" dirty="0" err="1">
                <a:solidFill>
                  <a:schemeClr val="bg1">
                    <a:lumMod val="50000"/>
                  </a:schemeClr>
                </a:solidFill>
              </a:rPr>
              <a:t>ResNet</a:t>
            </a:r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 50 - Negar Ziehm</a:t>
            </a:r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LID4096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5FC379E-A06B-405C-A61D-7273FC820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315119"/>
            <a:ext cx="4513262" cy="451326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EE13460-9464-456B-BDA6-6A8A4C4756E0}"/>
              </a:ext>
            </a:extLst>
          </p:cNvPr>
          <p:cNvSpPr txBox="1"/>
          <p:nvPr/>
        </p:nvSpPr>
        <p:spPr>
          <a:xfrm>
            <a:off x="438150" y="1945213"/>
            <a:ext cx="3943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Thanks for your attention!</a:t>
            </a:r>
          </a:p>
          <a:p>
            <a:pPr algn="ctr"/>
            <a:endParaRPr lang="en-US" sz="1800" b="1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A4F5443-4D13-44EF-A238-060BFBD778B6}"/>
              </a:ext>
            </a:extLst>
          </p:cNvPr>
          <p:cNvSpPr txBox="1"/>
          <p:nvPr/>
        </p:nvSpPr>
        <p:spPr>
          <a:xfrm>
            <a:off x="366712" y="2591544"/>
            <a:ext cx="40862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Questions are welcome,</a:t>
            </a:r>
          </a:p>
          <a:p>
            <a:pPr algn="ctr"/>
            <a:r>
              <a:rPr lang="en-US" dirty="0"/>
              <a:t>Easy ones are appreciated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LID4096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267AB7C-760E-4EFE-B108-45998400CE55}"/>
              </a:ext>
            </a:extLst>
          </p:cNvPr>
          <p:cNvSpPr/>
          <p:nvPr/>
        </p:nvSpPr>
        <p:spPr>
          <a:xfrm rot="20966645">
            <a:off x="5639072" y="2051570"/>
            <a:ext cx="964398" cy="1247385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MEMS</a:t>
            </a:r>
            <a:endParaRPr lang="LID4096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0686357"/>
      </p:ext>
    </p:extLst>
  </p:cSld>
  <p:clrMapOvr>
    <a:masterClrMapping/>
  </p:clrMapOvr>
</p:sld>
</file>

<file path=ppt/theme/theme1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1683</Words>
  <Application>Microsoft Office PowerPoint</Application>
  <PresentationFormat>Bildschirmpräsentation (16:9)</PresentationFormat>
  <Paragraphs>310</Paragraphs>
  <Slides>17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Fira Sans Extra Condensed</vt:lpstr>
      <vt:lpstr>Roboto</vt:lpstr>
      <vt:lpstr>Machine Learning Infographics by Slidesgo</vt:lpstr>
      <vt:lpstr>PowerPoint-Präsentation</vt:lpstr>
      <vt:lpstr>Table of content</vt:lpstr>
      <vt:lpstr>Introduction</vt:lpstr>
      <vt:lpstr>Literature Review</vt:lpstr>
      <vt:lpstr>Literature Review</vt:lpstr>
      <vt:lpstr>Objective</vt:lpstr>
      <vt:lpstr>Dataset Characterization</vt:lpstr>
      <vt:lpstr>Model</vt:lpstr>
      <vt:lpstr>Model</vt:lpstr>
      <vt:lpstr>Model Development and Evaluation</vt:lpstr>
      <vt:lpstr>Model Development and Evaluation</vt:lpstr>
      <vt:lpstr>Model Development and Evaluation</vt:lpstr>
      <vt:lpstr>Model Development and Evaluation</vt:lpstr>
      <vt:lpstr>Model Development and Evaluation</vt:lpstr>
      <vt:lpstr>Results and Discussion</vt:lpstr>
      <vt:lpstr>Challenges and Errors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MEMS SEM Images Using Deep Learning (ResNet50)</dc:title>
  <dc:creator>kom-e14-1</dc:creator>
  <cp:lastModifiedBy>Negar Hosseinimanesh</cp:lastModifiedBy>
  <cp:revision>61</cp:revision>
  <dcterms:modified xsi:type="dcterms:W3CDTF">2026-07-24T08:48:28Z</dcterms:modified>
</cp:coreProperties>
</file>